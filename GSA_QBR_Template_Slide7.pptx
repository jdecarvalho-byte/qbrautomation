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tags/tag2.xml" ContentType="application/vnd.openxmlformats-officedocument.presentationml.tags+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3.xml" ContentType="application/vnd.openxmlformats-officedocument.presentationml.notesSlide+xml"/>
  <Override PartName="/ppt/comments/modernComment_7FFFFAFE_EA9E41C7.xml" ContentType="application/vnd.ms-powerpoint.comments+xml"/>
  <Override PartName="/ppt/charts/chart1.xml" ContentType="application/vnd.openxmlformats-officedocument.drawingml.chart+xml"/>
  <Override PartName="/ppt/tags/tag30.xml" ContentType="application/vnd.openxmlformats-officedocument.presentationml.tags+xml"/>
  <Override PartName="/ppt/notesSlides/notesSlide4.xml" ContentType="application/vnd.openxmlformats-officedocument.presentationml.notesSlide+xml"/>
  <Override PartName="/ppt/comments/modernComment_7FFFFB40_A5A65758.xml" ContentType="application/vnd.ms-powerpoint.comments+xml"/>
  <Override PartName="/ppt/notesSlides/notesSlide5.xml" ContentType="application/vnd.openxmlformats-officedocument.presentationml.notesSlide+xml"/>
  <Override PartName="/ppt/comments/modernComment_7FFFFB0E_F00A410D.xml" ContentType="application/vnd.ms-powerpoint.comments+xml"/>
  <Override PartName="/ppt/notesSlides/notesSlide6.xml" ContentType="application/vnd.openxmlformats-officedocument.presentationml.notesSlide+xml"/>
  <Override PartName="/ppt/comments/modernComment_7FFFFB3B_FD3D91A.xml" ContentType="application/vnd.ms-powerpoint.comments+xml"/>
  <Override PartName="/ppt/notesSlides/notesSlide7.xml" ContentType="application/vnd.openxmlformats-officedocument.presentationml.notesSlide+xml"/>
  <Override PartName="/ppt/comments/modernComment_7FFFFB0F_8603AA72.xml" ContentType="application/vnd.ms-powerpoint.comments+xml"/>
  <Override PartName="/ppt/notesSlides/notesSlide8.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9.xml" ContentType="application/vnd.openxmlformats-officedocument.presentationml.notesSlide+xml"/>
  <Override PartName="/ppt/comments/modernComment_7FFFFB29_3B03E8.xml" ContentType="application/vnd.ms-powerpoint.comments+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5.xml" ContentType="application/vnd.openxmlformats-officedocument.presentationml.tags+xml"/>
  <Override PartName="/ppt/notesSlides/notesSlide12.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7FFFFB3F_9CA3D2B4.xml" ContentType="application/vnd.ms-powerpoint.comments+xml"/>
  <Override PartName="/ppt/comments/modernComment_7FFFFB27_66DF7F7.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71.xml" ContentType="application/vnd.openxmlformats-officedocument.presentationml.tags+xml"/>
  <Override PartName="/ppt/notesSlides/notesSlide20.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21.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tags/tag97.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2" r:id="rId4"/>
    <p:sldMasterId id="2147484554" r:id="rId5"/>
  </p:sldMasterIdLst>
  <p:notesMasterIdLst>
    <p:notesMasterId r:id="rId34"/>
  </p:notesMasterIdLst>
  <p:handoutMasterIdLst>
    <p:handoutMasterId r:id="rId35"/>
  </p:handoutMasterIdLst>
  <p:sldIdLst>
    <p:sldId id="553" r:id="rId6"/>
    <p:sldId id="572" r:id="rId7"/>
    <p:sldId id="2147471024" r:id="rId8"/>
    <p:sldId id="2147482428" r:id="rId9"/>
    <p:sldId id="2147482366" r:id="rId10"/>
    <p:sldId id="2147482432" r:id="rId11"/>
    <p:sldId id="2147482382" r:id="rId12"/>
    <p:sldId id="2147482427" r:id="rId13"/>
    <p:sldId id="2147482383" r:id="rId14"/>
    <p:sldId id="2147482433" r:id="rId15"/>
    <p:sldId id="2147482410" r:id="rId16"/>
    <p:sldId id="2147482409" r:id="rId17"/>
    <p:sldId id="2147482423" r:id="rId18"/>
    <p:sldId id="2147482397" r:id="rId19"/>
    <p:sldId id="2147482404" r:id="rId20"/>
    <p:sldId id="2147482426" r:id="rId21"/>
    <p:sldId id="2147482429" r:id="rId22"/>
    <p:sldId id="2147482431" r:id="rId23"/>
    <p:sldId id="2147482407" r:id="rId24"/>
    <p:sldId id="2147482379" r:id="rId25"/>
    <p:sldId id="2147482380" r:id="rId26"/>
    <p:sldId id="2147482421" r:id="rId27"/>
    <p:sldId id="2147482422" r:id="rId28"/>
    <p:sldId id="2147482419" r:id="rId29"/>
    <p:sldId id="2147482418" r:id="rId30"/>
    <p:sldId id="2147481835" r:id="rId31"/>
    <p:sldId id="2147482400" r:id="rId32"/>
    <p:sldId id="2147482391" r:id="rId33"/>
  </p:sldIdLst>
  <p:sldSz cx="24387175" cy="13716000"/>
  <p:notesSz cx="6858000" cy="9144000"/>
  <p:custDataLst>
    <p:tags r:id="rId3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DEF105-36E4-8737-6F07-53B4E05F10E2}" name="Alison Pandrangi (Dieringer)" initials="A(" userId="S::adiering@linkedin.biz::bf32bb4f-deac-45da-80f9-87236bcfee3e" providerId="AD"/>
  <p188:author id="{5528720C-30B6-C25B-C322-4427F03C279A}" name="Joao de Carvalho" initials="Jd" userId="S::jdecarva@linkedin.biz::f122fbaf-3a03-4d2f-be6a-df8b0374d88b" providerId="AD"/>
  <p188:author id="{F5C1FB0F-AB45-B5C1-200B-E2221DAF1EAA}" name="Andrea Fernandez" initials="AF" userId="S::andferna@linkedin.biz::84c795fd-fe09-4dda-9515-b5d3dd2aaf0c" providerId="AD"/>
  <p188:author id="{E7BCDB1F-F23A-F2CD-8023-F6ABA3D9846D}" name="Monica Szeto" initials="MS" userId="S::mszeto@linkedin.biz::a7db624b-858f-40b9-b0a8-3e3658b68bf9" providerId="AD"/>
  <p188:author id="{D33D3C29-AA0C-0C16-C067-4B0E1BEA1D64}" name="Eric Liu" initials="EL" userId="S::eiliu@linkedin.biz::523af180-b020-4ed6-a4e1-03c8eb28b560" providerId="AD"/>
  <p188:author id="{D9CD3534-05E3-B293-1E80-512FF41ACA46}" name="Marcus Tan" initials="" userId="S::marctan@linkedin.biz::c852626c-4eac-41f7-9a92-9029a7b439d0" providerId="AD"/>
  <p188:author id="{0855CC37-D1A2-E1BB-56CD-1855CCEE6650}" name="Morgan Morris" initials="MM" userId="S::mmorris@linkedin.biz::17f050c2-b704-45c0-94d4-5420b89aeaac" providerId="AD"/>
  <p188:author id="{A462D43D-3C4F-204A-AD0B-ECBF17ED1366}" name="Salwa Amar" initials="SA" userId="S::samar@linkedin.biz::66ee8644-89f3-4226-861c-0d1de488da4a" providerId="AD"/>
  <p188:author id="{68A66153-2D9F-3531-57F7-05BA131EB432}" name="Christopher Hanlon" initials="" userId="S::chanlon@linkedin.biz::3a0a06a8-ac54-4bfe-9a41-8c48e96f85f2" providerId="AD"/>
  <p188:author id="{5C579858-12F7-4914-B2EF-EE4E2BE3836C}" name="Rafa Gimenes" initials="RG" userId="S::rgimenes@linkedin.biz::5756fe86-11f9-435a-8be9-8c18f54127a9" providerId="AD"/>
  <p188:author id="{F4A04D61-6B85-01D3-FB08-EE3C3F44AA4D}" name="Madeleine Wise" initials="MW" userId="S::mawise@linkedin.biz::ffaafe0f-2740-4b0f-a71a-2f8ff15d7fba" providerId="AD"/>
  <p188:author id="{403C6A63-6BCE-E038-F210-E5AB69394694}" name="Travis Galdieri" initials="TG" userId="S::tgaldier@linkedin.biz::82e7280b-b567-4670-be21-a22db611d81e" providerId="AD"/>
  <p188:author id="{E7CE6464-AE71-2BBA-5CC6-9DCD7BCA5979}" name="Ana Carolina Stucka" initials="AS" userId="S::astucka@linkedin.biz::6a401afa-3afc-4a4a-926d-61cb2c2356d7" providerId="AD"/>
  <p188:author id="{98DDF46F-3570-88B9-758C-6BCD6F0EFE0C}" name="Esteban Montes" initials="EM" userId="S::emontes@linkedin.biz::d28feab1-fc69-4570-bc7f-9c0c61b99057" providerId="AD"/>
  <p188:author id="{35BE2885-B799-07EE-23F2-993C338CF2D4}" name="Ravi Nagpal" initials="RN" userId="S::rnagpal@linkedin.biz::fdaeac69-5a98-4a2e-a48f-9315c850ed4c" providerId="AD"/>
  <p188:author id="{468AF089-5EE3-5667-AFAB-2CB7F5CBA9A8}" name="Alice Benjamin" initials="AB" userId="S::abenjami@linkedin.biz::30270931-865a-4827-8b89-d80245c07ccb" providerId="AD"/>
  <p188:author id="{FB2BFB91-4248-E497-268C-77648CE24A6A}" name="Raka Basu" initials="RB" userId="S::rbasu@linkedin.biz::04f16eb7-ac51-41ec-b7d0-6b033f8ca887" providerId="AD"/>
  <p188:author id="{9B093B93-5622-4BA5-EB80-18019D8EACA1}" name="Mustafa Khan" initials="MK" userId="S::mustkhan@linkedin.biz::2a83d3c7-747b-4175-b116-05f6be2be515" providerId="AD"/>
  <p188:author id="{3B535B97-CFDF-06D1-DF96-461595DDA2C3}" name="Lydia Govinden (LinkedIn Supplier)" initials="" userId="S::lgovinde@linkedin.biz::5104353e-c4ea-48d7-be67-fda27df8be3a" providerId="AD"/>
  <p188:author id="{628CE298-01C8-9CF9-2F4E-8C7644686210}" name="Chris Wu" initials="CW" userId="S::chrwu@linkedin.biz::e05686c1-6de0-400f-b39d-87f6dfbbb909" providerId="AD"/>
  <p188:author id="{B278569C-5121-EB9A-D283-2E4F935C0836}" name="Logan Buckstaff" initials="LB" userId="S::lbucksta@linkedin.biz::f845cb02-7217-48f4-9190-b608bdf8bbc9" providerId="AD"/>
  <p188:author id="{E2DDF99E-EAC0-B402-1EFC-0346D222C64E}" name="Richard Nessler" initials="" userId="S::rnessler@linkedin.biz::84507eac-aef9-41d4-abdb-c0dee8d8b56a" providerId="AD"/>
  <p188:author id="{2FCBB6AD-5D91-9FCC-163B-0D7CC1732326}" name="Denise Ho" initials="" userId="S::dho@linkedin.biz::0b7ed2d8-ad9b-4620-ab9b-9df3fc7a6ff4" providerId="AD"/>
  <p188:author id="{5C5AB0B1-BE71-724B-067F-31313AE4ED4F}" name="Jason Powers" initials="" userId="S::japowers@linkedin.biz::2a14ccb3-d7ea-4b1e-9703-c1685c6aa342" providerId="AD"/>
  <p188:author id="{505CB1B4-46A8-6E1B-B3D9-738508282CEA}" name="Michael Zhang" initials="MZ" userId="S::michazha@linkedin.biz::8277494b-bb05-4a96-bfb2-bd599f1a8962" providerId="AD"/>
  <p188:author id="{AE673BBC-1AD0-5AA7-1627-7D148770160D}" name="Julia Rodrigues" initials="" userId="S::julirodr@linkedin.biz::1944156e-a363-4929-bad0-1a692a1890f5" providerId="AD"/>
  <p188:author id="{D28999BC-2B86-1CD9-E50B-4BD383152DD9}" name="Joel Churnin" initials="" userId="S::jchurnin@linkedin.biz::ac70b368-c99e-4537-b345-a9d6d58d9213" providerId="AD"/>
  <p188:author id="{83B37BBD-2F53-F939-227B-4B2975B25B53}" name="Preeti Shivane" initials="PS" userId="S::pshivane@linkedin.biz::9a7c4ff5-399d-4d76-afdc-30b70389768d" providerId="AD"/>
  <p188:author id="{589E4EC1-5D05-5194-6EF2-ED6F5B6CA857}" name="Chris Nguyen" initials="CN" userId="S::chrnguye@linkedin.biz::9e4c057e-0666-4354-be47-6656089920e2" providerId="AD"/>
  <p188:author id="{50FA45CC-FC37-5035-8F4A-6E4A3052E201}" name="Sarah Han" initials="SH" userId="S::sahan@linkedin.biz::29e91ae1-bc34-49c3-8177-3ea8d15318ed" providerId="AD"/>
  <p188:author id="{B1DB76CC-7420-C924-3AF9-4D81DE0557F0}" name="Marigold Duncan" initials="MD" userId="S::mduncan@linkedin.biz::ca9dd6ff-dbaf-48d7-a3dc-8513a527a97c" providerId="AD"/>
  <p188:author id="{71B6FDCE-81AA-A70F-4500-29C0EDA2E68D}" name="Darina Jiang (LinkedIn Supplier)" initials="DS" userId="S::darjiang@linkedin.biz::da5ab3c7-1441-485a-83cd-a2fb271bcfeb" providerId="AD"/>
  <p188:author id="{EA2880D8-039F-A329-27C6-7C440D29FDBB}" name="Kameron Shute" initials="" userId="S::kshute@linkedin.biz::9480bc2e-bd3c-4174-834a-b5f2628928a1" providerId="AD"/>
  <p188:author id="{305788DF-8514-ED6E-E629-04D16C8B5739}" name="Cliodhna Mccarthy" initials="CM" userId="S::clmccart@linkedin.biz::0c6b2487-ee47-408f-9da1-43bfabb65e14" providerId="AD"/>
  <p188:author id="{127A1BE1-DD23-E2EB-858F-FED753F4A9B0}" name="Brandon Hickie" initials="BH" userId="S::bhickie@linkedin.biz::26be04c3-fdae-4e6f-81ba-7dfee30d630d" providerId="AD"/>
  <p188:author id="{B93602E9-6DC3-21F4-35F4-C521A2FD612E}" name="Zoe Elfenbein" initials="ZE" userId="S::zelfenbe@linkedin.biz::a7c46163-b897-448f-b421-c61c2940329f" providerId="AD"/>
  <p188:author id="{C16C3AEC-82E1-E6AA-2063-8703FF8AA696}" name="Reza Kazmi" initials="RK" userId="S::rkazmi@linkedin.biz::998c74f2-162f-4701-9a4c-eba0f86957c2" providerId="AD"/>
  <p188:author id="{BDCAB5EF-5D80-B83C-6EB9-9F56E5706770}" name="Kristen Razo" initials="KR" userId="S::krazo@linkedin.biz::2ce883f3-c2f7-45bf-83dc-fd88408db011" providerId="AD"/>
  <p188:author id="{322E8EF7-255B-2B95-5A74-8E6943754572}" name="Mark Haner" initials="MH" userId="S::mhaner@linkedin.biz::7ba211e8-e89f-4c48-bd97-9243e9aa0928" providerId="AD"/>
  <p188:author id="{A3ADA6FE-72BD-4E36-EDDF-491BD2824AB7}" name="Francesca Lisi" initials="" userId="S::flisi@linkedin.biz::f9129b9c-6a64-4077-90fc-36f8caade57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6E1D"/>
    <a:srgbClr val="FFABAB"/>
    <a:srgbClr val="D9F2D0"/>
    <a:srgbClr val="DEF1D3"/>
    <a:srgbClr val="FFF2CC"/>
    <a:srgbClr val="86C269"/>
    <a:srgbClr val="4B545A"/>
    <a:srgbClr val="8D9293"/>
    <a:srgbClr val="C5E0FC"/>
    <a:srgbClr val="BA4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D340CA-1445-D4AB-A6A0-1F53FA74C24D}" v="3" dt="2026-04-17T09:57:39.491"/>
    <p1510:client id="{9687C18A-D282-3A47-8F2F-910E63837089}" v="350" dt="2026-04-17T10:01:27.2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9"/>
    <p:restoredTop sz="94690"/>
  </p:normalViewPr>
  <p:slideViewPr>
    <p:cSldViewPr snapToGrid="0">
      <p:cViewPr varScale="1">
        <p:scale>
          <a:sx n="29" d="100"/>
          <a:sy n="29" d="100"/>
        </p:scale>
        <p:origin x="88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notesMaster" Target="notesMasters/notesMaster1.xml"/><Relationship Id="rId42"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437005039596834E-3"/>
          <c:y val="1.9726858877086494E-2"/>
          <c:w val="0.99251259899208066"/>
          <c:h val="0.94233687405159328"/>
        </c:manualLayout>
      </c:layout>
      <c:barChart>
        <c:barDir val="col"/>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C147-4666-B0F3-082813A2A3B6}"/>
              </c:ext>
            </c:extLst>
          </c:dPt>
          <c:dPt>
            <c:idx val="7"/>
            <c:invertIfNegative val="0"/>
            <c:bubble3D val="0"/>
            <c:spPr>
              <a:solidFill>
                <a:schemeClr val="accent1"/>
              </a:solidFill>
              <a:ln>
                <a:noFill/>
              </a:ln>
            </c:spPr>
            <c:extLst>
              <c:ext xmlns:c16="http://schemas.microsoft.com/office/drawing/2014/chart" uri="{C3380CC4-5D6E-409C-BE32-E72D297353CC}">
                <c16:uniqueId val="{00000001-C147-4666-B0F3-082813A2A3B6}"/>
              </c:ext>
            </c:extLst>
          </c:dPt>
          <c:val>
            <c:numRef>
              <c:f>Sheet1!$A$1:$H$1</c:f>
              <c:numCache>
                <c:formatCode>General</c:formatCode>
                <c:ptCount val="8"/>
                <c:pt idx="0">
                  <c:v>55370213.939200006</c:v>
                </c:pt>
                <c:pt idx="1">
                  <c:v>42394514.201200008</c:v>
                </c:pt>
                <c:pt idx="2">
                  <c:v>40682234.171558313</c:v>
                </c:pt>
                <c:pt idx="3">
                  <c:v>40682234.171558321</c:v>
                </c:pt>
                <c:pt idx="4">
                  <c:v>42778393.31900759</c:v>
                </c:pt>
                <c:pt idx="5">
                  <c:v>43068964.698707581</c:v>
                </c:pt>
                <c:pt idx="6">
                  <c:v>45026188.553899862</c:v>
                </c:pt>
                <c:pt idx="7">
                  <c:v>45026188.553899884</c:v>
                </c:pt>
              </c:numCache>
            </c:numRef>
          </c:val>
          <c:extLst>
            <c:ext xmlns:c16="http://schemas.microsoft.com/office/drawing/2014/chart" uri="{C3380CC4-5D6E-409C-BE32-E72D297353CC}">
              <c16:uniqueId val="{00000002-C147-4666-B0F3-082813A2A3B6}"/>
            </c:ext>
          </c:extLst>
        </c:ser>
        <c:ser>
          <c:idx val="1"/>
          <c:order val="1"/>
          <c:spPr>
            <a:solidFill>
              <a:srgbClr val="C30C3E"/>
            </a:solidFill>
            <a:ln>
              <a:noFill/>
            </a:ln>
          </c:spPr>
          <c:invertIfNegative val="0"/>
          <c:dPt>
            <c:idx val="3"/>
            <c:invertIfNegative val="0"/>
            <c:bubble3D val="0"/>
            <c:spPr>
              <a:solidFill>
                <a:srgbClr val="5C993E"/>
              </a:solidFill>
              <a:ln>
                <a:noFill/>
              </a:ln>
            </c:spPr>
            <c:extLst>
              <c:ext xmlns:c16="http://schemas.microsoft.com/office/drawing/2014/chart" uri="{C3380CC4-5D6E-409C-BE32-E72D297353CC}">
                <c16:uniqueId val="{00000003-C147-4666-B0F3-082813A2A3B6}"/>
              </c:ext>
            </c:extLst>
          </c:dPt>
          <c:dPt>
            <c:idx val="4"/>
            <c:invertIfNegative val="0"/>
            <c:bubble3D val="0"/>
            <c:spPr>
              <a:solidFill>
                <a:srgbClr val="5C993E"/>
              </a:solidFill>
              <a:ln>
                <a:noFill/>
              </a:ln>
            </c:spPr>
            <c:extLst>
              <c:ext xmlns:c16="http://schemas.microsoft.com/office/drawing/2014/chart" uri="{C3380CC4-5D6E-409C-BE32-E72D297353CC}">
                <c16:uniqueId val="{00000004-C147-4666-B0F3-082813A2A3B6}"/>
              </c:ext>
            </c:extLst>
          </c:dPt>
          <c:dPt>
            <c:idx val="5"/>
            <c:invertIfNegative val="0"/>
            <c:bubble3D val="0"/>
            <c:spPr>
              <a:solidFill>
                <a:srgbClr val="5C993E"/>
              </a:solidFill>
              <a:ln>
                <a:noFill/>
              </a:ln>
            </c:spPr>
            <c:extLst>
              <c:ext xmlns:c16="http://schemas.microsoft.com/office/drawing/2014/chart" uri="{C3380CC4-5D6E-409C-BE32-E72D297353CC}">
                <c16:uniqueId val="{00000005-C147-4666-B0F3-082813A2A3B6}"/>
              </c:ext>
            </c:extLst>
          </c:dPt>
          <c:val>
            <c:numRef>
              <c:f>Sheet1!$A$2:$H$2</c:f>
              <c:numCache>
                <c:formatCode>General</c:formatCode>
                <c:ptCount val="8"/>
                <c:pt idx="1">
                  <c:v>12975699.737999998</c:v>
                </c:pt>
                <c:pt idx="2">
                  <c:v>1712280.0296416804</c:v>
                </c:pt>
                <c:pt idx="3">
                  <c:v>2096159.1474492624</c:v>
                </c:pt>
                <c:pt idx="4">
                  <c:v>290571.3796999976</c:v>
                </c:pt>
                <c:pt idx="5">
                  <c:v>2974329.1789000034</c:v>
                </c:pt>
                <c:pt idx="6">
                  <c:v>1017105.3237077221</c:v>
                </c:pt>
              </c:numCache>
            </c:numRef>
          </c:val>
          <c:extLst>
            <c:ext xmlns:c16="http://schemas.microsoft.com/office/drawing/2014/chart" uri="{C3380CC4-5D6E-409C-BE32-E72D297353CC}">
              <c16:uniqueId val="{00000006-C147-4666-B0F3-082813A2A3B6}"/>
            </c:ext>
          </c:extLst>
        </c:ser>
        <c:dLbls>
          <c:showLegendKey val="0"/>
          <c:showVal val="0"/>
          <c:showCatName val="0"/>
          <c:showSerName val="0"/>
          <c:showPercent val="0"/>
          <c:showBubbleSize val="0"/>
        </c:dLbls>
        <c:gapWidth val="80"/>
        <c:overlap val="100"/>
        <c:axId val="1522655103"/>
        <c:axId val="1"/>
      </c:barChart>
      <c:catAx>
        <c:axId val="152265510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5370213.939200006"/>
          <c:min val="0"/>
        </c:scaling>
        <c:delete val="1"/>
        <c:axPos val="l"/>
        <c:numFmt formatCode="General" sourceLinked="1"/>
        <c:majorTickMark val="out"/>
        <c:minorTickMark val="none"/>
        <c:tickLblPos val="nextTo"/>
        <c:crossAx val="1522655103"/>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9280378106418668E-3"/>
          <c:y val="1.9877675840978593E-2"/>
          <c:w val="0.98414392437871623"/>
          <c:h val="0.95833333333333337"/>
        </c:manualLayout>
      </c:layout>
      <c:barChart>
        <c:barDir val="col"/>
        <c:grouping val="stacked"/>
        <c:varyColors val="0"/>
        <c:ser>
          <c:idx val="0"/>
          <c:order val="0"/>
          <c:spPr>
            <a:noFill/>
            <a:ln>
              <a:noFill/>
            </a:ln>
          </c:spPr>
          <c:invertIfNegative val="0"/>
          <c:dPt>
            <c:idx val="0"/>
            <c:invertIfNegative val="0"/>
            <c:bubble3D val="0"/>
            <c:spPr>
              <a:solidFill>
                <a:srgbClr val="C0C0C0"/>
              </a:solidFill>
              <a:ln>
                <a:noFill/>
              </a:ln>
            </c:spPr>
            <c:extLst>
              <c:ext xmlns:c16="http://schemas.microsoft.com/office/drawing/2014/chart" uri="{C3380CC4-5D6E-409C-BE32-E72D297353CC}">
                <c16:uniqueId val="{00000000-1ACE-1C43-A76B-0BCF38E3901C}"/>
              </c:ext>
            </c:extLst>
          </c:dPt>
          <c:dPt>
            <c:idx val="5"/>
            <c:invertIfNegative val="0"/>
            <c:bubble3D val="0"/>
            <c:spPr>
              <a:solidFill>
                <a:schemeClr val="hlink"/>
              </a:solidFill>
              <a:ln>
                <a:noFill/>
              </a:ln>
            </c:spPr>
            <c:extLst>
              <c:ext xmlns:c16="http://schemas.microsoft.com/office/drawing/2014/chart" uri="{C3380CC4-5D6E-409C-BE32-E72D297353CC}">
                <c16:uniqueId val="{00000001-1ACE-1C43-A76B-0BCF38E3901C}"/>
              </c:ext>
            </c:extLst>
          </c:dPt>
          <c:val>
            <c:numRef>
              <c:f>Sheet1!$A$1:$F$1</c:f>
              <c:numCache>
                <c:formatCode>General</c:formatCode>
                <c:ptCount val="6"/>
                <c:pt idx="0">
                  <c:v>23500000</c:v>
                </c:pt>
                <c:pt idx="1">
                  <c:v>23500000</c:v>
                </c:pt>
                <c:pt idx="2">
                  <c:v>25600000</c:v>
                </c:pt>
                <c:pt idx="3">
                  <c:v>27200000</c:v>
                </c:pt>
                <c:pt idx="4">
                  <c:v>27200000</c:v>
                </c:pt>
                <c:pt idx="5">
                  <c:v>28000000</c:v>
                </c:pt>
              </c:numCache>
            </c:numRef>
          </c:val>
          <c:extLst>
            <c:ext xmlns:c16="http://schemas.microsoft.com/office/drawing/2014/chart" uri="{C3380CC4-5D6E-409C-BE32-E72D297353CC}">
              <c16:uniqueId val="{00000002-1ACE-1C43-A76B-0BCF38E3901C}"/>
            </c:ext>
          </c:extLst>
        </c:ser>
        <c:ser>
          <c:idx val="1"/>
          <c:order val="1"/>
          <c:spPr>
            <a:solidFill>
              <a:srgbClr val="007770"/>
            </a:solidFill>
            <a:ln>
              <a:noFill/>
            </a:ln>
          </c:spPr>
          <c:invertIfNegative val="0"/>
          <c:dPt>
            <c:idx val="3"/>
            <c:invertIfNegative val="0"/>
            <c:bubble3D val="0"/>
            <c:spPr>
              <a:solidFill>
                <a:schemeClr val="accent1"/>
              </a:solidFill>
              <a:ln>
                <a:noFill/>
              </a:ln>
            </c:spPr>
            <c:extLst>
              <c:ext xmlns:c16="http://schemas.microsoft.com/office/drawing/2014/chart" uri="{C3380CC4-5D6E-409C-BE32-E72D297353CC}">
                <c16:uniqueId val="{00000003-1ACE-1C43-A76B-0BCF38E3901C}"/>
              </c:ext>
            </c:extLst>
          </c:dPt>
          <c:dPt>
            <c:idx val="4"/>
            <c:invertIfNegative val="0"/>
            <c:bubble3D val="0"/>
            <c:spPr>
              <a:solidFill>
                <a:schemeClr val="accent1"/>
              </a:solidFill>
              <a:ln>
                <a:noFill/>
              </a:ln>
            </c:spPr>
            <c:extLst>
              <c:ext xmlns:c16="http://schemas.microsoft.com/office/drawing/2014/chart" uri="{C3380CC4-5D6E-409C-BE32-E72D297353CC}">
                <c16:uniqueId val="{00000004-1ACE-1C43-A76B-0BCF38E3901C}"/>
              </c:ext>
            </c:extLst>
          </c:dPt>
          <c:val>
            <c:numRef>
              <c:f>Sheet1!$A$2:$F$2</c:f>
              <c:numCache>
                <c:formatCode>General</c:formatCode>
                <c:ptCount val="6"/>
                <c:pt idx="1">
                  <c:v>2100000</c:v>
                </c:pt>
                <c:pt idx="2">
                  <c:v>1600000</c:v>
                </c:pt>
                <c:pt idx="3">
                  <c:v>0</c:v>
                </c:pt>
                <c:pt idx="4">
                  <c:v>800000</c:v>
                </c:pt>
              </c:numCache>
            </c:numRef>
          </c:val>
          <c:extLst>
            <c:ext xmlns:c16="http://schemas.microsoft.com/office/drawing/2014/chart" uri="{C3380CC4-5D6E-409C-BE32-E72D297353CC}">
              <c16:uniqueId val="{00000005-1ACE-1C43-A76B-0BCF38E3901C}"/>
            </c:ext>
          </c:extLst>
        </c:ser>
        <c:dLbls>
          <c:showLegendKey val="0"/>
          <c:showVal val="0"/>
          <c:showCatName val="0"/>
          <c:showSerName val="0"/>
          <c:showPercent val="0"/>
          <c:showBubbleSize val="0"/>
        </c:dLbls>
        <c:gapWidth val="80"/>
        <c:overlap val="100"/>
        <c:axId val="1513728063"/>
        <c:axId val="1"/>
      </c:barChart>
      <c:catAx>
        <c:axId val="151372806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8000000"/>
          <c:min val="0"/>
        </c:scaling>
        <c:delete val="0"/>
        <c:axPos val="l"/>
        <c:majorGridlines>
          <c:spPr>
            <a:ln>
              <a:noFill/>
            </a:ln>
          </c:spPr>
        </c:majorGridlines>
        <c:numFmt formatCode="General" sourceLinked="1"/>
        <c:majorTickMark val="none"/>
        <c:minorTickMark val="none"/>
        <c:tickLblPos val="none"/>
        <c:spPr>
          <a:ln>
            <a:noFill/>
          </a:ln>
        </c:spPr>
        <c:crossAx val="1513728063"/>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466988727858293E-2"/>
          <c:y val="2.5755324418028726E-2"/>
          <c:w val="0.97906602254428343"/>
          <c:h val="0.94254581475978205"/>
        </c:manualLayout>
      </c:layout>
      <c:barChart>
        <c:barDir val="col"/>
        <c:grouping val="clustered"/>
        <c:varyColors val="0"/>
        <c:ser>
          <c:idx val="0"/>
          <c:order val="0"/>
          <c:spPr>
            <a:solidFill>
              <a:schemeClr val="accent1"/>
            </a:solidFill>
            <a:ln>
              <a:noFill/>
            </a:ln>
          </c:spPr>
          <c:invertIfNegative val="0"/>
          <c:val>
            <c:numRef>
              <c:f>Sheet1!$A$1:$C$1</c:f>
              <c:numCache>
                <c:formatCode>General</c:formatCode>
                <c:ptCount val="3"/>
                <c:pt idx="0">
                  <c:v>50</c:v>
                </c:pt>
                <c:pt idx="1">
                  <c:v>5</c:v>
                </c:pt>
                <c:pt idx="2">
                  <c:v>45</c:v>
                </c:pt>
              </c:numCache>
            </c:numRef>
          </c:val>
          <c:extLst>
            <c:ext xmlns:c16="http://schemas.microsoft.com/office/drawing/2014/chart" uri="{C3380CC4-5D6E-409C-BE32-E72D297353CC}">
              <c16:uniqueId val="{00000000-3FB2-0C41-B28C-554529191A9F}"/>
            </c:ext>
          </c:extLst>
        </c:ser>
        <c:ser>
          <c:idx val="1"/>
          <c:order val="1"/>
          <c:spPr>
            <a:solidFill>
              <a:schemeClr val="accent2"/>
            </a:solidFill>
            <a:ln>
              <a:noFill/>
            </a:ln>
          </c:spPr>
          <c:invertIfNegative val="0"/>
          <c:val>
            <c:numRef>
              <c:f>Sheet1!$A$2:$C$2</c:f>
              <c:numCache>
                <c:formatCode>General</c:formatCode>
                <c:ptCount val="3"/>
                <c:pt idx="0">
                  <c:v>35</c:v>
                </c:pt>
                <c:pt idx="1">
                  <c:v>45</c:v>
                </c:pt>
                <c:pt idx="2">
                  <c:v>20</c:v>
                </c:pt>
              </c:numCache>
            </c:numRef>
          </c:val>
          <c:extLst>
            <c:ext xmlns:c16="http://schemas.microsoft.com/office/drawing/2014/chart" uri="{C3380CC4-5D6E-409C-BE32-E72D297353CC}">
              <c16:uniqueId val="{00000001-3FB2-0C41-B28C-554529191A9F}"/>
            </c:ext>
          </c:extLst>
        </c:ser>
        <c:dLbls>
          <c:showLegendKey val="0"/>
          <c:showVal val="0"/>
          <c:showCatName val="0"/>
          <c:showSerName val="0"/>
          <c:showPercent val="0"/>
          <c:showBubbleSize val="0"/>
        </c:dLbls>
        <c:gapWidth val="80"/>
        <c:axId val="1695767823"/>
        <c:axId val="1"/>
      </c:barChart>
      <c:catAx>
        <c:axId val="169576782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0"/>
          <c:min val="0"/>
        </c:scaling>
        <c:delete val="1"/>
        <c:axPos val="l"/>
        <c:numFmt formatCode="General" sourceLinked="1"/>
        <c:majorTickMark val="out"/>
        <c:minorTickMark val="none"/>
        <c:tickLblPos val="nextTo"/>
        <c:crossAx val="1695767823"/>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770031688546853E-2"/>
          <c:y val="2.5341130604288498E-2"/>
          <c:w val="0.97645993662290631"/>
          <c:h val="0.949317738791423"/>
        </c:manualLayout>
      </c:layout>
      <c:barChart>
        <c:barDir val="col"/>
        <c:grouping val="clustered"/>
        <c:varyColors val="0"/>
        <c:ser>
          <c:idx val="0"/>
          <c:order val="0"/>
          <c:spPr>
            <a:solidFill>
              <a:schemeClr val="accent1"/>
            </a:solidFill>
            <a:ln>
              <a:noFill/>
            </a:ln>
          </c:spPr>
          <c:invertIfNegative val="0"/>
          <c:val>
            <c:numRef>
              <c:f>Sheet1!$A$1:$C$1</c:f>
              <c:numCache>
                <c:formatCode>General</c:formatCode>
                <c:ptCount val="3"/>
                <c:pt idx="0">
                  <c:v>62</c:v>
                </c:pt>
                <c:pt idx="1">
                  <c:v>13</c:v>
                </c:pt>
                <c:pt idx="2">
                  <c:v>25</c:v>
                </c:pt>
              </c:numCache>
            </c:numRef>
          </c:val>
          <c:extLst>
            <c:ext xmlns:c16="http://schemas.microsoft.com/office/drawing/2014/chart" uri="{C3380CC4-5D6E-409C-BE32-E72D297353CC}">
              <c16:uniqueId val="{00000000-1FC7-5744-9C30-464061210EE3}"/>
            </c:ext>
          </c:extLst>
        </c:ser>
        <c:ser>
          <c:idx val="1"/>
          <c:order val="1"/>
          <c:spPr>
            <a:solidFill>
              <a:schemeClr val="accent2"/>
            </a:solidFill>
            <a:ln>
              <a:noFill/>
            </a:ln>
          </c:spPr>
          <c:invertIfNegative val="0"/>
          <c:val>
            <c:numRef>
              <c:f>Sheet1!$A$2:$C$2</c:f>
              <c:numCache>
                <c:formatCode>General</c:formatCode>
                <c:ptCount val="3"/>
                <c:pt idx="0">
                  <c:v>39</c:v>
                </c:pt>
                <c:pt idx="1">
                  <c:v>40</c:v>
                </c:pt>
                <c:pt idx="2">
                  <c:v>21</c:v>
                </c:pt>
              </c:numCache>
            </c:numRef>
          </c:val>
          <c:extLst>
            <c:ext xmlns:c16="http://schemas.microsoft.com/office/drawing/2014/chart" uri="{C3380CC4-5D6E-409C-BE32-E72D297353CC}">
              <c16:uniqueId val="{00000001-1FC7-5744-9C30-464061210EE3}"/>
            </c:ext>
          </c:extLst>
        </c:ser>
        <c:dLbls>
          <c:showLegendKey val="0"/>
          <c:showVal val="0"/>
          <c:showCatName val="0"/>
          <c:showSerName val="0"/>
          <c:showPercent val="0"/>
          <c:showBubbleSize val="0"/>
        </c:dLbls>
        <c:gapWidth val="80"/>
        <c:axId val="146052351"/>
        <c:axId val="1"/>
      </c:barChart>
      <c:catAx>
        <c:axId val="14605235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62"/>
          <c:min val="0"/>
        </c:scaling>
        <c:delete val="1"/>
        <c:axPos val="l"/>
        <c:numFmt formatCode="General" sourceLinked="1"/>
        <c:majorTickMark val="out"/>
        <c:minorTickMark val="none"/>
        <c:tickLblPos val="nextTo"/>
        <c:crossAx val="146052351"/>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770031688546853E-2"/>
          <c:y val="2.5341130604288498E-2"/>
          <c:w val="0.97645993662290631"/>
          <c:h val="0.949317738791423"/>
        </c:manualLayout>
      </c:layout>
      <c:barChart>
        <c:barDir val="col"/>
        <c:grouping val="clustered"/>
        <c:varyColors val="0"/>
        <c:ser>
          <c:idx val="0"/>
          <c:order val="0"/>
          <c:spPr>
            <a:solidFill>
              <a:schemeClr val="accent1"/>
            </a:solidFill>
            <a:ln>
              <a:noFill/>
            </a:ln>
          </c:spPr>
          <c:invertIfNegative val="0"/>
          <c:val>
            <c:numRef>
              <c:f>Sheet1!$A$1:$C$1</c:f>
              <c:numCache>
                <c:formatCode>General</c:formatCode>
                <c:ptCount val="3"/>
                <c:pt idx="0">
                  <c:v>33</c:v>
                </c:pt>
                <c:pt idx="1">
                  <c:v>0</c:v>
                </c:pt>
                <c:pt idx="2">
                  <c:v>64</c:v>
                </c:pt>
              </c:numCache>
            </c:numRef>
          </c:val>
          <c:extLst>
            <c:ext xmlns:c16="http://schemas.microsoft.com/office/drawing/2014/chart" uri="{C3380CC4-5D6E-409C-BE32-E72D297353CC}">
              <c16:uniqueId val="{00000000-30B7-B040-B8AC-34D5FD4BBEAC}"/>
            </c:ext>
          </c:extLst>
        </c:ser>
        <c:ser>
          <c:idx val="1"/>
          <c:order val="1"/>
          <c:spPr>
            <a:solidFill>
              <a:schemeClr val="accent2"/>
            </a:solidFill>
            <a:ln>
              <a:noFill/>
            </a:ln>
          </c:spPr>
          <c:invertIfNegative val="0"/>
          <c:val>
            <c:numRef>
              <c:f>Sheet1!$A$2:$C$2</c:f>
              <c:numCache>
                <c:formatCode>General</c:formatCode>
                <c:ptCount val="3"/>
                <c:pt idx="0">
                  <c:v>33</c:v>
                </c:pt>
                <c:pt idx="1">
                  <c:v>38</c:v>
                </c:pt>
                <c:pt idx="2">
                  <c:v>28.999999999999996</c:v>
                </c:pt>
              </c:numCache>
            </c:numRef>
          </c:val>
          <c:extLst>
            <c:ext xmlns:c16="http://schemas.microsoft.com/office/drawing/2014/chart" uri="{C3380CC4-5D6E-409C-BE32-E72D297353CC}">
              <c16:uniqueId val="{00000001-30B7-B040-B8AC-34D5FD4BBEAC}"/>
            </c:ext>
          </c:extLst>
        </c:ser>
        <c:dLbls>
          <c:showLegendKey val="0"/>
          <c:showVal val="0"/>
          <c:showCatName val="0"/>
          <c:showSerName val="0"/>
          <c:showPercent val="0"/>
          <c:showBubbleSize val="0"/>
        </c:dLbls>
        <c:gapWidth val="80"/>
        <c:axId val="221881647"/>
        <c:axId val="1"/>
      </c:barChart>
      <c:catAx>
        <c:axId val="22188164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64"/>
          <c:min val="0"/>
        </c:scaling>
        <c:delete val="1"/>
        <c:axPos val="l"/>
        <c:numFmt formatCode="General" sourceLinked="1"/>
        <c:majorTickMark val="out"/>
        <c:minorTickMark val="none"/>
        <c:tickLblPos val="nextTo"/>
        <c:crossAx val="221881647"/>
        <c:crosses val="min"/>
        <c:crossBetween val="between"/>
      </c:valAx>
    </c:plotArea>
    <c:plotVisOnly val="0"/>
    <c:dispBlanksAs val="gap"/>
    <c:showDLblsOverMax val="1"/>
  </c:chart>
  <c:externalData r:id="rId1">
    <c:autoUpdate val="0"/>
  </c:externalData>
</c:chartSpace>
</file>

<file path=ppt/comments/modernComment_7FFFFAFE_EA9E41C7.xml><?xml version="1.0" encoding="utf-8"?>
<p188:cmLst xmlns:a="http://schemas.openxmlformats.org/drawingml/2006/main" xmlns:r="http://schemas.openxmlformats.org/officeDocument/2006/relationships" xmlns:p188="http://schemas.microsoft.com/office/powerpoint/2018/8/main">
  <p188:cm id="{B215317D-1984-4116-B0BE-5870A591BD8A}" authorId="{127A1BE1-DD23-E2EB-858F-FED753F4A9B0}" status="resolved" created="2026-02-10T04:48:07.231" complete="100000">
    <ac:deMkLst xmlns:ac="http://schemas.microsoft.com/office/drawing/2013/main/command">
      <pc:docMk xmlns:pc="http://schemas.microsoft.com/office/powerpoint/2013/main/command"/>
      <pc:sldMk xmlns:pc="http://schemas.microsoft.com/office/powerpoint/2013/main/command" cId="3936240071" sldId="2147482366"/>
      <ac:graphicFrameMk id="226" creationId="{64A3CBDD-554B-2B3B-C21D-B59ECB4FEDAB}"/>
    </ac:deMkLst>
    <p188:replyLst>
      <p188:reply id="{8C07D506-A4EF-47BE-AD63-05B0EC83706A}" authorId="{589E4EC1-5D05-5194-6EF2-ED6F5B6CA857}" created="2026-02-12T18:28:46.662">
        <p188:txBody>
          <a:bodyPr/>
          <a:lstStyle/>
          <a:p>
            <a:r>
              <a:rPr lang="en-US"/>
              <a:t>This is embedded In the $2.1M and the broader capture rate---we expect across discounting and small unit churn that we’ll see ~15% degradation vs. full price change. Performance is actually 88% capture rate so we are seeing less unit churn / discounting than expected</a:t>
            </a:r>
          </a:p>
        </p188:txBody>
      </p188:reply>
    </p188:replyLst>
    <p188:txBody>
      <a:bodyPr/>
      <a:lstStyle/>
      <a:p>
        <a:r>
          <a:rPr lang="en-US"/>
          <a:t>how much of unit churn do we think was influenced by price.</a:t>
        </a:r>
      </a:p>
    </p188:txBody>
  </p188:cm>
  <p188:cm id="{36C75386-9ABA-4FD4-9AAD-50343A587702}" authorId="{127A1BE1-DD23-E2EB-858F-FED753F4A9B0}" status="resolved" created="2026-02-10T04:49:40.480" complete="100000">
    <ac:txMkLst xmlns:ac="http://schemas.microsoft.com/office/drawing/2013/main/command">
      <pc:docMk xmlns:pc="http://schemas.microsoft.com/office/powerpoint/2013/main/command"/>
      <pc:sldMk xmlns:pc="http://schemas.microsoft.com/office/powerpoint/2013/main/command" cId="3936240071" sldId="2147482366"/>
      <ac:spMk id="216" creationId="{1720E8D2-D1F0-E6A6-F0F0-9CAD84487B01}"/>
      <ac:txMk cp="68" len="29">
        <ac:context len="481" hash="3522202956"/>
      </ac:txMk>
    </ac:txMkLst>
    <p188:pos x="10097814" y="838200"/>
    <p188:replyLst>
      <p188:reply id="{DE1C14B6-9C75-48AA-AF53-4F1C4DE011A1}" authorId="{589E4EC1-5D05-5194-6EF2-ED6F5B6CA857}" created="2026-02-12T18:29:06.347">
        <p188:txBody>
          <a:bodyPr/>
          <a:lstStyle/>
          <a:p>
            <a:r>
              <a:rPr lang="en-US"/>
              <a:t>Clarified line  / bar chat the distinction</a:t>
            </a:r>
          </a:p>
        </p188:txBody>
      </p188:reply>
    </p188:replyLst>
    <p188:txBody>
      <a:bodyPr/>
      <a:lstStyle/>
      <a:p>
        <a:r>
          <a:rPr lang="en-US"/>
          <a:t>what was the dollar value attributed to the partial effect so we can compare it to price increase leverage to confirm it is accretive and by how much.</a:t>
        </a:r>
      </a:p>
    </p188:txBody>
  </p188:cm>
</p188:cmLst>
</file>

<file path=ppt/comments/modernComment_7FFFFB0E_F00A410D.xml><?xml version="1.0" encoding="utf-8"?>
<p188:cmLst xmlns:a="http://schemas.openxmlformats.org/drawingml/2006/main" xmlns:r="http://schemas.openxmlformats.org/officeDocument/2006/relationships" xmlns:p188="http://schemas.microsoft.com/office/powerpoint/2018/8/main">
  <p188:cm id="{DA32DD56-8A2F-4B12-A792-2ADBC9970E5C}" authorId="{127A1BE1-DD23-E2EB-858F-FED753F4A9B0}" status="resolved" created="2026-02-10T04:54:28.199" complete="100000">
    <ac:deMkLst xmlns:ac="http://schemas.microsoft.com/office/drawing/2013/main/command">
      <pc:docMk xmlns:pc="http://schemas.microsoft.com/office/powerpoint/2013/main/command"/>
      <pc:sldMk xmlns:pc="http://schemas.microsoft.com/office/powerpoint/2013/main/command" cId="4027203853" sldId="2147482382"/>
      <ac:spMk id="10" creationId="{50608D5F-20EF-DD5A-7AB4-5B30CA661408}"/>
    </ac:deMkLst>
    <p188:txBody>
      <a:bodyPr/>
      <a:lstStyle/>
      <a:p>
        <a:r>
          <a:rPr lang="en-US"/>
          <a:t>good discussion topic.</a:t>
        </a:r>
      </a:p>
    </p188:txBody>
  </p188:cm>
  <p188:cm id="{5A22C3FD-5713-44F8-8F24-7A74CA868D61}" authorId="{127A1BE1-DD23-E2EB-858F-FED753F4A9B0}" created="2026-02-10T05:03:08.359">
    <pc:sldMkLst xmlns:pc="http://schemas.microsoft.com/office/powerpoint/2013/main/command">
      <pc:docMk/>
      <pc:sldMk cId="4027203853" sldId="2147482382"/>
    </pc:sldMkLst>
    <p188:txBody>
      <a:bodyPr/>
      <a:lstStyle/>
      <a:p>
        <a:r>
          <a:rPr lang="en-US"/>
          <a:t>Do we know which products are showing the renewal problems?  Has the product mix changed?</a:t>
        </a:r>
      </a:p>
    </p188:txBody>
  </p188:cm>
  <p188:cm id="{ED438ABE-321F-41CB-B7D1-E9614E651A1F}" authorId="{D28999BC-2B86-1CD9-E50B-4BD383152DD9}" created="2026-02-12T21:44:10.235">
    <ac:txMkLst xmlns:ac="http://schemas.microsoft.com/office/drawing/2013/main/command">
      <pc:docMk xmlns:pc="http://schemas.microsoft.com/office/powerpoint/2013/main/command"/>
      <pc:sldMk xmlns:pc="http://schemas.microsoft.com/office/powerpoint/2013/main/command" cId="4027203853" sldId="2147482382"/>
      <ac:graphicFrameMk id="12" creationId="{A30E8CCD-1E5A-3503-9416-BAC5AFB200FA}"/>
      <ac:tblMk/>
      <ac:tcMk rowId="2765082426" colId="3731796094"/>
      <ac:txMk cp="0">
        <ac:context len="1" hash="13"/>
      </ac:txMk>
    </ac:txMkLst>
    <p188:pos x="22059605" y="2680438"/>
    <p188:replyLst>
      <p188:reply id="{0208F377-08AB-45D3-8734-CDCDEFA03E4D}" authorId="{589E4EC1-5D05-5194-6EF2-ED6F5B6CA857}" created="2026-02-17T15:22:30.653">
        <p188:txBody>
          <a:bodyPr/>
          <a:lstStyle/>
          <a:p>
            <a:r>
              <a:rPr lang="en-US"/>
              <a:t>The YoY trends are based on YoY over the same time period (ie, through Feb 9 for 2025 vs. 2026) not quarter over quarter
That said, I have heard that this may be driven by some early spring cleaning on top of some weaker pilots</a:t>
            </a:r>
          </a:p>
        </p188:txBody>
        <p188:extLst>
          <p:ext xmlns:p="http://schemas.openxmlformats.org/presentationml/2006/main" uri="{57CB4572-C831-44C2-8A1C-0ADB6CCDFE69}">
            <p223:reactions xmlns:p223="http://schemas.microsoft.com/office/powerpoint/2022/03/main">
              <p223:rxn type="👍">
                <p223:instance time="2026-02-17T21:30:31.806" authorId="{D28999BC-2B86-1CD9-E50B-4BD383152DD9}"/>
              </p223:rxn>
            </p223:reactions>
          </p:ext>
        </p188:extLst>
      </p188:reply>
      <p188:reply id="{18CA024B-6BE5-4D1D-9E5A-9137290DE1D2}" authorId="{D28999BC-2B86-1CD9-E50B-4BD383152DD9}" created="2026-02-17T21:30:29.899">
        <p188:txBody>
          <a:bodyPr/>
          <a:lstStyle/>
          <a:p>
            <a:r>
              <a:rPr lang="en-US"/>
              <a:t>Thanks for the clarification, Chris! As of today, I am seeing RIG at 72% QTD, so hopefully the YoY gap is actually a bit smaller than when this data was pulled.</a:t>
            </a:r>
          </a:p>
        </p188:txBody>
      </p188:reply>
      <p188:reply id="{585A8F61-1081-4C06-9148-1B1C77CF7BE1}" authorId="{D28999BC-2B86-1CD9-E50B-4BD383152DD9}" created="2026-02-17T23:22:15.317">
        <p188:txBody>
          <a:bodyPr/>
          <a:lstStyle/>
          <a:p>
            <a:r>
              <a:rPr lang="en-US"/>
              <a:t>Btw, I looked at what RIG was from Jan 1 to Feb 9 in FY25 and getting ~57%. So this year we are up about 12ppt according to my data</a:t>
            </a:r>
          </a:p>
        </p188:txBody>
      </p188:reply>
      <p188:reply id="{5C15DD01-7A59-4345-AD88-9797788A16CA}" authorId="{589E4EC1-5D05-5194-6EF2-ED6F5B6CA857}" created="2026-02-18T14:46:52.997">
        <p188:txBody>
          <a:bodyPr/>
          <a:lstStyle/>
          <a:p>
            <a:r>
              <a:rPr lang="en-US"/>
              <a:t>[@Joel Churnin] Which field are you using to align the dates? I’ve been using date_sk.
Query below:
---------------------
----Renewal RIG--------
---------------------
WITH renewals_raw AS (
    SELECT 
        xlob.fiscal_year, 
        xlob.fiscal_quarter, 
        CASE WHEN xlob.top_level_sales_region = 'EMEA' THEN 'EMEAL'
        WHEN xlob.top_level_sales_region = 'LATAM' THEN 'EMEAL'
        ELSE xlob.top_level_sales_region END as region,
        xlob.status,
        xlob.customer_urn,
        xlob.opportunity_urn,
        xlob.merged_segment,
        xlob.opp_count_flag,
        sum(xlob.renewal_target_amount_usd) as rta,
        sum(xlob.field_booking_amount_usd_yearly) as field_bookings
    FROM u_salesbi.xlob_bookings xlob
    WHERE 1=1
	    --AND lower(xlob.opportunity_lob) = 'lts'
        AND xlob.status IN ('Closed Won','Closed Disengaged')
        AND upper(xlob.opportunity_type) IN ('PILOT RENEWAL')
        AND xlob.plan_opp_type IN ('TAE')
        AND xlob.fiscal_year IN (2025)
        AND xlob.fiscal_quarter IN ('Q3')
        AND xlob.date_sk &lt;= DATE '2025-02-09'
        AND xlob.date_sk &gt;= DATE '2025-01-01'
       -- AND xlob.opportunity_type IN ('Pilot')
        AND xlob.sales_org IN ('GSA')
    GROUP BY 1,2,3,4,5,6,7,8    
)
SELECT 
	fiscal_year,
	fiscal_quarter,
	region,
	SUM(rta) as RTA,
    SUM(field_bookings) as field_bookings,
    SUM(field_bookings)/SUM(rta) as RIG
FROM renewals_raw
	GROUP BY 1,2,3
	ORDER BY 3 DESC;</a:t>
            </a:r>
          </a:p>
        </p188:txBody>
      </p188:reply>
    </p188:replyLst>
    <p188:txBody>
      <a:bodyPr/>
      <a:lstStyle/>
      <a:p>
        <a:r>
          <a:rPr lang="en-US"/>
          <a:t>Its normal to see a RIG and Conversion Rate decline from Q2 to Q3 based on historical Pilot Renewal seasonality. E.g. in our plan, we expected NAMER GSA TAE RIG to be 86% in Q2 and 71% in Q3 - so I wouldn't consider this to be a sign of new softness.  </a:t>
        </a:r>
      </a:p>
    </p188:txBody>
    <p188:extLst>
      <p:ext xmlns:p="http://schemas.openxmlformats.org/presentationml/2006/main" uri="{57CB4572-C831-44C2-8A1C-0ADB6CCDFE69}">
        <p223:reactions xmlns:p223="http://schemas.microsoft.com/office/powerpoint/2022/03/main">
          <p223:rxn type="👍">
            <p223:instance time="2026-02-16T17:13:15.933" authorId="{A3ADA6FE-72BD-4E36-EDDF-491BD2824AB7}"/>
          </p223:rxn>
        </p223:reactions>
      </p:ext>
    </p188:extLst>
  </p188:cm>
  <p188:cm id="{40D9B7E5-82C2-498D-AC08-127977839993}" authorId="{A3ADA6FE-72BD-4E36-EDDF-491BD2824AB7}" created="2026-02-16T17:14:29.123">
    <ac:txMkLst xmlns:ac="http://schemas.microsoft.com/office/drawing/2013/main/command">
      <pc:docMk xmlns:pc="http://schemas.microsoft.com/office/powerpoint/2013/main/command"/>
      <pc:sldMk xmlns:pc="http://schemas.microsoft.com/office/powerpoint/2013/main/command" cId="4027203853" sldId="2147482382"/>
      <ac:graphicFrameMk id="12" creationId="{A30E8CCD-1E5A-3503-9416-BAC5AFB200FA}"/>
      <ac:tblMk/>
      <ac:tcMk rowId="3217922156" colId="3731796094"/>
      <ac:txMk cp="0">
        <ac:context len="1" hash="13"/>
      </ac:txMk>
    </ac:txMkLst>
    <p188:pos x="21982220" y="3899462"/>
    <p188:replyLst>
      <p188:reply id="{0BA757EB-7326-4F90-B528-3C69D83407CD}" authorId="{589E4EC1-5D05-5194-6EF2-ED6F5B6CA857}" created="2026-02-17T15:24:38.258">
        <p188:txBody>
          <a:bodyPr/>
          <a:lstStyle/>
          <a:p>
            <a:r>
              <a:rPr lang="en-US"/>
              <a:t>Note the YoY is based over the same time period (ie, comparing through Feb 9 2026 vs. 2025). However, it’s been called out that this could be due to heavier “spring cleaning” up top this year vs. last year
[@Francesca Lisi] if there are other insights on the trend YoY, would love to hear any</a:t>
            </a:r>
          </a:p>
        </p188:txBody>
      </p188:reply>
    </p188:replyLst>
    <p188:txBody>
      <a:bodyPr/>
      <a:lstStyle/>
      <a:p>
        <a:r>
          <a:rPr lang="en-IE"/>
          <a:t>Completely fine due to seasonality Q2 vs Q3</a:t>
        </a:r>
      </a:p>
    </p188:txBody>
  </p188:cm>
</p188:cmLst>
</file>

<file path=ppt/comments/modernComment_7FFFFB0F_8603AA72.xml><?xml version="1.0" encoding="utf-8"?>
<p188:cmLst xmlns:a="http://schemas.openxmlformats.org/drawingml/2006/main" xmlns:r="http://schemas.openxmlformats.org/officeDocument/2006/relationships" xmlns:p188="http://schemas.microsoft.com/office/powerpoint/2018/8/main">
  <p188:cm id="{9FF6387F-1850-40F5-AB03-CF729B7462E7}" authorId="{127A1BE1-DD23-E2EB-858F-FED753F4A9B0}" status="resolved" created="2026-02-10T04:59:36.900" complete="100000">
    <pc:sldMkLst xmlns:pc="http://schemas.microsoft.com/office/powerpoint/2013/main/command">
      <pc:docMk/>
      <pc:sldMk cId="2248387186" sldId="2147482383"/>
    </pc:sldMkLst>
    <p188:replyLst>
      <p188:reply id="{2C443C44-CCE7-4EB8-8472-A502BFF5EE77}" authorId="{589E4EC1-5D05-5194-6EF2-ED6F5B6CA857}" created="2026-02-12T18:26:14.055">
        <p188:txBody>
          <a:bodyPr/>
          <a:lstStyle/>
          <a:p>
            <a:r>
              <a:rPr lang="en-US"/>
              <a:t>Confirmed with Esteban that unit churn as we call out is unit churn distinct from price change (ie, the $4.3M includes unit churn impact from price changes)</a:t>
            </a:r>
          </a:p>
        </p188:txBody>
      </p188:reply>
    </p188:replyLst>
    <p188:txBody>
      <a:bodyPr/>
      <a:lstStyle/>
      <a:p>
        <a:r>
          <a:rPr lang="en-US"/>
          <a:t>anyway we could show unit churn in this view to connect to earlier slide?</a:t>
        </a:r>
      </a:p>
    </p188:txBody>
  </p188:cm>
</p188:cmLst>
</file>

<file path=ppt/comments/modernComment_7FFFFB3B_FD3D91A.xml><?xml version="1.0" encoding="utf-8"?>
<p188:cmLst xmlns:a="http://schemas.openxmlformats.org/drawingml/2006/main" xmlns:r="http://schemas.openxmlformats.org/officeDocument/2006/relationships" xmlns:p188="http://schemas.microsoft.com/office/powerpoint/2018/8/main">
  <p188:cm id="{37352157-7C1B-494F-BCFC-F841097F9501}" authorId="{127A1BE1-DD23-E2EB-858F-FED753F4A9B0}" status="resolved" created="2026-02-10T04:58:11.304" complete="100000">
    <ac:txMkLst xmlns:ac="http://schemas.microsoft.com/office/drawing/2013/main/command">
      <pc:docMk xmlns:pc="http://schemas.microsoft.com/office/powerpoint/2013/main/command"/>
      <pc:sldMk xmlns:pc="http://schemas.microsoft.com/office/powerpoint/2013/main/command" cId="265541914" sldId="2147482427"/>
      <ac:spMk id="10" creationId="{169C54E0-C01A-0218-7C64-3382AFF1DC74}"/>
      <ac:txMk cp="0" len="136">
        <ac:context len="137" hash="3037252806"/>
      </ac:txMk>
    </ac:txMkLst>
    <p188:pos x="13908310" y="1066800"/>
    <p188:replyLst>
      <p188:reply id="{131EC184-932B-4D0A-8179-C7FE3B4E7F7A}" authorId="{589E4EC1-5D05-5194-6EF2-ED6F5B6CA857}" created="2026-02-10T20:50:47.725">
        <p188:txBody>
          <a:bodyPr/>
          <a:lstStyle/>
          <a:p>
            <a:r>
              <a:rPr lang="en-US"/>
              <a:t>Helpful—will factor this into the waterfall slide</a:t>
            </a:r>
          </a:p>
        </p188:txBody>
      </p188:reply>
    </p188:replyLst>
    <p188:txBody>
      <a:bodyPr/>
      <a:lstStyle/>
      <a:p>
        <a:r>
          <a:rPr lang="en-US"/>
          <a:t>lbp is exploring a myd auto renewal option so it can allow us to drive more opt ins. </a:t>
        </a:r>
      </a:p>
    </p188:txBody>
    <p188:extLst>
      <p:ext xmlns:p="http://schemas.openxmlformats.org/presentationml/2006/main" uri="{57CB4572-C831-44C2-8A1C-0ADB6CCDFE69}">
        <p223:reactions xmlns:p223="http://schemas.microsoft.com/office/powerpoint/2022/03/main">
          <p223:rxn type="👍">
            <p223:instance time="2026-02-10T20:49:58.816" authorId="{589E4EC1-5D05-5194-6EF2-ED6F5B6CA857}"/>
          </p223:rxn>
        </p223:reactions>
      </p:ext>
    </p188:extLst>
  </p188:cm>
</p188:cmLst>
</file>

<file path=ppt/comments/modernComment_7FFFFB3F_9CA3D2B4.xml><?xml version="1.0" encoding="utf-8"?>
<p188:cmLst xmlns:a="http://schemas.openxmlformats.org/drawingml/2006/main" xmlns:r="http://schemas.openxmlformats.org/officeDocument/2006/relationships" xmlns:p188="http://schemas.microsoft.com/office/powerpoint/2018/8/main">
  <p188:cm id="{39F8441B-19DD-4FF1-980F-2DAEEDB7DF7B}" authorId="{403C6A63-6BCE-E038-F210-E5AB69394694}" created="2026-02-13T18:07:12.953">
    <ac:deMkLst xmlns:ac="http://schemas.microsoft.com/office/drawing/2013/main/command">
      <pc:docMk xmlns:pc="http://schemas.microsoft.com/office/powerpoint/2013/main/command"/>
      <pc:sldMk xmlns:pc="http://schemas.microsoft.com/office/powerpoint/2013/main/command" cId="2627982004" sldId="2147482431"/>
      <ac:spMk id="33" creationId="{398B3A39-559C-4554-45EA-93175968411E}"/>
    </ac:deMkLst>
    <p188:replyLst>
      <p188:reply id="{3319EB0E-95B0-45CF-814B-0BB69CE2F205}" authorId="{305788DF-8514-ED6E-E629-04D16C8B5739}" created="2026-02-16T09:34:36.079">
        <p188:txBody>
          <a:bodyPr/>
          <a:lstStyle/>
          <a:p>
            <a:r>
              <a:rPr lang="en-US"/>
              <a:t>Correct [@Travis Galdieri] this was specifically pointed out by your reps. But also TAE reps are mentioning of times where their customers are reaching back out to them to get help on onboarding / where they have been unscessful reaching out to the AD, so there is something here we can flesh out to curb any underutilisation correlated to activation. We have some great enablement planned by Chris &amp; team to help on the positioning front. (We see 2 different behvaiors by region which I can talk to tomorrow) 
The bigger focus will be on the overutilisation bucket, where we can further increase Y1 bookings (which 1 and 2 will help drive)</a:t>
            </a:r>
          </a:p>
        </p188:txBody>
      </p188:reply>
    </p188:replyLst>
    <p188:txBody>
      <a:bodyPr/>
      <a:lstStyle/>
      <a:p>
        <a:r>
          <a:rPr lang="en-US"/>
          <a:t>my guess is the underutilized net new HEPs are due to the HEPs being positioned mostly as a price savings tool "look you can get unlimited use for a year by only paying this much more (or sometimes even less depending on how it's positioned)"</a:t>
        </a:r>
      </a:p>
    </p188:txBody>
  </p188:cm>
</p188:cmLst>
</file>

<file path=ppt/comments/modernComment_7FFFFB27_66DF7F7.xml><?xml version="1.0" encoding="utf-8"?>
<p188:cmLst xmlns:a="http://schemas.openxmlformats.org/drawingml/2006/main" xmlns:r="http://schemas.openxmlformats.org/officeDocument/2006/relationships" xmlns:p188="http://schemas.microsoft.com/office/powerpoint/2018/8/main">
  <p188:cm id="{E055B567-6435-4D4F-936D-2859C6163A10}" authorId="{305788DF-8514-ED6E-E629-04D16C8B5739}" created="2026-02-18T08:35:17.777" startDate="2026-02-18T08:35:17.777" dueDate="2026-02-18T08:35:17.777" assignedTo="{5C5AB0B1-BE71-724B-067F-31313AE4ED4F}" title="FYI @Jason Powers">
    <ac:txMkLst xmlns:ac="http://schemas.microsoft.com/office/drawing/2013/main/command">
      <pc:docMk xmlns:pc="http://schemas.microsoft.com/office/powerpoint/2013/main/command"/>
      <pc:sldMk xmlns:pc="http://schemas.microsoft.com/office/powerpoint/2013/main/command" cId="107870199" sldId="2147482407"/>
      <ac:spMk id="8" creationId="{3406C090-D070-A700-4141-DD9FC0844BEA}"/>
      <ac:txMk cp="0" len="13">
        <ac:context len="14" hash="4260833229"/>
      </ac:txMk>
    </ac:txMkLst>
    <p188:pos x="7089620" y="363522"/>
    <p188:txBody>
      <a:bodyPr/>
      <a:lstStyle/>
      <a:p>
        <a:r>
          <a:rPr lang="en-US"/>
          <a:t>FYI [@Jason Powers] </a:t>
        </a:r>
      </a:p>
    </p188:txBody>
    <p188:extLst>
      <p:ext xmlns:p="http://schemas.openxmlformats.org/presentationml/2006/main" uri="{5BB2D875-25FF-4072-B9AC-8F64D62656EB}">
        <p228:taskDetails xmlns:p228="http://schemas.microsoft.com/office/powerpoint/2022/08/main">
          <p228:history>
            <p228:event time="2026-02-18T08:35:17.777" id="{EB1F7717-E994-4B72-A8E6-B64CF6066573}">
              <p228:atrbtn authorId="{305788DF-8514-ED6E-E629-04D16C8B5739}"/>
              <p228:anchr>
                <p228:comment id="{E055B567-6435-4D4F-936D-2859C6163A10}"/>
              </p228:anchr>
              <p228:add/>
            </p228:event>
            <p228:event time="2026-02-18T08:35:17.777" id="{FE17B8B7-9AEE-4008-8778-151F72A44386}">
              <p228:atrbtn authorId="{305788DF-8514-ED6E-E629-04D16C8B5739}"/>
              <p228:anchr>
                <p228:comment id="{E055B567-6435-4D4F-936D-2859C6163A10}"/>
              </p228:anchr>
              <p228:asgn authorId="{5C5AB0B1-BE71-724B-067F-31313AE4ED4F}"/>
            </p228:event>
            <p228:event time="2026-02-18T08:35:17.777" id="{5928D82F-E015-44B1-BC52-FB459E936045}">
              <p228:atrbtn authorId="{305788DF-8514-ED6E-E629-04D16C8B5739}"/>
              <p228:anchr>
                <p228:comment id="{E055B567-6435-4D4F-936D-2859C6163A10}"/>
              </p228:anchr>
              <p228:title val="FYI @Jason Powers"/>
            </p228:event>
            <p228:event time="2026-02-18T08:35:17.777" id="{E6F7C147-9A40-4D46-B9D3-96DE14FFCEAF}">
              <p228:atrbtn authorId="{305788DF-8514-ED6E-E629-04D16C8B5739}"/>
              <p228:anchr>
                <p228:comment id="{E055B567-6435-4D4F-936D-2859C6163A10}"/>
              </p228:anchr>
              <p228:date stDt="2026-02-18T08:35:17.777" endDt="2026-02-18T08:35:17.777"/>
            </p228:event>
          </p228:history>
        </p228:taskDetails>
      </p:ext>
    </p188:extLst>
  </p188:cm>
</p188:cmLst>
</file>

<file path=ppt/comments/modernComment_7FFFFB29_3B03E8.xml><?xml version="1.0" encoding="utf-8"?>
<p188:cmLst xmlns:a="http://schemas.openxmlformats.org/drawingml/2006/main" xmlns:r="http://schemas.openxmlformats.org/officeDocument/2006/relationships" xmlns:p188="http://schemas.microsoft.com/office/powerpoint/2018/8/main">
  <p188:cm id="{4F090895-A09C-1C46-8CE0-2074F500CD9C}" authorId="{305788DF-8514-ED6E-E629-04D16C8B5739}" created="2026-04-17T10:16:25.260">
    <pc:sldMkLst xmlns:pc="http://schemas.microsoft.com/office/powerpoint/2013/main/command">
      <pc:docMk/>
      <pc:sldMk cId="3867624" sldId="2147482409"/>
    </pc:sldMkLst>
    <p188:txBody>
      <a:bodyPr/>
      <a:lstStyle/>
      <a:p>
        <a:r>
          <a:rPr lang="en-US"/>
          <a:t>GSA numbers currently showing $0.8M renewals which is incorrect - flagged to MOPexanalytics</a:t>
        </a:r>
      </a:p>
    </p188:txBody>
  </p188:cm>
</p188:cmLst>
</file>

<file path=ppt/comments/modernComment_7FFFFB40_A5A65758.xml><?xml version="1.0" encoding="utf-8"?>
<p188:cmLst xmlns:a="http://schemas.openxmlformats.org/drawingml/2006/main" xmlns:r="http://schemas.openxmlformats.org/officeDocument/2006/relationships" xmlns:p188="http://schemas.microsoft.com/office/powerpoint/2018/8/main">
  <p188:cm id="{50EF3DE6-3030-40CA-A5B0-03B7246B7BFB}" authorId="{403C6A63-6BCE-E038-F210-E5AB69394694}" created="2026-02-13T18:00:03.194">
    <ac:deMkLst xmlns:ac="http://schemas.microsoft.com/office/drawing/2013/main/command">
      <pc:docMk xmlns:pc="http://schemas.microsoft.com/office/powerpoint/2013/main/command"/>
      <pc:sldMk xmlns:pc="http://schemas.microsoft.com/office/powerpoint/2013/main/command" cId="2779141976" sldId="2147482432"/>
      <ac:spMk id="12" creationId="{059E7B6B-85D2-D123-2E3F-1F1880C5BE8D}"/>
    </ac:deMkLst>
    <p188:replyLst>
      <p188:reply id="{AA1D94F5-7DD6-49AD-B4F1-CDFBBA000A5D}" authorId="{589E4EC1-5D05-5194-6EF2-ED6F5B6CA857}" created="2026-02-17T15:19:13.233">
        <p188:txBody>
          <a:bodyPr/>
          <a:lstStyle/>
          <a:p>
            <a:r>
              <a:rPr lang="en-US"/>
              <a:t>Building into the MyBizDash is the end goal. We are still validating the data and ensuring it works for reps in this half. Once we do so, we’ll work with the teams to integrate that so reps have once source of truth</a:t>
            </a:r>
          </a:p>
        </p188:txBody>
      </p188:reply>
    </p188:replyLst>
    <p188:txBody>
      <a:bodyPr/>
      <a:lstStyle/>
      <a:p>
        <a:r>
          <a:rPr lang="en-US"/>
          <a:t>I wonder if we can build this into existing prioritization dashboards/tooling</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1F4562C-3161-CBFB-D6C3-49A76285759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EDD3E37-08FD-E9EF-3F41-FF24EE824C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F1F4DF-5797-4169-8EAE-D8F3C0A23D47}" type="datetimeFigureOut">
              <a:rPr lang="en-US" smtClean="0"/>
              <a:t>4/23/2026</a:t>
            </a:fld>
            <a:endParaRPr lang="en-US"/>
          </a:p>
        </p:txBody>
      </p:sp>
      <p:sp>
        <p:nvSpPr>
          <p:cNvPr id="4" name="Footer Placeholder 3">
            <a:extLst>
              <a:ext uri="{FF2B5EF4-FFF2-40B4-BE49-F238E27FC236}">
                <a16:creationId xmlns:a16="http://schemas.microsoft.com/office/drawing/2014/main" id="{0DED8EFF-E623-2CD6-A9FE-96A05ACB2B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21F645B-7006-F04F-D759-35CA2F8C11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A75C0D-AC5A-48AE-907C-7C57D4DB3E0E}" type="slidenum">
              <a:rPr lang="en-US" smtClean="0"/>
              <a:t>‹#›</a:t>
            </a:fld>
            <a:endParaRPr lang="en-US"/>
          </a:p>
        </p:txBody>
      </p:sp>
    </p:spTree>
    <p:extLst>
      <p:ext uri="{BB962C8B-B14F-4D97-AF65-F5344CB8AC3E}">
        <p14:creationId xmlns:p14="http://schemas.microsoft.com/office/powerpoint/2010/main" val="35218272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A36852-EB7C-634D-924F-96924F149FAA}"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5060AD-A416-3648-84B4-39AE9FAF1E1D}" type="slidenum">
              <a:rPr lang="en-US" smtClean="0"/>
              <a:t>‹#›</a:t>
            </a:fld>
            <a:endParaRPr lang="en-US"/>
          </a:p>
        </p:txBody>
      </p:sp>
    </p:spTree>
    <p:extLst>
      <p:ext uri="{BB962C8B-B14F-4D97-AF65-F5344CB8AC3E}">
        <p14:creationId xmlns:p14="http://schemas.microsoft.com/office/powerpoint/2010/main" val="1302622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5060AD-A416-3648-84B4-39AE9FAF1E1D}" type="slidenum">
              <a:rPr lang="en-US" smtClean="0"/>
              <a:t>2</a:t>
            </a:fld>
            <a:endParaRPr lang="en-US"/>
          </a:p>
        </p:txBody>
      </p:sp>
    </p:spTree>
    <p:extLst>
      <p:ext uri="{BB962C8B-B14F-4D97-AF65-F5344CB8AC3E}">
        <p14:creationId xmlns:p14="http://schemas.microsoft.com/office/powerpoint/2010/main" val="1233196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sz="7200">
              <a:ea typeface="Source Sans Pro" charset="0"/>
              <a:cs typeface="Source Sans Pro" charset="0"/>
            </a:endParaRPr>
          </a:p>
          <a:p>
            <a:endParaRPr lang="en-US" b="0"/>
          </a:p>
        </p:txBody>
      </p:sp>
      <p:sp>
        <p:nvSpPr>
          <p:cNvPr id="4" name="Slide Number Placeholder 3"/>
          <p:cNvSpPr>
            <a:spLocks noGrp="1"/>
          </p:cNvSpPr>
          <p:nvPr>
            <p:ph type="sldNum" sz="quarter" idx="5"/>
          </p:nvPr>
        </p:nvSpPr>
        <p:spPr/>
        <p:txBody>
          <a:bodyPr/>
          <a:lstStyle/>
          <a:p>
            <a:pPr defTabSz="942337">
              <a:defRPr/>
            </a:pPr>
            <a:fld id="{6C528159-1B8D-AA4E-B029-EAC82009EB07}" type="slidenum">
              <a:rPr lang="en-US">
                <a:solidFill>
                  <a:prstClr val="black"/>
                </a:solidFill>
                <a:latin typeface="Community Light"/>
              </a:rPr>
              <a:pPr defTabSz="942337">
                <a:defRPr/>
              </a:pPr>
              <a:t>3</a:t>
            </a:fld>
            <a:endParaRPr lang="en-US">
              <a:solidFill>
                <a:prstClr val="black"/>
              </a:solidFill>
              <a:latin typeface="Community Light"/>
            </a:endParaRPr>
          </a:p>
        </p:txBody>
      </p:sp>
    </p:spTree>
    <p:extLst>
      <p:ext uri="{BB962C8B-B14F-4D97-AF65-F5344CB8AC3E}">
        <p14:creationId xmlns:p14="http://schemas.microsoft.com/office/powerpoint/2010/main" val="1396392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8FD05-6803-569D-5291-D6BF8FFAD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C4BF9-7A3D-6681-02C1-9203406A2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7F188-B0FF-59E8-7A83-4AF88C2234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a:effectLst/>
                <a:latin typeface="Aptos"/>
                <a:ea typeface="Aptos"/>
                <a:cs typeface="Aptos"/>
              </a:rPr>
              <a:t>Would </a:t>
            </a:r>
            <a:r>
              <a:rPr lang="en-US" sz="1800" kern="1200" err="1">
                <a:solidFill>
                  <a:schemeClr val="tx1"/>
                </a:solidFill>
                <a:effectLst/>
                <a:latin typeface="+mn-lt"/>
                <a:ea typeface="+mn-ea"/>
                <a:cs typeface="+mn-cs"/>
              </a:rPr>
              <a:t>lbp</a:t>
            </a:r>
            <a:r>
              <a:rPr lang="en-US" sz="1800" kern="1200">
                <a:solidFill>
                  <a:schemeClr val="tx1"/>
                </a:solidFill>
                <a:effectLst/>
                <a:latin typeface="+mn-lt"/>
                <a:ea typeface="+mn-ea"/>
                <a:cs typeface="+mn-cs"/>
              </a:rPr>
              <a:t> is exploring a </a:t>
            </a:r>
            <a:r>
              <a:rPr lang="en-US" sz="1800" kern="1200" err="1">
                <a:solidFill>
                  <a:schemeClr val="tx1"/>
                </a:solidFill>
                <a:effectLst/>
                <a:latin typeface="+mn-lt"/>
                <a:ea typeface="+mn-ea"/>
                <a:cs typeface="+mn-cs"/>
              </a:rPr>
              <a:t>myd</a:t>
            </a:r>
            <a:r>
              <a:rPr lang="en-US" sz="1800" kern="1200">
                <a:solidFill>
                  <a:schemeClr val="tx1"/>
                </a:solidFill>
                <a:effectLst/>
                <a:latin typeface="+mn-lt"/>
                <a:ea typeface="+mn-ea"/>
                <a:cs typeface="+mn-cs"/>
              </a:rPr>
              <a:t> auto renewal option so it can allow us to drive more opt ins help us short up more auto renewals?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Capture rate is GSA is 85%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1106E44-59BA-1A69-36D6-4EAC3BD1F69E}"/>
              </a:ext>
            </a:extLst>
          </p:cNvPr>
          <p:cNvSpPr>
            <a:spLocks noGrp="1"/>
          </p:cNvSpPr>
          <p:nvPr>
            <p:ph type="sldNum" sz="quarter" idx="5"/>
          </p:nvPr>
        </p:nvSpPr>
        <p:spPr/>
        <p:txBody>
          <a:bodyPr/>
          <a:lstStyle/>
          <a:p>
            <a:pPr marL="0" marR="0" lvl="0" indent="0" algn="r" defTabSz="914446" rtl="0" eaLnBrk="1" fontAlgn="auto" latinLnBrk="0" hangingPunct="1">
              <a:lnSpc>
                <a:spcPct val="100000"/>
              </a:lnSpc>
              <a:spcBef>
                <a:spcPts val="0"/>
              </a:spcBef>
              <a:spcAft>
                <a:spcPts val="0"/>
              </a:spcAft>
              <a:buClrTx/>
              <a:buSzTx/>
              <a:buFontTx/>
              <a:buNone/>
              <a:tabLst/>
              <a:defRPr/>
            </a:pPr>
            <a:fld id="{6C528159-1B8D-AA4E-B029-EAC82009EB07}" type="slidenum">
              <a:rPr kumimoji="0" lang="en-US" sz="1200" b="0" i="0" u="none" strike="noStrike" kern="1200" cap="none" spc="0" normalizeH="0" baseline="0" noProof="0" smtClean="0">
                <a:ln>
                  <a:noFill/>
                </a:ln>
                <a:solidFill>
                  <a:prstClr val="black"/>
                </a:solidFill>
                <a:effectLst/>
                <a:uLnTx/>
                <a:uFillTx/>
                <a:latin typeface="Community Light"/>
                <a:ea typeface="+mn-ea"/>
                <a:cs typeface="+mn-cs"/>
              </a:rPr>
              <a:pPr marL="0" marR="0" lvl="0" indent="0" algn="r" defTabSz="914446"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ommunity Light"/>
              <a:ea typeface="+mn-ea"/>
              <a:cs typeface="+mn-cs"/>
            </a:endParaRPr>
          </a:p>
        </p:txBody>
      </p:sp>
    </p:spTree>
    <p:extLst>
      <p:ext uri="{BB962C8B-B14F-4D97-AF65-F5344CB8AC3E}">
        <p14:creationId xmlns:p14="http://schemas.microsoft.com/office/powerpoint/2010/main" val="2422070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3F2DE-AD06-EE26-1A2E-E44DA831C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407DA-9A50-C08E-DF23-72ED270401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19F31-1F54-7F2C-DA4B-13C07B46EFDD}"/>
              </a:ext>
            </a:extLst>
          </p:cNvPr>
          <p:cNvSpPr>
            <a:spLocks noGrp="1"/>
          </p:cNvSpPr>
          <p:nvPr>
            <p:ph type="body" idx="1"/>
          </p:nvPr>
        </p:nvSpPr>
        <p:spPr/>
        <p:txBody>
          <a:bodyPr/>
          <a:lstStyle/>
          <a:p>
            <a:endParaRPr lang="en-GB" sz="1800">
              <a:effectLst/>
              <a:latin typeface="Aptos"/>
              <a:ea typeface="Aptos"/>
              <a:cs typeface="Aptos"/>
            </a:endParaRPr>
          </a:p>
        </p:txBody>
      </p:sp>
      <p:sp>
        <p:nvSpPr>
          <p:cNvPr id="4" name="Slide Number Placeholder 3">
            <a:extLst>
              <a:ext uri="{FF2B5EF4-FFF2-40B4-BE49-F238E27FC236}">
                <a16:creationId xmlns:a16="http://schemas.microsoft.com/office/drawing/2014/main" id="{D7358186-E561-E3FE-8F67-BF5F3135AACD}"/>
              </a:ext>
            </a:extLst>
          </p:cNvPr>
          <p:cNvSpPr>
            <a:spLocks noGrp="1"/>
          </p:cNvSpPr>
          <p:nvPr>
            <p:ph type="sldNum" sz="quarter" idx="5"/>
          </p:nvPr>
        </p:nvSpPr>
        <p:spPr/>
        <p:txBody>
          <a:bodyPr/>
          <a:lstStyle/>
          <a:p>
            <a:pPr marL="0" marR="0" lvl="0" indent="0" algn="r" defTabSz="914446" rtl="0" eaLnBrk="1" fontAlgn="auto" latinLnBrk="0" hangingPunct="1">
              <a:lnSpc>
                <a:spcPct val="100000"/>
              </a:lnSpc>
              <a:spcBef>
                <a:spcPts val="0"/>
              </a:spcBef>
              <a:spcAft>
                <a:spcPts val="0"/>
              </a:spcAft>
              <a:buClrTx/>
              <a:buSzTx/>
              <a:buFontTx/>
              <a:buNone/>
              <a:tabLst/>
              <a:defRPr/>
            </a:pPr>
            <a:fld id="{6C528159-1B8D-AA4E-B029-EAC82009EB07}" type="slidenum">
              <a:rPr kumimoji="0" lang="en-US" sz="1200" b="0" i="0" u="none" strike="noStrike" kern="1200" cap="none" spc="0" normalizeH="0" baseline="0" noProof="0" smtClean="0">
                <a:ln>
                  <a:noFill/>
                </a:ln>
                <a:solidFill>
                  <a:prstClr val="black"/>
                </a:solidFill>
                <a:effectLst/>
                <a:uLnTx/>
                <a:uFillTx/>
                <a:latin typeface="Community Light"/>
                <a:ea typeface="+mn-ea"/>
                <a:cs typeface="+mn-cs"/>
              </a:rPr>
              <a:pPr marL="0" marR="0" lvl="0" indent="0" algn="r" defTabSz="914446"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ommunity Light"/>
              <a:ea typeface="+mn-ea"/>
              <a:cs typeface="+mn-cs"/>
            </a:endParaRPr>
          </a:p>
        </p:txBody>
      </p:sp>
    </p:spTree>
    <p:extLst>
      <p:ext uri="{BB962C8B-B14F-4D97-AF65-F5344CB8AC3E}">
        <p14:creationId xmlns:p14="http://schemas.microsoft.com/office/powerpoint/2010/main" val="2438860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3C403-26DC-B5C3-D754-5B78A1FA6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914F0-F500-BD36-0D9E-775892ADC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966FE9-6E21-1DE9-83BF-2952A0B0F1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0D95B2-8675-F1F6-7445-7DE66CB3A72A}"/>
              </a:ext>
            </a:extLst>
          </p:cNvPr>
          <p:cNvSpPr>
            <a:spLocks noGrp="1"/>
          </p:cNvSpPr>
          <p:nvPr>
            <p:ph type="sldNum" sz="quarter" idx="5"/>
          </p:nvPr>
        </p:nvSpPr>
        <p:spPr/>
        <p:txBody>
          <a:bodyPr/>
          <a:lstStyle/>
          <a:p>
            <a:fld id="{E45060AD-A416-3648-84B4-39AE9FAF1E1D}" type="slidenum">
              <a:rPr lang="en-US" smtClean="0"/>
              <a:t>7</a:t>
            </a:fld>
            <a:endParaRPr lang="en-US"/>
          </a:p>
        </p:txBody>
      </p:sp>
    </p:spTree>
    <p:extLst>
      <p:ext uri="{BB962C8B-B14F-4D97-AF65-F5344CB8AC3E}">
        <p14:creationId xmlns:p14="http://schemas.microsoft.com/office/powerpoint/2010/main" val="1443762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8FE3E-DA0B-1607-1EA1-4E7524D17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ABA5A3-EDB4-B68D-28C1-4E959657E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F559A3-CBEE-4B68-2C9B-EC91C1716506}"/>
              </a:ext>
            </a:extLst>
          </p:cNvPr>
          <p:cNvSpPr>
            <a:spLocks noGrp="1"/>
          </p:cNvSpPr>
          <p:nvPr>
            <p:ph type="body" idx="1"/>
          </p:nvPr>
        </p:nvSpPr>
        <p:spPr/>
        <p:txBody>
          <a:bodyPr/>
          <a:lstStyle/>
          <a:p>
            <a:r>
              <a:rPr lang="en-US" sz="1200" kern="1200" err="1">
                <a:solidFill>
                  <a:schemeClr val="tx1"/>
                </a:solidFill>
                <a:effectLst/>
                <a:latin typeface="+mn-lt"/>
                <a:ea typeface="+mn-ea"/>
                <a:cs typeface="+mn-cs"/>
              </a:rPr>
              <a:t>lbp</a:t>
            </a:r>
            <a:r>
              <a:rPr lang="en-US" sz="1200" kern="1200">
                <a:solidFill>
                  <a:schemeClr val="tx1"/>
                </a:solidFill>
                <a:effectLst/>
                <a:latin typeface="+mn-lt"/>
                <a:ea typeface="+mn-ea"/>
                <a:cs typeface="+mn-cs"/>
              </a:rPr>
              <a:t> is exploring a </a:t>
            </a:r>
            <a:r>
              <a:rPr lang="en-US" sz="1200" kern="1200" err="1">
                <a:solidFill>
                  <a:schemeClr val="tx1"/>
                </a:solidFill>
                <a:effectLst/>
                <a:latin typeface="+mn-lt"/>
                <a:ea typeface="+mn-ea"/>
                <a:cs typeface="+mn-cs"/>
              </a:rPr>
              <a:t>myd</a:t>
            </a:r>
            <a:r>
              <a:rPr lang="en-US" sz="1200" kern="1200">
                <a:solidFill>
                  <a:schemeClr val="tx1"/>
                </a:solidFill>
                <a:effectLst/>
                <a:latin typeface="+mn-lt"/>
                <a:ea typeface="+mn-ea"/>
                <a:cs typeface="+mn-cs"/>
              </a:rPr>
              <a:t> auto renewal option so it can allow us to drive more opt ins. </a:t>
            </a:r>
          </a:p>
        </p:txBody>
      </p:sp>
      <p:sp>
        <p:nvSpPr>
          <p:cNvPr id="4" name="Slide Number Placeholder 3">
            <a:extLst>
              <a:ext uri="{FF2B5EF4-FFF2-40B4-BE49-F238E27FC236}">
                <a16:creationId xmlns:a16="http://schemas.microsoft.com/office/drawing/2014/main" id="{66D7BA3E-DFAC-ADEF-4E0F-7DB7C026A766}"/>
              </a:ext>
            </a:extLst>
          </p:cNvPr>
          <p:cNvSpPr>
            <a:spLocks noGrp="1"/>
          </p:cNvSpPr>
          <p:nvPr>
            <p:ph type="sldNum" sz="quarter" idx="5"/>
          </p:nvPr>
        </p:nvSpPr>
        <p:spPr/>
        <p:txBody>
          <a:bodyPr/>
          <a:lstStyle/>
          <a:p>
            <a:fld id="{E45060AD-A416-3648-84B4-39AE9FAF1E1D}" type="slidenum">
              <a:rPr lang="en-US" smtClean="0"/>
              <a:t>8</a:t>
            </a:fld>
            <a:endParaRPr lang="en-US"/>
          </a:p>
        </p:txBody>
      </p:sp>
    </p:spTree>
    <p:extLst>
      <p:ext uri="{BB962C8B-B14F-4D97-AF65-F5344CB8AC3E}">
        <p14:creationId xmlns:p14="http://schemas.microsoft.com/office/powerpoint/2010/main" val="3022498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A808-2282-0227-D940-9E5B7B048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30235-FBE3-50C5-F918-818EA67BE1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76115B-D9D3-A953-BD1D-835DC228BF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3935A7-D6E7-8C14-AA34-325866CAE7CE}"/>
              </a:ext>
            </a:extLst>
          </p:cNvPr>
          <p:cNvSpPr>
            <a:spLocks noGrp="1"/>
          </p:cNvSpPr>
          <p:nvPr>
            <p:ph type="sldNum" sz="quarter" idx="5"/>
          </p:nvPr>
        </p:nvSpPr>
        <p:spPr/>
        <p:txBody>
          <a:bodyPr/>
          <a:lstStyle/>
          <a:p>
            <a:fld id="{E45060AD-A416-3648-84B4-39AE9FAF1E1D}" type="slidenum">
              <a:rPr lang="en-US" smtClean="0"/>
              <a:t>9</a:t>
            </a:fld>
            <a:endParaRPr lang="en-US"/>
          </a:p>
        </p:txBody>
      </p:sp>
    </p:spTree>
    <p:extLst>
      <p:ext uri="{BB962C8B-B14F-4D97-AF65-F5344CB8AC3E}">
        <p14:creationId xmlns:p14="http://schemas.microsoft.com/office/powerpoint/2010/main" val="618271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E45060AD-A416-3648-84B4-39AE9FAF1E1D}" type="slidenum">
              <a:rPr lang="en-US" smtClean="0"/>
              <a:t>11</a:t>
            </a:fld>
            <a:endParaRPr lang="en-US"/>
          </a:p>
        </p:txBody>
      </p:sp>
    </p:spTree>
    <p:extLst>
      <p:ext uri="{BB962C8B-B14F-4D97-AF65-F5344CB8AC3E}">
        <p14:creationId xmlns:p14="http://schemas.microsoft.com/office/powerpoint/2010/main" val="2491603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b="1">
              <a:ea typeface="Calibri"/>
              <a:cs typeface="Calibri"/>
            </a:endParaRPr>
          </a:p>
        </p:txBody>
      </p:sp>
      <p:sp>
        <p:nvSpPr>
          <p:cNvPr id="4" name="Slide Number Placeholder 3"/>
          <p:cNvSpPr>
            <a:spLocks noGrp="1"/>
          </p:cNvSpPr>
          <p:nvPr>
            <p:ph type="sldNum" sz="quarter" idx="5"/>
          </p:nvPr>
        </p:nvSpPr>
        <p:spPr/>
        <p:txBody>
          <a:bodyPr/>
          <a:lstStyle/>
          <a:p>
            <a:fld id="{E45060AD-A416-3648-84B4-39AE9FAF1E1D}" type="slidenum">
              <a:rPr lang="en-US" smtClean="0"/>
              <a:t>12</a:t>
            </a:fld>
            <a:endParaRPr lang="en-US"/>
          </a:p>
        </p:txBody>
      </p:sp>
    </p:spTree>
    <p:extLst>
      <p:ext uri="{BB962C8B-B14F-4D97-AF65-F5344CB8AC3E}">
        <p14:creationId xmlns:p14="http://schemas.microsoft.com/office/powerpoint/2010/main" val="862895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E45060AD-A416-3648-84B4-39AE9FAF1E1D}" type="slidenum">
              <a:rPr lang="en-US" smtClean="0"/>
              <a:t>13</a:t>
            </a:fld>
            <a:endParaRPr lang="en-US"/>
          </a:p>
        </p:txBody>
      </p:sp>
    </p:spTree>
    <p:extLst>
      <p:ext uri="{BB962C8B-B14F-4D97-AF65-F5344CB8AC3E}">
        <p14:creationId xmlns:p14="http://schemas.microsoft.com/office/powerpoint/2010/main" val="396344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0">
          <a:extLst>
            <a:ext uri="{FF2B5EF4-FFF2-40B4-BE49-F238E27FC236}">
              <a16:creationId xmlns:a16="http://schemas.microsoft.com/office/drawing/2014/main" id="{D352A1D5-914E-2AC9-7E75-D18F0221C927}"/>
            </a:ext>
          </a:extLst>
        </p:cNvPr>
        <p:cNvGrpSpPr/>
        <p:nvPr/>
      </p:nvGrpSpPr>
      <p:grpSpPr>
        <a:xfrm>
          <a:off x="0" y="0"/>
          <a:ext cx="0" cy="0"/>
          <a:chOff x="0" y="0"/>
          <a:chExt cx="0" cy="0"/>
        </a:xfrm>
      </p:grpSpPr>
      <p:sp>
        <p:nvSpPr>
          <p:cNvPr id="3051" name="Google Shape;3051;g3a78b522aa8_3_1315:notes">
            <a:extLst>
              <a:ext uri="{FF2B5EF4-FFF2-40B4-BE49-F238E27FC236}">
                <a16:creationId xmlns:a16="http://schemas.microsoft.com/office/drawing/2014/main" id="{9B71F416-92C1-6605-FBCF-F577E9B69196}"/>
              </a:ext>
            </a:extLst>
          </p:cNvPr>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endParaRPr lang="en-US">
              <a:ea typeface="Calibri"/>
              <a:cs typeface="Calibri"/>
            </a:endParaRPr>
          </a:p>
        </p:txBody>
      </p:sp>
      <p:sp>
        <p:nvSpPr>
          <p:cNvPr id="3052" name="Google Shape;3052;g3a78b522aa8_3_1315:notes">
            <a:extLst>
              <a:ext uri="{FF2B5EF4-FFF2-40B4-BE49-F238E27FC236}">
                <a16:creationId xmlns:a16="http://schemas.microsoft.com/office/drawing/2014/main" id="{7D46D293-0EEE-CC19-E45C-B184F3F69524}"/>
              </a:ext>
            </a:extLst>
          </p:cNvPr>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6738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b="1">
              <a:ea typeface="Calibri"/>
              <a:cs typeface="Calibri"/>
            </a:endParaRPr>
          </a:p>
        </p:txBody>
      </p:sp>
      <p:sp>
        <p:nvSpPr>
          <p:cNvPr id="4" name="Slide Number Placeholder 3"/>
          <p:cNvSpPr>
            <a:spLocks noGrp="1"/>
          </p:cNvSpPr>
          <p:nvPr>
            <p:ph type="sldNum" sz="quarter" idx="5"/>
          </p:nvPr>
        </p:nvSpPr>
        <p:spPr/>
        <p:txBody>
          <a:bodyPr/>
          <a:lstStyle/>
          <a:p>
            <a:fld id="{C9FA93D1-39F9-B84B-8C2D-C8DC4B064F01}" type="slidenum">
              <a:rPr lang="en-US" smtClean="0"/>
              <a:t>15</a:t>
            </a:fld>
            <a:endParaRPr lang="en-US"/>
          </a:p>
        </p:txBody>
      </p:sp>
    </p:spTree>
    <p:extLst>
      <p:ext uri="{BB962C8B-B14F-4D97-AF65-F5344CB8AC3E}">
        <p14:creationId xmlns:p14="http://schemas.microsoft.com/office/powerpoint/2010/main" val="1367576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4F7E5-80DF-065B-EA28-0ECAC533E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330A6-B5A5-A50B-6193-857C20B4E0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9867D7-A20C-B545-D5B4-0D38324A94A6}"/>
              </a:ext>
            </a:extLst>
          </p:cNvPr>
          <p:cNvSpPr>
            <a:spLocks noGrp="1"/>
          </p:cNvSpPr>
          <p:nvPr>
            <p:ph type="body" idx="1"/>
          </p:nvPr>
        </p:nvSpPr>
        <p:spPr/>
        <p:txBody>
          <a:bodyPr/>
          <a:lstStyle/>
          <a:p>
            <a:endParaRPr lang="en-IE">
              <a:ea typeface="Calibri"/>
              <a:cs typeface="Calibri"/>
            </a:endParaRPr>
          </a:p>
        </p:txBody>
      </p:sp>
      <p:sp>
        <p:nvSpPr>
          <p:cNvPr id="4" name="Slide Number Placeholder 3">
            <a:extLst>
              <a:ext uri="{FF2B5EF4-FFF2-40B4-BE49-F238E27FC236}">
                <a16:creationId xmlns:a16="http://schemas.microsoft.com/office/drawing/2014/main" id="{95566BBE-82B2-558E-2B55-4624B4B99E9A}"/>
              </a:ext>
            </a:extLst>
          </p:cNvPr>
          <p:cNvSpPr>
            <a:spLocks noGrp="1"/>
          </p:cNvSpPr>
          <p:nvPr>
            <p:ph type="sldNum" sz="quarter" idx="5"/>
          </p:nvPr>
        </p:nvSpPr>
        <p:spPr/>
        <p:txBody>
          <a:bodyPr/>
          <a:lstStyle/>
          <a:p>
            <a:fld id="{E45060AD-A416-3648-84B4-39AE9FAF1E1D}" type="slidenum">
              <a:rPr lang="en-US" smtClean="0"/>
              <a:t>16</a:t>
            </a:fld>
            <a:endParaRPr lang="en-US"/>
          </a:p>
        </p:txBody>
      </p:sp>
    </p:spTree>
    <p:extLst>
      <p:ext uri="{BB962C8B-B14F-4D97-AF65-F5344CB8AC3E}">
        <p14:creationId xmlns:p14="http://schemas.microsoft.com/office/powerpoint/2010/main" val="1488248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E8185-1002-51BF-9127-5543C9235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68231A-E9BD-CC8C-671F-C953E6B50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FD139-9088-85AC-9C28-A55643C9F00E}"/>
              </a:ext>
            </a:extLst>
          </p:cNvPr>
          <p:cNvSpPr>
            <a:spLocks noGrp="1"/>
          </p:cNvSpPr>
          <p:nvPr>
            <p:ph type="body" idx="1"/>
          </p:nvPr>
        </p:nvSpPr>
        <p:spPr/>
        <p:txBody>
          <a:bodyPr/>
          <a:lstStyle/>
          <a:p>
            <a:endParaRPr lang="en-IE" b="1">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731566D8-CE1A-886E-E377-CDC07BA9ABD7}"/>
              </a:ext>
            </a:extLst>
          </p:cNvPr>
          <p:cNvSpPr>
            <a:spLocks noGrp="1"/>
          </p:cNvSpPr>
          <p:nvPr>
            <p:ph type="sldNum" sz="quarter" idx="5"/>
          </p:nvPr>
        </p:nvSpPr>
        <p:spPr/>
        <p:txBody>
          <a:bodyPr/>
          <a:lstStyle/>
          <a:p>
            <a:fld id="{E45060AD-A416-3648-84B4-39AE9FAF1E1D}" type="slidenum">
              <a:rPr lang="en-US" smtClean="0"/>
              <a:t>17</a:t>
            </a:fld>
            <a:endParaRPr lang="en-US"/>
          </a:p>
        </p:txBody>
      </p:sp>
    </p:spTree>
    <p:extLst>
      <p:ext uri="{BB962C8B-B14F-4D97-AF65-F5344CB8AC3E}">
        <p14:creationId xmlns:p14="http://schemas.microsoft.com/office/powerpoint/2010/main" val="35462095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5337C-605C-AC05-3340-42072ED04A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6127F-4F1F-EE62-66B0-7DBF29F76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CF7F1-A577-6C0D-F2DF-66146A828606}"/>
              </a:ext>
            </a:extLst>
          </p:cNvPr>
          <p:cNvSpPr>
            <a:spLocks noGrp="1"/>
          </p:cNvSpPr>
          <p:nvPr>
            <p:ph type="body" idx="1"/>
          </p:nvPr>
        </p:nvSpPr>
        <p:spPr/>
        <p:txBody>
          <a:bodyPr/>
          <a:lstStyle/>
          <a:p>
            <a:endParaRPr lang="en-IE" b="1">
              <a:ea typeface="Calibri"/>
              <a:cs typeface="Calibri"/>
            </a:endParaRPr>
          </a:p>
        </p:txBody>
      </p:sp>
      <p:sp>
        <p:nvSpPr>
          <p:cNvPr id="4" name="Slide Number Placeholder 3">
            <a:extLst>
              <a:ext uri="{FF2B5EF4-FFF2-40B4-BE49-F238E27FC236}">
                <a16:creationId xmlns:a16="http://schemas.microsoft.com/office/drawing/2014/main" id="{FC35D78B-6628-0C4F-DD03-38866813A45B}"/>
              </a:ext>
            </a:extLst>
          </p:cNvPr>
          <p:cNvSpPr>
            <a:spLocks noGrp="1"/>
          </p:cNvSpPr>
          <p:nvPr>
            <p:ph type="sldNum" sz="quarter" idx="5"/>
          </p:nvPr>
        </p:nvSpPr>
        <p:spPr/>
        <p:txBody>
          <a:bodyPr/>
          <a:lstStyle/>
          <a:p>
            <a:fld id="{E45060AD-A416-3648-84B4-39AE9FAF1E1D}" type="slidenum">
              <a:rPr lang="en-US" smtClean="0"/>
              <a:t>18</a:t>
            </a:fld>
            <a:endParaRPr lang="en-US"/>
          </a:p>
        </p:txBody>
      </p:sp>
    </p:spTree>
    <p:extLst>
      <p:ext uri="{BB962C8B-B14F-4D97-AF65-F5344CB8AC3E}">
        <p14:creationId xmlns:p14="http://schemas.microsoft.com/office/powerpoint/2010/main" val="1146746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1264D-0C4F-0BF4-6935-8DF1302C4C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DE99F-5B00-C3BE-1EC1-4AFAF1AD38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B41C905-703F-E417-67B7-A256664029D0}"/>
              </a:ext>
            </a:extLst>
          </p:cNvPr>
          <p:cNvSpPr>
            <a:spLocks noGrp="1"/>
          </p:cNvSpPr>
          <p:nvPr>
            <p:ph type="body" idx="1"/>
          </p:nvPr>
        </p:nvSpPr>
        <p:spPr/>
        <p:txBody>
          <a:bodyPr/>
          <a:lstStyle/>
          <a:p>
            <a:pPr>
              <a:defRPr/>
            </a:pPr>
            <a:r>
              <a:rPr lang="en-US">
                <a:ea typeface="Calibri"/>
                <a:cs typeface="Calibri"/>
              </a:rPr>
              <a:t>Data excludes closed disengaged deals</a:t>
            </a:r>
            <a:br>
              <a:rPr lang="en-US">
                <a:ea typeface="Calibri"/>
                <a:cs typeface="Calibri"/>
              </a:rPr>
            </a:br>
            <a:br>
              <a:rPr lang="en-US">
                <a:ea typeface="Calibri"/>
                <a:cs typeface="Calibri"/>
              </a:rPr>
            </a:br>
            <a:r>
              <a:rPr lang="en-US" err="1">
                <a:ea typeface="Calibri"/>
                <a:cs typeface="Calibri"/>
              </a:rPr>
              <a:t>LiHA</a:t>
            </a:r>
            <a:r>
              <a:rPr lang="en-US">
                <a:ea typeface="Calibri"/>
                <a:cs typeface="Calibri"/>
              </a:rPr>
              <a:t>/RPS+ deals seeing higher RIG:</a:t>
            </a:r>
            <a:br>
              <a:rPr lang="en-US">
                <a:ea typeface="Calibri"/>
                <a:cs typeface="Calibri"/>
              </a:rPr>
            </a:br>
            <a:r>
              <a:rPr lang="en-US">
                <a:ea typeface="Calibri"/>
                <a:cs typeface="Calibri"/>
              </a:rPr>
              <a:t>Of MYD renewals where MYD -&gt; MYD, 13% were </a:t>
            </a:r>
            <a:r>
              <a:rPr lang="en-US" err="1">
                <a:ea typeface="Calibri"/>
                <a:cs typeface="Calibri"/>
              </a:rPr>
              <a:t>LiHA</a:t>
            </a:r>
            <a:r>
              <a:rPr lang="en-US">
                <a:ea typeface="Calibri"/>
                <a:cs typeface="Calibri"/>
              </a:rPr>
              <a:t>/RPS+ deals.  Overall RIG for these deals was 7ppt higher (1.08 vs non-LIHA/RPS+ 1.00).</a:t>
            </a:r>
          </a:p>
          <a:p>
            <a:pPr>
              <a:defRPr/>
            </a:pPr>
            <a:r>
              <a:rPr lang="en-US">
                <a:ea typeface="Calibri"/>
                <a:cs typeface="Calibri"/>
              </a:rPr>
              <a:t>Of MYD conversions where SYD-&gt;MYD, 10% were </a:t>
            </a:r>
            <a:r>
              <a:rPr lang="en-US" err="1">
                <a:ea typeface="Calibri"/>
                <a:cs typeface="Calibri"/>
              </a:rPr>
              <a:t>LiHA</a:t>
            </a:r>
            <a:r>
              <a:rPr lang="en-US">
                <a:ea typeface="Calibri"/>
                <a:cs typeface="Calibri"/>
              </a:rPr>
              <a:t>/RPS+ deals. Overall RIG for these deals was 10ppt higher (1.14 vs non-LIHA/RPS+ 1.04).</a:t>
            </a:r>
            <a:br>
              <a:rPr lang="en-US">
                <a:ea typeface="Calibri"/>
                <a:cs typeface="Calibri"/>
              </a:rPr>
            </a:br>
            <a:br>
              <a:rPr lang="en-US">
                <a:ea typeface="Calibri"/>
                <a:cs typeface="Calibri"/>
              </a:rPr>
            </a:br>
            <a:r>
              <a:rPr lang="en-US">
                <a:ea typeface="Calibri"/>
                <a:cs typeface="Calibri"/>
              </a:rPr>
              <a:t>Overall discount rate (</a:t>
            </a:r>
            <a:r>
              <a:rPr lang="en-US" err="1">
                <a:ea typeface="Calibri"/>
                <a:cs typeface="Calibri"/>
              </a:rPr>
              <a:t>inc</a:t>
            </a:r>
            <a:r>
              <a:rPr lang="en-US">
                <a:ea typeface="Calibri"/>
                <a:cs typeface="Calibri"/>
              </a:rPr>
              <a:t> TAE MYD) is 8% but when we remove the </a:t>
            </a:r>
            <a:r>
              <a:rPr lang="en-US" err="1">
                <a:ea typeface="Calibri"/>
                <a:cs typeface="Calibri"/>
              </a:rPr>
              <a:t>LiHA</a:t>
            </a:r>
            <a:r>
              <a:rPr lang="en-US">
                <a:ea typeface="Calibri"/>
                <a:cs typeface="Calibri"/>
              </a:rPr>
              <a:t>/RPS+ deals, overall discount rate is 6.3% (vs 5.2% in Q2)</a:t>
            </a:r>
          </a:p>
        </p:txBody>
      </p:sp>
      <p:sp>
        <p:nvSpPr>
          <p:cNvPr id="4" name="Slide Number Placeholder 3">
            <a:extLst>
              <a:ext uri="{FF2B5EF4-FFF2-40B4-BE49-F238E27FC236}">
                <a16:creationId xmlns:a16="http://schemas.microsoft.com/office/drawing/2014/main" id="{F497E639-E1A3-A625-5820-F653C3AE9B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528159-1B8D-AA4E-B029-EAC82009EB0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22944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4359E-517A-B69E-36E0-09B9CFCD07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18F8C-75A3-DFEC-4536-2E07B9014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1A809-36D2-6E27-5788-7BD10A1F73D6}"/>
              </a:ext>
            </a:extLst>
          </p:cNvPr>
          <p:cNvSpPr>
            <a:spLocks noGrp="1"/>
          </p:cNvSpPr>
          <p:nvPr>
            <p:ph type="body" idx="1"/>
          </p:nvPr>
        </p:nvSpPr>
        <p:spPr/>
        <p:txBody>
          <a:bodyPr/>
          <a:lstStyle/>
          <a:p>
            <a:r>
              <a:rPr lang="en-US"/>
              <a:t>Pilot – rep usage to HEP bookings (mix / number---how many pilots convert into HEPs vs. not)</a:t>
            </a:r>
          </a:p>
        </p:txBody>
      </p:sp>
      <p:sp>
        <p:nvSpPr>
          <p:cNvPr id="4" name="Slide Number Placeholder 3">
            <a:extLst>
              <a:ext uri="{FF2B5EF4-FFF2-40B4-BE49-F238E27FC236}">
                <a16:creationId xmlns:a16="http://schemas.microsoft.com/office/drawing/2014/main" id="{A11CC0ED-D73B-A46A-C86B-741BBBF4951C}"/>
              </a:ext>
            </a:extLst>
          </p:cNvPr>
          <p:cNvSpPr>
            <a:spLocks noGrp="1"/>
          </p:cNvSpPr>
          <p:nvPr>
            <p:ph type="sldNum" sz="quarter" idx="5"/>
          </p:nvPr>
        </p:nvSpPr>
        <p:spPr/>
        <p:txBody>
          <a:bodyPr/>
          <a:lstStyle/>
          <a:p>
            <a:fld id="{E45060AD-A416-3648-84B4-39AE9FAF1E1D}" type="slidenum">
              <a:rPr lang="en-US" smtClean="0"/>
              <a:t>23</a:t>
            </a:fld>
            <a:endParaRPr lang="en-US"/>
          </a:p>
        </p:txBody>
      </p:sp>
    </p:spTree>
    <p:extLst>
      <p:ext uri="{BB962C8B-B14F-4D97-AF65-F5344CB8AC3E}">
        <p14:creationId xmlns:p14="http://schemas.microsoft.com/office/powerpoint/2010/main" val="3532467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5E9FB-9949-70C2-0149-009C7BEF6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C5B81-0E0B-ED6C-00C4-4490A11E8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DAF7E-3963-C374-4B12-10594C32B72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8C5E6F1-32D1-5E3F-0929-0B88E077FAF1}"/>
              </a:ext>
            </a:extLst>
          </p:cNvPr>
          <p:cNvSpPr>
            <a:spLocks noGrp="1"/>
          </p:cNvSpPr>
          <p:nvPr>
            <p:ph type="sldNum" sz="quarter" idx="5"/>
          </p:nvPr>
        </p:nvSpPr>
        <p:spPr/>
        <p:txBody>
          <a:bodyPr/>
          <a:lstStyle/>
          <a:p>
            <a:fld id="{C9FA93D1-39F9-B84B-8C2D-C8DC4B064F01}" type="slidenum">
              <a:rPr lang="en-US" smtClean="0"/>
              <a:t>24</a:t>
            </a:fld>
            <a:endParaRPr lang="en-US"/>
          </a:p>
        </p:txBody>
      </p:sp>
    </p:spTree>
    <p:extLst>
      <p:ext uri="{BB962C8B-B14F-4D97-AF65-F5344CB8AC3E}">
        <p14:creationId xmlns:p14="http://schemas.microsoft.com/office/powerpoint/2010/main" val="32460207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3BEA3-C61E-1730-0AA1-8AEC5574E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B839F5-3967-A9D3-AC74-6B4FEF52E4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26E42-573A-47A1-9A2D-3760CB0ED9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E14DFE-D523-1E25-F84C-B9363054A0E3}"/>
              </a:ext>
            </a:extLst>
          </p:cNvPr>
          <p:cNvSpPr>
            <a:spLocks noGrp="1"/>
          </p:cNvSpPr>
          <p:nvPr>
            <p:ph type="sldNum" sz="quarter" idx="5"/>
          </p:nvPr>
        </p:nvSpPr>
        <p:spPr/>
        <p:txBody>
          <a:bodyPr/>
          <a:lstStyle/>
          <a:p>
            <a:fld id="{C9FA93D1-39F9-B84B-8C2D-C8DC4B064F01}" type="slidenum">
              <a:rPr lang="en-US" smtClean="0"/>
              <a:t>25</a:t>
            </a:fld>
            <a:endParaRPr lang="en-US"/>
          </a:p>
        </p:txBody>
      </p:sp>
    </p:spTree>
    <p:extLst>
      <p:ext uri="{BB962C8B-B14F-4D97-AF65-F5344CB8AC3E}">
        <p14:creationId xmlns:p14="http://schemas.microsoft.com/office/powerpoint/2010/main" val="8231449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5060AD-A416-3648-84B4-39AE9FAF1E1D}" type="slidenum">
              <a:rPr lang="en-US" smtClean="0"/>
              <a:t>26</a:t>
            </a:fld>
            <a:endParaRPr lang="en-US"/>
          </a:p>
        </p:txBody>
      </p:sp>
    </p:spTree>
    <p:extLst>
      <p:ext uri="{BB962C8B-B14F-4D97-AF65-F5344CB8AC3E}">
        <p14:creationId xmlns:p14="http://schemas.microsoft.com/office/powerpoint/2010/main" val="29310330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312A9-14DA-F3CE-15E7-93271DC94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4F2CA-9F75-F71F-187A-504E75197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F7183-7BA3-2F84-8EC1-F227CB610E57}"/>
              </a:ext>
            </a:extLst>
          </p:cNvPr>
          <p:cNvSpPr>
            <a:spLocks noGrp="1"/>
          </p:cNvSpPr>
          <p:nvPr>
            <p:ph type="body" idx="1"/>
          </p:nvPr>
        </p:nvSpPr>
        <p:spPr/>
        <p:txBody>
          <a:bodyPr/>
          <a:lstStyle/>
          <a:p>
            <a:endParaRPr lang="en-IE"/>
          </a:p>
        </p:txBody>
      </p:sp>
      <p:sp>
        <p:nvSpPr>
          <p:cNvPr id="4" name="Slide Number Placeholder 3">
            <a:extLst>
              <a:ext uri="{FF2B5EF4-FFF2-40B4-BE49-F238E27FC236}">
                <a16:creationId xmlns:a16="http://schemas.microsoft.com/office/drawing/2014/main" id="{23EB5786-0DD9-80BB-DABD-ADAA3CC25C65}"/>
              </a:ext>
            </a:extLst>
          </p:cNvPr>
          <p:cNvSpPr>
            <a:spLocks noGrp="1"/>
          </p:cNvSpPr>
          <p:nvPr>
            <p:ph type="sldNum" sz="quarter" idx="5"/>
          </p:nvPr>
        </p:nvSpPr>
        <p:spPr/>
        <p:txBody>
          <a:bodyPr/>
          <a:lstStyle/>
          <a:p>
            <a:fld id="{E45060AD-A416-3648-84B4-39AE9FAF1E1D}" type="slidenum">
              <a:rPr lang="en-US" smtClean="0"/>
              <a:t>27</a:t>
            </a:fld>
            <a:endParaRPr lang="en-US"/>
          </a:p>
        </p:txBody>
      </p:sp>
    </p:spTree>
    <p:extLst>
      <p:ext uri="{BB962C8B-B14F-4D97-AF65-F5344CB8AC3E}">
        <p14:creationId xmlns:p14="http://schemas.microsoft.com/office/powerpoint/2010/main" val="2035421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emf"/></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green_title 1">
    <p:bg>
      <p:bgPr>
        <a:solidFill>
          <a:srgbClr val="FDFAF5"/>
        </a:solidFill>
        <a:effectLst/>
      </p:bgPr>
    </p:bg>
    <p:spTree>
      <p:nvGrpSpPr>
        <p:cNvPr id="1" name=""/>
        <p:cNvGrpSpPr/>
        <p:nvPr/>
      </p:nvGrpSpPr>
      <p:grpSpPr>
        <a:xfrm>
          <a:off x="0" y="0"/>
          <a:ext cx="0" cy="0"/>
          <a:chOff x="0" y="0"/>
          <a:chExt cx="0" cy="0"/>
        </a:xfrm>
      </p:grpSpPr>
      <p:grpSp>
        <p:nvGrpSpPr>
          <p:cNvPr id="2" name="BG">
            <a:extLst>
              <a:ext uri="{FF2B5EF4-FFF2-40B4-BE49-F238E27FC236}">
                <a16:creationId xmlns:a16="http://schemas.microsoft.com/office/drawing/2014/main" id="{97F9B1B2-6E0A-B341-A562-9FD5E6A89B86}"/>
              </a:ext>
              <a:ext uri="{C183D7F6-B498-43B3-948B-1728B52AA6E4}">
                <adec:decorative xmlns:adec="http://schemas.microsoft.com/office/drawing/2017/decorative" val="1"/>
              </a:ext>
            </a:extLst>
          </p:cNvPr>
          <p:cNvGrpSpPr/>
          <p:nvPr/>
        </p:nvGrpSpPr>
        <p:grpSpPr>
          <a:xfrm>
            <a:off x="-2594138" y="-1792136"/>
            <a:ext cx="26981313" cy="15508136"/>
            <a:chOff x="-2594138" y="-1792136"/>
            <a:chExt cx="26981312" cy="15508135"/>
          </a:xfrm>
        </p:grpSpPr>
        <p:sp>
          <p:nvSpPr>
            <p:cNvPr id="9" name="Rectangle 8">
              <a:extLst>
                <a:ext uri="{FF2B5EF4-FFF2-40B4-BE49-F238E27FC236}">
                  <a16:creationId xmlns:a16="http://schemas.microsoft.com/office/drawing/2014/main" id="{D85B7763-1851-EC4A-A2DB-032EE49FF8AA}"/>
                </a:ext>
              </a:extLst>
            </p:cNvPr>
            <p:cNvSpPr/>
            <p:nvPr/>
          </p:nvSpPr>
          <p:spPr>
            <a:xfrm>
              <a:off x="-1" y="9956800"/>
              <a:ext cx="24387175" cy="3759199"/>
            </a:xfrm>
            <a:prstGeom prst="rect">
              <a:avLst/>
            </a:prstGeom>
            <a:solidFill>
              <a:srgbClr val="E9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10" name="Group 9">
              <a:extLst>
                <a:ext uri="{FF2B5EF4-FFF2-40B4-BE49-F238E27FC236}">
                  <a16:creationId xmlns:a16="http://schemas.microsoft.com/office/drawing/2014/main" id="{1488EC26-8C51-5941-A990-C73F8C13FDA1}"/>
                </a:ext>
              </a:extLst>
            </p:cNvPr>
            <p:cNvGrpSpPr/>
            <p:nvPr/>
          </p:nvGrpSpPr>
          <p:grpSpPr>
            <a:xfrm rot="16200000">
              <a:off x="-2594138" y="-1792136"/>
              <a:ext cx="14664266" cy="14664266"/>
              <a:chOff x="6061747" y="1538838"/>
              <a:chExt cx="10553467" cy="10553467"/>
            </a:xfrm>
          </p:grpSpPr>
          <p:sp>
            <p:nvSpPr>
              <p:cNvPr id="11" name="Oval 10">
                <a:extLst>
                  <a:ext uri="{FF2B5EF4-FFF2-40B4-BE49-F238E27FC236}">
                    <a16:creationId xmlns:a16="http://schemas.microsoft.com/office/drawing/2014/main" id="{8492E875-5B3A-0F4D-872B-1663F7303954}"/>
                  </a:ext>
                </a:extLst>
              </p:cNvPr>
              <p:cNvSpPr/>
              <p:nvPr/>
            </p:nvSpPr>
            <p:spPr>
              <a:xfrm>
                <a:off x="6061747" y="1538838"/>
                <a:ext cx="10553467" cy="10553467"/>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Freeform 11">
                <a:extLst>
                  <a:ext uri="{FF2B5EF4-FFF2-40B4-BE49-F238E27FC236}">
                    <a16:creationId xmlns:a16="http://schemas.microsoft.com/office/drawing/2014/main" id="{7EC58509-246D-054A-994D-BE8A49011C28}"/>
                  </a:ext>
                </a:extLst>
              </p:cNvPr>
              <p:cNvSpPr/>
              <p:nvPr/>
            </p:nvSpPr>
            <p:spPr>
              <a:xfrm>
                <a:off x="6061747"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pic>
        <p:nvPicPr>
          <p:cNvPr id="21" name="Logo">
            <a:extLst>
              <a:ext uri="{FF2B5EF4-FFF2-40B4-BE49-F238E27FC236}">
                <a16:creationId xmlns:a16="http://schemas.microsoft.com/office/drawing/2014/main" id="{19A00492-11BC-6540-B647-455438B4C38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1879" y="1524000"/>
            <a:ext cx="2182620" cy="552276"/>
          </a:xfrm>
          <a:prstGeom prst="rect">
            <a:avLst/>
          </a:prstGeom>
        </p:spPr>
      </p:pic>
      <p:sp>
        <p:nvSpPr>
          <p:cNvPr id="14" name="Title 13">
            <a:extLst>
              <a:ext uri="{FF2B5EF4-FFF2-40B4-BE49-F238E27FC236}">
                <a16:creationId xmlns:a16="http://schemas.microsoft.com/office/drawing/2014/main" id="{A826F2C3-7FC0-8146-A5B5-EC34E99CF1CC}"/>
              </a:ext>
            </a:extLst>
          </p:cNvPr>
          <p:cNvSpPr>
            <a:spLocks noGrp="1"/>
          </p:cNvSpPr>
          <p:nvPr>
            <p:ph type="title" hasCustomPrompt="1"/>
          </p:nvPr>
        </p:nvSpPr>
        <p:spPr>
          <a:xfrm>
            <a:off x="1902960" y="3962400"/>
            <a:ext cx="13605327" cy="3352800"/>
          </a:xfrm>
        </p:spPr>
        <p:txBody>
          <a:bodyPr anchor="b" anchorCtr="0">
            <a:noAutofit/>
          </a:bodyPr>
          <a:lstStyle>
            <a:lvl1pPr>
              <a:defRPr sz="11498">
                <a:solidFill>
                  <a:schemeClr val="accent1"/>
                </a:solidFill>
              </a:defRPr>
            </a:lvl1pPr>
          </a:lstStyle>
          <a:p>
            <a:r>
              <a:rPr lang="en-US"/>
              <a:t>Enter slide title here,</a:t>
            </a:r>
            <a:br>
              <a:rPr lang="en-US"/>
            </a:br>
            <a:r>
              <a:rPr lang="en-US"/>
              <a:t>in two lines or less</a:t>
            </a:r>
          </a:p>
        </p:txBody>
      </p:sp>
      <p:sp>
        <p:nvSpPr>
          <p:cNvPr id="23" name="Text Placeholder 5">
            <a:extLst>
              <a:ext uri="{FF2B5EF4-FFF2-40B4-BE49-F238E27FC236}">
                <a16:creationId xmlns:a16="http://schemas.microsoft.com/office/drawing/2014/main" id="{1C42D50D-C530-F54C-9136-DCA02267799E}"/>
              </a:ext>
            </a:extLst>
          </p:cNvPr>
          <p:cNvSpPr>
            <a:spLocks noGrp="1"/>
          </p:cNvSpPr>
          <p:nvPr>
            <p:ph type="body" sz="quarter" idx="11" hasCustomPrompt="1"/>
          </p:nvPr>
        </p:nvSpPr>
        <p:spPr>
          <a:xfrm>
            <a:off x="1902960" y="7933764"/>
            <a:ext cx="6194791" cy="1260476"/>
          </a:xfrm>
        </p:spPr>
        <p:txBody>
          <a:bodyPr lIns="0">
            <a:noAutofit/>
          </a:bodyPr>
          <a:lstStyle>
            <a:lvl1pPr marL="0" indent="0">
              <a:buNone/>
              <a:defRPr sz="3600"/>
            </a:lvl1pPr>
          </a:lstStyle>
          <a:p>
            <a:pPr lvl="0"/>
            <a:r>
              <a:rPr lang="en-US"/>
              <a:t>Enter speaker name</a:t>
            </a:r>
          </a:p>
          <a:p>
            <a:pPr lvl="0"/>
            <a:r>
              <a:rPr lang="en-US"/>
              <a:t>Enter speaker title</a:t>
            </a:r>
          </a:p>
        </p:txBody>
      </p:sp>
      <p:sp>
        <p:nvSpPr>
          <p:cNvPr id="24" name="Text Placeholder 5">
            <a:extLst>
              <a:ext uri="{FF2B5EF4-FFF2-40B4-BE49-F238E27FC236}">
                <a16:creationId xmlns:a16="http://schemas.microsoft.com/office/drawing/2014/main" id="{DFBE7EAF-C631-154E-8415-FBFC5D56B8AD}"/>
              </a:ext>
            </a:extLst>
          </p:cNvPr>
          <p:cNvSpPr>
            <a:spLocks noGrp="1"/>
          </p:cNvSpPr>
          <p:nvPr>
            <p:ph type="body" sz="quarter" idx="12" hasCustomPrompt="1"/>
          </p:nvPr>
        </p:nvSpPr>
        <p:spPr>
          <a:xfrm>
            <a:off x="1902962" y="10770111"/>
            <a:ext cx="6224770" cy="443222"/>
          </a:xfrm>
        </p:spPr>
        <p:txBody>
          <a:bodyPr lIns="0">
            <a:noAutofit/>
          </a:bodyPr>
          <a:lstStyle>
            <a:lvl1pPr marL="0" indent="0">
              <a:buNone/>
              <a:defRPr sz="2800">
                <a:solidFill>
                  <a:schemeClr val="bg1"/>
                </a:solidFill>
              </a:defRPr>
            </a:lvl1pPr>
            <a:lvl2pPr>
              <a:defRPr sz="2800"/>
            </a:lvl2pPr>
            <a:lvl3pPr>
              <a:defRPr sz="2800"/>
            </a:lvl3pPr>
            <a:lvl4pPr>
              <a:defRPr sz="2800"/>
            </a:lvl4pPr>
            <a:lvl5pPr>
              <a:defRPr sz="2800"/>
            </a:lvl5pPr>
          </a:lstStyle>
          <a:p>
            <a:pPr lvl="0"/>
            <a:r>
              <a:rPr lang="en-US"/>
              <a:t>Month ##, 2019</a:t>
            </a:r>
          </a:p>
        </p:txBody>
      </p:sp>
      <p:sp>
        <p:nvSpPr>
          <p:cNvPr id="13" name="Folded Corner 12">
            <a:extLst>
              <a:ext uri="{FF2B5EF4-FFF2-40B4-BE49-F238E27FC236}">
                <a16:creationId xmlns:a16="http://schemas.microsoft.com/office/drawing/2014/main" id="{7442D234-1A29-F346-AB4A-FBD35CAD4940}"/>
              </a:ext>
              <a:ext uri="{C183D7F6-B498-43B3-948B-1728B52AA6E4}">
                <adec:decorative xmlns:adec="http://schemas.microsoft.com/office/drawing/2017/decorative" val="1"/>
              </a:ext>
            </a:extLst>
          </p:cNvPr>
          <p:cNvSpPr/>
          <p:nvPr/>
        </p:nvSpPr>
        <p:spPr>
          <a:xfrm>
            <a:off x="1" y="-2636006"/>
            <a:ext cx="8203474" cy="213360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Title slide with speaker details and date</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replace text placeholder with your own copy.</a:t>
            </a:r>
          </a:p>
          <a:p>
            <a:r>
              <a:rPr lang="en-US" sz="2400">
                <a:solidFill>
                  <a:schemeClr val="tx1"/>
                </a:solidFill>
                <a:latin typeface="Source Sans Pro" charset="0"/>
                <a:ea typeface="Source Sans Pro" charset="0"/>
                <a:cs typeface="Source Sans Pro" charset="0"/>
              </a:rPr>
              <a:t> </a:t>
            </a:r>
          </a:p>
          <a:p>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4278505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mber_title 1">
    <p:bg>
      <p:bgPr>
        <a:solidFill>
          <a:srgbClr val="FDFAF5"/>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7F9B1B2-6E0A-B341-A562-9FD5E6A89B86}"/>
              </a:ext>
              <a:ext uri="{C183D7F6-B498-43B3-948B-1728B52AA6E4}">
                <adec:decorative xmlns:adec="http://schemas.microsoft.com/office/drawing/2017/decorative" val="1"/>
              </a:ext>
            </a:extLst>
          </p:cNvPr>
          <p:cNvGrpSpPr/>
          <p:nvPr/>
        </p:nvGrpSpPr>
        <p:grpSpPr>
          <a:xfrm>
            <a:off x="-2594138" y="-1792136"/>
            <a:ext cx="26981313" cy="15508136"/>
            <a:chOff x="-2594138" y="-1792136"/>
            <a:chExt cx="26981312" cy="15508135"/>
          </a:xfrm>
        </p:grpSpPr>
        <p:sp>
          <p:nvSpPr>
            <p:cNvPr id="9" name="Rectangle 8">
              <a:extLst>
                <a:ext uri="{FF2B5EF4-FFF2-40B4-BE49-F238E27FC236}">
                  <a16:creationId xmlns:a16="http://schemas.microsoft.com/office/drawing/2014/main" id="{D85B7763-1851-EC4A-A2DB-032EE49FF8AA}"/>
                </a:ext>
                <a:ext uri="{C183D7F6-B498-43B3-948B-1728B52AA6E4}">
                  <adec:decorative xmlns:adec="http://schemas.microsoft.com/office/drawing/2017/decorative" val="1"/>
                </a:ext>
              </a:extLst>
            </p:cNvPr>
            <p:cNvSpPr/>
            <p:nvPr/>
          </p:nvSpPr>
          <p:spPr>
            <a:xfrm>
              <a:off x="-1" y="9956800"/>
              <a:ext cx="24387175" cy="3759199"/>
            </a:xfrm>
            <a:prstGeom prst="rect">
              <a:avLst/>
            </a:prstGeom>
            <a:solidFill>
              <a:srgbClr val="E9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10" name="Group 9">
              <a:extLst>
                <a:ext uri="{FF2B5EF4-FFF2-40B4-BE49-F238E27FC236}">
                  <a16:creationId xmlns:a16="http://schemas.microsoft.com/office/drawing/2014/main" id="{1488EC26-8C51-5941-A990-C73F8C13FDA1}"/>
                </a:ext>
              </a:extLst>
            </p:cNvPr>
            <p:cNvGrpSpPr/>
            <p:nvPr/>
          </p:nvGrpSpPr>
          <p:grpSpPr>
            <a:xfrm rot="16200000">
              <a:off x="-2594138" y="-1792136"/>
              <a:ext cx="14664266" cy="14664266"/>
              <a:chOff x="6061747" y="1538838"/>
              <a:chExt cx="10553467" cy="10553467"/>
            </a:xfrm>
          </p:grpSpPr>
          <p:sp>
            <p:nvSpPr>
              <p:cNvPr id="11" name="Oval 10">
                <a:extLst>
                  <a:ext uri="{FF2B5EF4-FFF2-40B4-BE49-F238E27FC236}">
                    <a16:creationId xmlns:a16="http://schemas.microsoft.com/office/drawing/2014/main" id="{8492E875-5B3A-0F4D-872B-1663F7303954}"/>
                  </a:ext>
                  <a:ext uri="{C183D7F6-B498-43B3-948B-1728B52AA6E4}">
                    <adec:decorative xmlns:adec="http://schemas.microsoft.com/office/drawing/2017/decorative" val="1"/>
                  </a:ext>
                </a:extLst>
              </p:cNvPr>
              <p:cNvSpPr/>
              <p:nvPr/>
            </p:nvSpPr>
            <p:spPr>
              <a:xfrm>
                <a:off x="6061747" y="1538838"/>
                <a:ext cx="10553467" cy="10553467"/>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Freeform 11">
                <a:extLst>
                  <a:ext uri="{FF2B5EF4-FFF2-40B4-BE49-F238E27FC236}">
                    <a16:creationId xmlns:a16="http://schemas.microsoft.com/office/drawing/2014/main" id="{7EC58509-246D-054A-994D-BE8A49011C28}"/>
                  </a:ext>
                  <a:ext uri="{C183D7F6-B498-43B3-948B-1728B52AA6E4}">
                    <adec:decorative xmlns:adec="http://schemas.microsoft.com/office/drawing/2017/decorative" val="1"/>
                  </a:ext>
                </a:extLst>
              </p:cNvPr>
              <p:cNvSpPr/>
              <p:nvPr/>
            </p:nvSpPr>
            <p:spPr>
              <a:xfrm>
                <a:off x="6061747"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pic>
        <p:nvPicPr>
          <p:cNvPr id="21" name="Logo">
            <a:extLst>
              <a:ext uri="{FF2B5EF4-FFF2-40B4-BE49-F238E27FC236}">
                <a16:creationId xmlns:a16="http://schemas.microsoft.com/office/drawing/2014/main" id="{19A00492-11BC-6540-B647-455438B4C38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1879" y="1524000"/>
            <a:ext cx="2182620" cy="552276"/>
          </a:xfrm>
          <a:prstGeom prst="rect">
            <a:avLst/>
          </a:prstGeom>
        </p:spPr>
      </p:pic>
      <p:sp>
        <p:nvSpPr>
          <p:cNvPr id="14" name="Title 13">
            <a:extLst>
              <a:ext uri="{FF2B5EF4-FFF2-40B4-BE49-F238E27FC236}">
                <a16:creationId xmlns:a16="http://schemas.microsoft.com/office/drawing/2014/main" id="{A826F2C3-7FC0-8146-A5B5-EC34E99CF1CC}"/>
              </a:ext>
            </a:extLst>
          </p:cNvPr>
          <p:cNvSpPr>
            <a:spLocks noGrp="1"/>
          </p:cNvSpPr>
          <p:nvPr>
            <p:ph type="title" hasCustomPrompt="1"/>
          </p:nvPr>
        </p:nvSpPr>
        <p:spPr>
          <a:xfrm>
            <a:off x="1902960" y="3962400"/>
            <a:ext cx="13605327" cy="3352800"/>
          </a:xfrm>
        </p:spPr>
        <p:txBody>
          <a:bodyPr anchor="b" anchorCtr="0">
            <a:noAutofit/>
          </a:bodyPr>
          <a:lstStyle>
            <a:lvl1pPr>
              <a:defRPr sz="11498">
                <a:solidFill>
                  <a:schemeClr val="accent2"/>
                </a:solidFill>
              </a:defRPr>
            </a:lvl1pPr>
          </a:lstStyle>
          <a:p>
            <a:r>
              <a:rPr lang="en-US"/>
              <a:t>Enter slide title here,</a:t>
            </a:r>
            <a:br>
              <a:rPr lang="en-US"/>
            </a:br>
            <a:r>
              <a:rPr lang="en-US"/>
              <a:t>in two lines or less</a:t>
            </a:r>
          </a:p>
        </p:txBody>
      </p:sp>
      <p:sp>
        <p:nvSpPr>
          <p:cNvPr id="23" name="Text Placeholder 5">
            <a:extLst>
              <a:ext uri="{FF2B5EF4-FFF2-40B4-BE49-F238E27FC236}">
                <a16:creationId xmlns:a16="http://schemas.microsoft.com/office/drawing/2014/main" id="{1C42D50D-C530-F54C-9136-DCA02267799E}"/>
              </a:ext>
            </a:extLst>
          </p:cNvPr>
          <p:cNvSpPr>
            <a:spLocks noGrp="1"/>
          </p:cNvSpPr>
          <p:nvPr>
            <p:ph type="body" sz="quarter" idx="11" hasCustomPrompt="1"/>
          </p:nvPr>
        </p:nvSpPr>
        <p:spPr>
          <a:xfrm>
            <a:off x="1902960" y="7933764"/>
            <a:ext cx="6194791" cy="1260476"/>
          </a:xfrm>
        </p:spPr>
        <p:txBody>
          <a:bodyPr lIns="0">
            <a:noAutofit/>
          </a:bodyPr>
          <a:lstStyle>
            <a:lvl1pPr marL="0" indent="0">
              <a:buNone/>
              <a:defRPr sz="3600">
                <a:solidFill>
                  <a:schemeClr val="tx1"/>
                </a:solidFill>
              </a:defRPr>
            </a:lvl1pPr>
          </a:lstStyle>
          <a:p>
            <a:pPr lvl="0"/>
            <a:r>
              <a:rPr lang="en-US"/>
              <a:t>Enter speaker name</a:t>
            </a:r>
          </a:p>
          <a:p>
            <a:pPr lvl="0"/>
            <a:r>
              <a:rPr lang="en-US"/>
              <a:t>Enter speaker title</a:t>
            </a:r>
          </a:p>
        </p:txBody>
      </p:sp>
      <p:sp>
        <p:nvSpPr>
          <p:cNvPr id="24" name="Text Placeholder 5">
            <a:extLst>
              <a:ext uri="{FF2B5EF4-FFF2-40B4-BE49-F238E27FC236}">
                <a16:creationId xmlns:a16="http://schemas.microsoft.com/office/drawing/2014/main" id="{DFBE7EAF-C631-154E-8415-FBFC5D56B8AD}"/>
              </a:ext>
            </a:extLst>
          </p:cNvPr>
          <p:cNvSpPr>
            <a:spLocks noGrp="1"/>
          </p:cNvSpPr>
          <p:nvPr>
            <p:ph type="body" sz="quarter" idx="12" hasCustomPrompt="1"/>
          </p:nvPr>
        </p:nvSpPr>
        <p:spPr>
          <a:xfrm>
            <a:off x="1902962" y="10770111"/>
            <a:ext cx="6224770" cy="443222"/>
          </a:xfrm>
        </p:spPr>
        <p:txBody>
          <a:bodyPr lIns="0">
            <a:noAutofit/>
          </a:bodyPr>
          <a:lstStyle>
            <a:lvl1pPr marL="0" indent="0">
              <a:buNone/>
              <a:defRPr sz="2800">
                <a:solidFill>
                  <a:schemeClr val="bg1"/>
                </a:solidFill>
              </a:defRPr>
            </a:lvl1pPr>
            <a:lvl2pPr>
              <a:defRPr sz="2800"/>
            </a:lvl2pPr>
            <a:lvl3pPr>
              <a:defRPr sz="2800"/>
            </a:lvl3pPr>
            <a:lvl4pPr>
              <a:defRPr sz="2800"/>
            </a:lvl4pPr>
            <a:lvl5pPr>
              <a:defRPr sz="2800"/>
            </a:lvl5pPr>
          </a:lstStyle>
          <a:p>
            <a:pPr lvl="0"/>
            <a:r>
              <a:rPr lang="en-US"/>
              <a:t>Month ##, 2019</a:t>
            </a:r>
          </a:p>
        </p:txBody>
      </p:sp>
      <p:sp>
        <p:nvSpPr>
          <p:cNvPr id="15" name="Folded Corner 14">
            <a:extLst>
              <a:ext uri="{FF2B5EF4-FFF2-40B4-BE49-F238E27FC236}">
                <a16:creationId xmlns:a16="http://schemas.microsoft.com/office/drawing/2014/main" id="{1E7BAAE4-4C83-FB45-B5C5-E425D673F00B}"/>
              </a:ext>
              <a:ext uri="{C183D7F6-B498-43B3-948B-1728B52AA6E4}">
                <adec:decorative xmlns:adec="http://schemas.microsoft.com/office/drawing/2017/decorative" val="1"/>
              </a:ext>
            </a:extLst>
          </p:cNvPr>
          <p:cNvSpPr/>
          <p:nvPr/>
        </p:nvSpPr>
        <p:spPr>
          <a:xfrm>
            <a:off x="1" y="-2636006"/>
            <a:ext cx="8203474" cy="213360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Title slide with speaker details and date</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replace text placeholder with your own copy.</a:t>
            </a:r>
          </a:p>
          <a:p>
            <a:r>
              <a:rPr lang="en-US" sz="2400">
                <a:solidFill>
                  <a:schemeClr val="tx1"/>
                </a:solidFill>
                <a:latin typeface="Source Sans Pro" charset="0"/>
                <a:ea typeface="Source Sans Pro" charset="0"/>
                <a:cs typeface="Source Sans Pro" charset="0"/>
              </a:rPr>
              <a:t> </a:t>
            </a:r>
          </a:p>
          <a:p>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665528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ed_title 1">
    <p:bg>
      <p:bgPr>
        <a:solidFill>
          <a:srgbClr val="FDFAF5"/>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7F9B1B2-6E0A-B341-A562-9FD5E6A89B86}"/>
              </a:ext>
              <a:ext uri="{C183D7F6-B498-43B3-948B-1728B52AA6E4}">
                <adec:decorative xmlns:adec="http://schemas.microsoft.com/office/drawing/2017/decorative" val="1"/>
              </a:ext>
            </a:extLst>
          </p:cNvPr>
          <p:cNvGrpSpPr/>
          <p:nvPr/>
        </p:nvGrpSpPr>
        <p:grpSpPr>
          <a:xfrm>
            <a:off x="-2594138" y="-1792136"/>
            <a:ext cx="26981313" cy="15508136"/>
            <a:chOff x="-2594138" y="-1792136"/>
            <a:chExt cx="26981312" cy="15508135"/>
          </a:xfrm>
        </p:grpSpPr>
        <p:sp>
          <p:nvSpPr>
            <p:cNvPr id="9" name="Rectangle 8">
              <a:extLst>
                <a:ext uri="{FF2B5EF4-FFF2-40B4-BE49-F238E27FC236}">
                  <a16:creationId xmlns:a16="http://schemas.microsoft.com/office/drawing/2014/main" id="{D85B7763-1851-EC4A-A2DB-032EE49FF8AA}"/>
                </a:ext>
                <a:ext uri="{C183D7F6-B498-43B3-948B-1728B52AA6E4}">
                  <adec:decorative xmlns:adec="http://schemas.microsoft.com/office/drawing/2017/decorative" val="1"/>
                </a:ext>
              </a:extLst>
            </p:cNvPr>
            <p:cNvSpPr/>
            <p:nvPr/>
          </p:nvSpPr>
          <p:spPr>
            <a:xfrm>
              <a:off x="-1" y="9956800"/>
              <a:ext cx="24387175" cy="3759199"/>
            </a:xfrm>
            <a:prstGeom prst="rect">
              <a:avLst/>
            </a:prstGeom>
            <a:solidFill>
              <a:srgbClr val="E9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10" name="Group 9">
              <a:extLst>
                <a:ext uri="{FF2B5EF4-FFF2-40B4-BE49-F238E27FC236}">
                  <a16:creationId xmlns:a16="http://schemas.microsoft.com/office/drawing/2014/main" id="{1488EC26-8C51-5941-A990-C73F8C13FDA1}"/>
                </a:ext>
              </a:extLst>
            </p:cNvPr>
            <p:cNvGrpSpPr/>
            <p:nvPr/>
          </p:nvGrpSpPr>
          <p:grpSpPr>
            <a:xfrm rot="16200000">
              <a:off x="-2594138" y="-1792136"/>
              <a:ext cx="14664266" cy="14664266"/>
              <a:chOff x="6061747" y="1538838"/>
              <a:chExt cx="10553467" cy="10553467"/>
            </a:xfrm>
          </p:grpSpPr>
          <p:sp>
            <p:nvSpPr>
              <p:cNvPr id="11" name="Oval 10">
                <a:extLst>
                  <a:ext uri="{FF2B5EF4-FFF2-40B4-BE49-F238E27FC236}">
                    <a16:creationId xmlns:a16="http://schemas.microsoft.com/office/drawing/2014/main" id="{8492E875-5B3A-0F4D-872B-1663F7303954}"/>
                  </a:ext>
                  <a:ext uri="{C183D7F6-B498-43B3-948B-1728B52AA6E4}">
                    <adec:decorative xmlns:adec="http://schemas.microsoft.com/office/drawing/2017/decorative" val="1"/>
                  </a:ext>
                </a:extLst>
              </p:cNvPr>
              <p:cNvSpPr/>
              <p:nvPr/>
            </p:nvSpPr>
            <p:spPr>
              <a:xfrm>
                <a:off x="6061747" y="1538838"/>
                <a:ext cx="10553467" cy="10553467"/>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Freeform 11">
                <a:extLst>
                  <a:ext uri="{FF2B5EF4-FFF2-40B4-BE49-F238E27FC236}">
                    <a16:creationId xmlns:a16="http://schemas.microsoft.com/office/drawing/2014/main" id="{7EC58509-246D-054A-994D-BE8A49011C28}"/>
                  </a:ext>
                  <a:ext uri="{C183D7F6-B498-43B3-948B-1728B52AA6E4}">
                    <adec:decorative xmlns:adec="http://schemas.microsoft.com/office/drawing/2017/decorative" val="1"/>
                  </a:ext>
                </a:extLst>
              </p:cNvPr>
              <p:cNvSpPr/>
              <p:nvPr/>
            </p:nvSpPr>
            <p:spPr>
              <a:xfrm>
                <a:off x="6061747"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pic>
        <p:nvPicPr>
          <p:cNvPr id="21" name="Logo">
            <a:extLst>
              <a:ext uri="{FF2B5EF4-FFF2-40B4-BE49-F238E27FC236}">
                <a16:creationId xmlns:a16="http://schemas.microsoft.com/office/drawing/2014/main" id="{19A00492-11BC-6540-B647-455438B4C38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1879" y="1524000"/>
            <a:ext cx="2182620" cy="552276"/>
          </a:xfrm>
          <a:prstGeom prst="rect">
            <a:avLst/>
          </a:prstGeom>
        </p:spPr>
      </p:pic>
      <p:sp>
        <p:nvSpPr>
          <p:cNvPr id="14" name="Title 13">
            <a:extLst>
              <a:ext uri="{FF2B5EF4-FFF2-40B4-BE49-F238E27FC236}">
                <a16:creationId xmlns:a16="http://schemas.microsoft.com/office/drawing/2014/main" id="{A826F2C3-7FC0-8146-A5B5-EC34E99CF1CC}"/>
              </a:ext>
            </a:extLst>
          </p:cNvPr>
          <p:cNvSpPr>
            <a:spLocks noGrp="1"/>
          </p:cNvSpPr>
          <p:nvPr>
            <p:ph type="title" hasCustomPrompt="1"/>
          </p:nvPr>
        </p:nvSpPr>
        <p:spPr>
          <a:xfrm>
            <a:off x="1902960" y="3962400"/>
            <a:ext cx="13605327" cy="3352800"/>
          </a:xfrm>
        </p:spPr>
        <p:txBody>
          <a:bodyPr anchor="b" anchorCtr="0">
            <a:noAutofit/>
          </a:bodyPr>
          <a:lstStyle>
            <a:lvl1pPr>
              <a:defRPr sz="11498">
                <a:solidFill>
                  <a:schemeClr val="tx2"/>
                </a:solidFill>
              </a:defRPr>
            </a:lvl1pPr>
          </a:lstStyle>
          <a:p>
            <a:r>
              <a:rPr lang="en-US"/>
              <a:t>Enter slide title here,</a:t>
            </a:r>
            <a:br>
              <a:rPr lang="en-US"/>
            </a:br>
            <a:r>
              <a:rPr lang="en-US"/>
              <a:t>in two lines or less</a:t>
            </a:r>
          </a:p>
        </p:txBody>
      </p:sp>
      <p:sp>
        <p:nvSpPr>
          <p:cNvPr id="23" name="Text Placeholder 5">
            <a:extLst>
              <a:ext uri="{FF2B5EF4-FFF2-40B4-BE49-F238E27FC236}">
                <a16:creationId xmlns:a16="http://schemas.microsoft.com/office/drawing/2014/main" id="{1C42D50D-C530-F54C-9136-DCA02267799E}"/>
              </a:ext>
            </a:extLst>
          </p:cNvPr>
          <p:cNvSpPr>
            <a:spLocks noGrp="1"/>
          </p:cNvSpPr>
          <p:nvPr>
            <p:ph type="body" sz="quarter" idx="11" hasCustomPrompt="1"/>
          </p:nvPr>
        </p:nvSpPr>
        <p:spPr>
          <a:xfrm>
            <a:off x="1902960" y="7933764"/>
            <a:ext cx="6194791" cy="1260476"/>
          </a:xfrm>
        </p:spPr>
        <p:txBody>
          <a:bodyPr lIns="0">
            <a:noAutofit/>
          </a:bodyPr>
          <a:lstStyle>
            <a:lvl1pPr marL="0" indent="0">
              <a:buNone/>
              <a:defRPr sz="3600"/>
            </a:lvl1pPr>
          </a:lstStyle>
          <a:p>
            <a:pPr lvl="0"/>
            <a:r>
              <a:rPr lang="en-US"/>
              <a:t>Enter speaker name</a:t>
            </a:r>
          </a:p>
          <a:p>
            <a:pPr lvl="0"/>
            <a:r>
              <a:rPr lang="en-US"/>
              <a:t>Enter speaker title</a:t>
            </a:r>
          </a:p>
        </p:txBody>
      </p:sp>
      <p:sp>
        <p:nvSpPr>
          <p:cNvPr id="24" name="Text Placeholder 5">
            <a:extLst>
              <a:ext uri="{FF2B5EF4-FFF2-40B4-BE49-F238E27FC236}">
                <a16:creationId xmlns:a16="http://schemas.microsoft.com/office/drawing/2014/main" id="{DFBE7EAF-C631-154E-8415-FBFC5D56B8AD}"/>
              </a:ext>
            </a:extLst>
          </p:cNvPr>
          <p:cNvSpPr>
            <a:spLocks noGrp="1"/>
          </p:cNvSpPr>
          <p:nvPr>
            <p:ph type="body" sz="quarter" idx="12" hasCustomPrompt="1"/>
          </p:nvPr>
        </p:nvSpPr>
        <p:spPr>
          <a:xfrm>
            <a:off x="1902962" y="10770111"/>
            <a:ext cx="6224770" cy="443222"/>
          </a:xfrm>
        </p:spPr>
        <p:txBody>
          <a:bodyPr lIns="0">
            <a:noAutofit/>
          </a:bodyPr>
          <a:lstStyle>
            <a:lvl1pPr marL="0" indent="0">
              <a:buNone/>
              <a:defRPr sz="2800">
                <a:solidFill>
                  <a:schemeClr val="bg1"/>
                </a:solidFill>
              </a:defRPr>
            </a:lvl1pPr>
            <a:lvl2pPr>
              <a:defRPr sz="2800"/>
            </a:lvl2pPr>
            <a:lvl3pPr>
              <a:defRPr sz="2800"/>
            </a:lvl3pPr>
            <a:lvl4pPr>
              <a:defRPr sz="2800"/>
            </a:lvl4pPr>
            <a:lvl5pPr>
              <a:defRPr sz="2800"/>
            </a:lvl5pPr>
          </a:lstStyle>
          <a:p>
            <a:pPr lvl="0"/>
            <a:r>
              <a:rPr lang="en-US"/>
              <a:t>Month ##, 2019</a:t>
            </a:r>
          </a:p>
        </p:txBody>
      </p:sp>
      <p:sp>
        <p:nvSpPr>
          <p:cNvPr id="15" name="Folded Corner 14">
            <a:extLst>
              <a:ext uri="{FF2B5EF4-FFF2-40B4-BE49-F238E27FC236}">
                <a16:creationId xmlns:a16="http://schemas.microsoft.com/office/drawing/2014/main" id="{87FBCB8B-D493-D548-AB85-4655C50DBAE9}"/>
              </a:ext>
              <a:ext uri="{C183D7F6-B498-43B3-948B-1728B52AA6E4}">
                <adec:decorative xmlns:adec="http://schemas.microsoft.com/office/drawing/2017/decorative" val="1"/>
              </a:ext>
            </a:extLst>
          </p:cNvPr>
          <p:cNvSpPr/>
          <p:nvPr/>
        </p:nvSpPr>
        <p:spPr>
          <a:xfrm>
            <a:off x="1" y="-2636006"/>
            <a:ext cx="8203474" cy="213360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Title slide with speaker details and date</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replace text placeholder with your own copy.</a:t>
            </a:r>
          </a:p>
          <a:p>
            <a:r>
              <a:rPr lang="en-US" sz="2400">
                <a:solidFill>
                  <a:schemeClr val="tx1"/>
                </a:solidFill>
                <a:latin typeface="Source Sans Pro" charset="0"/>
                <a:ea typeface="Source Sans Pro" charset="0"/>
                <a:cs typeface="Source Sans Pro" charset="0"/>
              </a:rPr>
              <a:t> </a:t>
            </a:r>
          </a:p>
          <a:p>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265843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ue_title 1">
    <p:bg>
      <p:bgPr>
        <a:solidFill>
          <a:srgbClr val="FDFAF5"/>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7F9B1B2-6E0A-B341-A562-9FD5E6A89B86}"/>
              </a:ext>
              <a:ext uri="{C183D7F6-B498-43B3-948B-1728B52AA6E4}">
                <adec:decorative xmlns:adec="http://schemas.microsoft.com/office/drawing/2017/decorative" val="1"/>
              </a:ext>
            </a:extLst>
          </p:cNvPr>
          <p:cNvGrpSpPr/>
          <p:nvPr/>
        </p:nvGrpSpPr>
        <p:grpSpPr>
          <a:xfrm>
            <a:off x="-2594138" y="-1792136"/>
            <a:ext cx="26981313" cy="15508136"/>
            <a:chOff x="-2594138" y="-1792136"/>
            <a:chExt cx="26981312" cy="15508135"/>
          </a:xfrm>
        </p:grpSpPr>
        <p:sp>
          <p:nvSpPr>
            <p:cNvPr id="9" name="Rectangle 8">
              <a:extLst>
                <a:ext uri="{FF2B5EF4-FFF2-40B4-BE49-F238E27FC236}">
                  <a16:creationId xmlns:a16="http://schemas.microsoft.com/office/drawing/2014/main" id="{D85B7763-1851-EC4A-A2DB-032EE49FF8AA}"/>
                </a:ext>
                <a:ext uri="{C183D7F6-B498-43B3-948B-1728B52AA6E4}">
                  <adec:decorative xmlns:adec="http://schemas.microsoft.com/office/drawing/2017/decorative" val="1"/>
                </a:ext>
              </a:extLst>
            </p:cNvPr>
            <p:cNvSpPr/>
            <p:nvPr/>
          </p:nvSpPr>
          <p:spPr>
            <a:xfrm>
              <a:off x="-1" y="9956800"/>
              <a:ext cx="24387175" cy="3759199"/>
            </a:xfrm>
            <a:prstGeom prst="rect">
              <a:avLst/>
            </a:prstGeom>
            <a:solidFill>
              <a:srgbClr val="E9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10" name="Group 9">
              <a:extLst>
                <a:ext uri="{FF2B5EF4-FFF2-40B4-BE49-F238E27FC236}">
                  <a16:creationId xmlns:a16="http://schemas.microsoft.com/office/drawing/2014/main" id="{1488EC26-8C51-5941-A990-C73F8C13FDA1}"/>
                </a:ext>
              </a:extLst>
            </p:cNvPr>
            <p:cNvGrpSpPr/>
            <p:nvPr/>
          </p:nvGrpSpPr>
          <p:grpSpPr>
            <a:xfrm rot="16200000">
              <a:off x="-2594138" y="-1792136"/>
              <a:ext cx="14664266" cy="14664266"/>
              <a:chOff x="6061747" y="1538838"/>
              <a:chExt cx="10553467" cy="10553467"/>
            </a:xfrm>
          </p:grpSpPr>
          <p:sp>
            <p:nvSpPr>
              <p:cNvPr id="11" name="Oval 10">
                <a:extLst>
                  <a:ext uri="{FF2B5EF4-FFF2-40B4-BE49-F238E27FC236}">
                    <a16:creationId xmlns:a16="http://schemas.microsoft.com/office/drawing/2014/main" id="{8492E875-5B3A-0F4D-872B-1663F7303954}"/>
                  </a:ext>
                  <a:ext uri="{C183D7F6-B498-43B3-948B-1728B52AA6E4}">
                    <adec:decorative xmlns:adec="http://schemas.microsoft.com/office/drawing/2017/decorative" val="1"/>
                  </a:ext>
                </a:extLst>
              </p:cNvPr>
              <p:cNvSpPr/>
              <p:nvPr/>
            </p:nvSpPr>
            <p:spPr>
              <a:xfrm>
                <a:off x="6061747" y="1538838"/>
                <a:ext cx="10553467" cy="10553467"/>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Freeform 11">
                <a:extLst>
                  <a:ext uri="{FF2B5EF4-FFF2-40B4-BE49-F238E27FC236}">
                    <a16:creationId xmlns:a16="http://schemas.microsoft.com/office/drawing/2014/main" id="{7EC58509-246D-054A-994D-BE8A49011C28}"/>
                  </a:ext>
                  <a:ext uri="{C183D7F6-B498-43B3-948B-1728B52AA6E4}">
                    <adec:decorative xmlns:adec="http://schemas.microsoft.com/office/drawing/2017/decorative" val="1"/>
                  </a:ext>
                </a:extLst>
              </p:cNvPr>
              <p:cNvSpPr/>
              <p:nvPr/>
            </p:nvSpPr>
            <p:spPr>
              <a:xfrm>
                <a:off x="6061747"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pic>
        <p:nvPicPr>
          <p:cNvPr id="21" name="Logo">
            <a:extLst>
              <a:ext uri="{FF2B5EF4-FFF2-40B4-BE49-F238E27FC236}">
                <a16:creationId xmlns:a16="http://schemas.microsoft.com/office/drawing/2014/main" id="{19A00492-11BC-6540-B647-455438B4C38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1879" y="1524000"/>
            <a:ext cx="2182620" cy="552276"/>
          </a:xfrm>
          <a:prstGeom prst="rect">
            <a:avLst/>
          </a:prstGeom>
        </p:spPr>
      </p:pic>
      <p:sp>
        <p:nvSpPr>
          <p:cNvPr id="14" name="Title 13">
            <a:extLst>
              <a:ext uri="{FF2B5EF4-FFF2-40B4-BE49-F238E27FC236}">
                <a16:creationId xmlns:a16="http://schemas.microsoft.com/office/drawing/2014/main" id="{A826F2C3-7FC0-8146-A5B5-EC34E99CF1CC}"/>
              </a:ext>
            </a:extLst>
          </p:cNvPr>
          <p:cNvSpPr>
            <a:spLocks noGrp="1"/>
          </p:cNvSpPr>
          <p:nvPr>
            <p:ph type="title" hasCustomPrompt="1"/>
          </p:nvPr>
        </p:nvSpPr>
        <p:spPr>
          <a:xfrm>
            <a:off x="1902960" y="3962400"/>
            <a:ext cx="13605327" cy="3352800"/>
          </a:xfrm>
        </p:spPr>
        <p:txBody>
          <a:bodyPr anchor="b" anchorCtr="0">
            <a:noAutofit/>
          </a:bodyPr>
          <a:lstStyle>
            <a:lvl1pPr>
              <a:defRPr sz="11498">
                <a:solidFill>
                  <a:schemeClr val="bg2"/>
                </a:solidFill>
              </a:defRPr>
            </a:lvl1pPr>
          </a:lstStyle>
          <a:p>
            <a:r>
              <a:rPr lang="en-US"/>
              <a:t>Enter slide title here,</a:t>
            </a:r>
            <a:br>
              <a:rPr lang="en-US"/>
            </a:br>
            <a:r>
              <a:rPr lang="en-US"/>
              <a:t>in two lines or less</a:t>
            </a:r>
          </a:p>
        </p:txBody>
      </p:sp>
      <p:sp>
        <p:nvSpPr>
          <p:cNvPr id="23" name="Text Placeholder 5">
            <a:extLst>
              <a:ext uri="{FF2B5EF4-FFF2-40B4-BE49-F238E27FC236}">
                <a16:creationId xmlns:a16="http://schemas.microsoft.com/office/drawing/2014/main" id="{1C42D50D-C530-F54C-9136-DCA02267799E}"/>
              </a:ext>
            </a:extLst>
          </p:cNvPr>
          <p:cNvSpPr>
            <a:spLocks noGrp="1"/>
          </p:cNvSpPr>
          <p:nvPr>
            <p:ph type="body" sz="quarter" idx="11" hasCustomPrompt="1"/>
          </p:nvPr>
        </p:nvSpPr>
        <p:spPr>
          <a:xfrm>
            <a:off x="1902960" y="7933764"/>
            <a:ext cx="6194791" cy="1260476"/>
          </a:xfrm>
        </p:spPr>
        <p:txBody>
          <a:bodyPr lIns="0">
            <a:noAutofit/>
          </a:bodyPr>
          <a:lstStyle>
            <a:lvl1pPr marL="0" indent="0">
              <a:buNone/>
              <a:defRPr sz="3600"/>
            </a:lvl1pPr>
          </a:lstStyle>
          <a:p>
            <a:pPr lvl="0"/>
            <a:r>
              <a:rPr lang="en-US"/>
              <a:t>Enter speaker name</a:t>
            </a:r>
          </a:p>
          <a:p>
            <a:pPr lvl="0"/>
            <a:r>
              <a:rPr lang="en-US"/>
              <a:t>Enter speaker title</a:t>
            </a:r>
          </a:p>
        </p:txBody>
      </p:sp>
      <p:sp>
        <p:nvSpPr>
          <p:cNvPr id="24" name="Text Placeholder 5">
            <a:extLst>
              <a:ext uri="{FF2B5EF4-FFF2-40B4-BE49-F238E27FC236}">
                <a16:creationId xmlns:a16="http://schemas.microsoft.com/office/drawing/2014/main" id="{DFBE7EAF-C631-154E-8415-FBFC5D56B8AD}"/>
              </a:ext>
            </a:extLst>
          </p:cNvPr>
          <p:cNvSpPr>
            <a:spLocks noGrp="1"/>
          </p:cNvSpPr>
          <p:nvPr>
            <p:ph type="body" sz="quarter" idx="12" hasCustomPrompt="1"/>
          </p:nvPr>
        </p:nvSpPr>
        <p:spPr>
          <a:xfrm>
            <a:off x="1902962" y="10770111"/>
            <a:ext cx="6224770" cy="443222"/>
          </a:xfrm>
        </p:spPr>
        <p:txBody>
          <a:bodyPr lIns="0">
            <a:noAutofit/>
          </a:bodyPr>
          <a:lstStyle>
            <a:lvl1pPr marL="0" indent="0">
              <a:buNone/>
              <a:defRPr sz="2800">
                <a:solidFill>
                  <a:schemeClr val="bg1"/>
                </a:solidFill>
              </a:defRPr>
            </a:lvl1pPr>
            <a:lvl2pPr>
              <a:defRPr sz="2800"/>
            </a:lvl2pPr>
            <a:lvl3pPr>
              <a:defRPr sz="2800"/>
            </a:lvl3pPr>
            <a:lvl4pPr>
              <a:defRPr sz="2800"/>
            </a:lvl4pPr>
            <a:lvl5pPr>
              <a:defRPr sz="2800"/>
            </a:lvl5pPr>
          </a:lstStyle>
          <a:p>
            <a:pPr lvl="0"/>
            <a:r>
              <a:rPr lang="en-US"/>
              <a:t>Month ##, 2019</a:t>
            </a:r>
          </a:p>
        </p:txBody>
      </p:sp>
      <p:sp>
        <p:nvSpPr>
          <p:cNvPr id="15" name="Folded Corner 14">
            <a:extLst>
              <a:ext uri="{FF2B5EF4-FFF2-40B4-BE49-F238E27FC236}">
                <a16:creationId xmlns:a16="http://schemas.microsoft.com/office/drawing/2014/main" id="{44312C5B-4D32-6149-BC1E-D5AE44B20CB5}"/>
              </a:ext>
              <a:ext uri="{C183D7F6-B498-43B3-948B-1728B52AA6E4}">
                <adec:decorative xmlns:adec="http://schemas.microsoft.com/office/drawing/2017/decorative" val="1"/>
              </a:ext>
            </a:extLst>
          </p:cNvPr>
          <p:cNvSpPr/>
          <p:nvPr/>
        </p:nvSpPr>
        <p:spPr>
          <a:xfrm>
            <a:off x="1" y="-2636006"/>
            <a:ext cx="8203474" cy="213360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Title slide with speaker details and date</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replace text placeholder with your own copy.</a:t>
            </a:r>
          </a:p>
          <a:p>
            <a:r>
              <a:rPr lang="en-US" sz="2400">
                <a:solidFill>
                  <a:schemeClr val="tx1"/>
                </a:solidFill>
                <a:latin typeface="Source Sans Pro" charset="0"/>
                <a:ea typeface="Source Sans Pro" charset="0"/>
                <a:cs typeface="Source Sans Pro" charset="0"/>
              </a:rPr>
              <a:t> </a:t>
            </a:r>
          </a:p>
          <a:p>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622452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amber_title 1">
    <p:bg>
      <p:bgPr>
        <a:solidFill>
          <a:srgbClr val="FDFAF5"/>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7F9B1B2-6E0A-B341-A562-9FD5E6A89B86}"/>
              </a:ext>
              <a:ext uri="{C183D7F6-B498-43B3-948B-1728B52AA6E4}">
                <adec:decorative xmlns:adec="http://schemas.microsoft.com/office/drawing/2017/decorative" val="1"/>
              </a:ext>
            </a:extLst>
          </p:cNvPr>
          <p:cNvGrpSpPr/>
          <p:nvPr/>
        </p:nvGrpSpPr>
        <p:grpSpPr>
          <a:xfrm>
            <a:off x="-2594138" y="-1792136"/>
            <a:ext cx="26981313" cy="15508136"/>
            <a:chOff x="-2594138" y="-1792136"/>
            <a:chExt cx="26981312" cy="15508135"/>
          </a:xfrm>
        </p:grpSpPr>
        <p:sp>
          <p:nvSpPr>
            <p:cNvPr id="9" name="Rectangle 8">
              <a:extLst>
                <a:ext uri="{FF2B5EF4-FFF2-40B4-BE49-F238E27FC236}">
                  <a16:creationId xmlns:a16="http://schemas.microsoft.com/office/drawing/2014/main" id="{D85B7763-1851-EC4A-A2DB-032EE49FF8AA}"/>
                </a:ext>
                <a:ext uri="{C183D7F6-B498-43B3-948B-1728B52AA6E4}">
                  <adec:decorative xmlns:adec="http://schemas.microsoft.com/office/drawing/2017/decorative" val="1"/>
                </a:ext>
              </a:extLst>
            </p:cNvPr>
            <p:cNvSpPr/>
            <p:nvPr/>
          </p:nvSpPr>
          <p:spPr>
            <a:xfrm>
              <a:off x="-1" y="9956800"/>
              <a:ext cx="24387175" cy="3759199"/>
            </a:xfrm>
            <a:prstGeom prst="rect">
              <a:avLst/>
            </a:prstGeom>
            <a:solidFill>
              <a:srgbClr val="E9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10" name="Group 9">
              <a:extLst>
                <a:ext uri="{FF2B5EF4-FFF2-40B4-BE49-F238E27FC236}">
                  <a16:creationId xmlns:a16="http://schemas.microsoft.com/office/drawing/2014/main" id="{1488EC26-8C51-5941-A990-C73F8C13FDA1}"/>
                </a:ext>
              </a:extLst>
            </p:cNvPr>
            <p:cNvGrpSpPr/>
            <p:nvPr/>
          </p:nvGrpSpPr>
          <p:grpSpPr>
            <a:xfrm rot="16200000">
              <a:off x="-2594138" y="-1792136"/>
              <a:ext cx="14664266" cy="14664266"/>
              <a:chOff x="6061747" y="1538838"/>
              <a:chExt cx="10553467" cy="10553467"/>
            </a:xfrm>
          </p:grpSpPr>
          <p:sp>
            <p:nvSpPr>
              <p:cNvPr id="11" name="Oval 10">
                <a:extLst>
                  <a:ext uri="{FF2B5EF4-FFF2-40B4-BE49-F238E27FC236}">
                    <a16:creationId xmlns:a16="http://schemas.microsoft.com/office/drawing/2014/main" id="{8492E875-5B3A-0F4D-872B-1663F7303954}"/>
                  </a:ext>
                  <a:ext uri="{C183D7F6-B498-43B3-948B-1728B52AA6E4}">
                    <adec:decorative xmlns:adec="http://schemas.microsoft.com/office/drawing/2017/decorative" val="1"/>
                  </a:ext>
                </a:extLst>
              </p:cNvPr>
              <p:cNvSpPr/>
              <p:nvPr/>
            </p:nvSpPr>
            <p:spPr>
              <a:xfrm>
                <a:off x="6061747" y="1538838"/>
                <a:ext cx="10553467" cy="10553467"/>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Freeform 11">
                <a:extLst>
                  <a:ext uri="{FF2B5EF4-FFF2-40B4-BE49-F238E27FC236}">
                    <a16:creationId xmlns:a16="http://schemas.microsoft.com/office/drawing/2014/main" id="{7EC58509-246D-054A-994D-BE8A49011C28}"/>
                  </a:ext>
                  <a:ext uri="{C183D7F6-B498-43B3-948B-1728B52AA6E4}">
                    <adec:decorative xmlns:adec="http://schemas.microsoft.com/office/drawing/2017/decorative" val="1"/>
                  </a:ext>
                </a:extLst>
              </p:cNvPr>
              <p:cNvSpPr/>
              <p:nvPr/>
            </p:nvSpPr>
            <p:spPr>
              <a:xfrm>
                <a:off x="6061747"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pic>
        <p:nvPicPr>
          <p:cNvPr id="21" name="Logo">
            <a:extLst>
              <a:ext uri="{FF2B5EF4-FFF2-40B4-BE49-F238E27FC236}">
                <a16:creationId xmlns:a16="http://schemas.microsoft.com/office/drawing/2014/main" id="{19A00492-11BC-6540-B647-455438B4C38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1879" y="1524000"/>
            <a:ext cx="2182620" cy="552276"/>
          </a:xfrm>
          <a:prstGeom prst="rect">
            <a:avLst/>
          </a:prstGeom>
        </p:spPr>
      </p:pic>
      <p:sp>
        <p:nvSpPr>
          <p:cNvPr id="14" name="Title 13">
            <a:extLst>
              <a:ext uri="{FF2B5EF4-FFF2-40B4-BE49-F238E27FC236}">
                <a16:creationId xmlns:a16="http://schemas.microsoft.com/office/drawing/2014/main" id="{A826F2C3-7FC0-8146-A5B5-EC34E99CF1CC}"/>
              </a:ext>
            </a:extLst>
          </p:cNvPr>
          <p:cNvSpPr>
            <a:spLocks noGrp="1"/>
          </p:cNvSpPr>
          <p:nvPr>
            <p:ph type="title" hasCustomPrompt="1"/>
          </p:nvPr>
        </p:nvSpPr>
        <p:spPr>
          <a:xfrm>
            <a:off x="1902960" y="3962400"/>
            <a:ext cx="13605327" cy="3352800"/>
          </a:xfrm>
        </p:spPr>
        <p:txBody>
          <a:bodyPr anchor="b" anchorCtr="0">
            <a:noAutofit/>
          </a:bodyPr>
          <a:lstStyle>
            <a:lvl1pPr>
              <a:defRPr sz="11498">
                <a:solidFill>
                  <a:schemeClr val="accent2"/>
                </a:solidFill>
              </a:defRPr>
            </a:lvl1pPr>
          </a:lstStyle>
          <a:p>
            <a:r>
              <a:rPr lang="en-US"/>
              <a:t>Enter slide title here,</a:t>
            </a:r>
            <a:br>
              <a:rPr lang="en-US"/>
            </a:br>
            <a:r>
              <a:rPr lang="en-US"/>
              <a:t>in two lines or less</a:t>
            </a:r>
          </a:p>
        </p:txBody>
      </p:sp>
      <p:sp>
        <p:nvSpPr>
          <p:cNvPr id="23" name="Text Placeholder 5">
            <a:extLst>
              <a:ext uri="{FF2B5EF4-FFF2-40B4-BE49-F238E27FC236}">
                <a16:creationId xmlns:a16="http://schemas.microsoft.com/office/drawing/2014/main" id="{1C42D50D-C530-F54C-9136-DCA02267799E}"/>
              </a:ext>
            </a:extLst>
          </p:cNvPr>
          <p:cNvSpPr>
            <a:spLocks noGrp="1"/>
          </p:cNvSpPr>
          <p:nvPr>
            <p:ph type="body" sz="quarter" idx="11" hasCustomPrompt="1"/>
          </p:nvPr>
        </p:nvSpPr>
        <p:spPr>
          <a:xfrm>
            <a:off x="1902960" y="7933764"/>
            <a:ext cx="6194791" cy="1260476"/>
          </a:xfrm>
        </p:spPr>
        <p:txBody>
          <a:bodyPr lIns="0">
            <a:noAutofit/>
          </a:bodyPr>
          <a:lstStyle>
            <a:lvl1pPr marL="0" indent="0">
              <a:buNone/>
              <a:defRPr sz="3600"/>
            </a:lvl1pPr>
          </a:lstStyle>
          <a:p>
            <a:pPr lvl="0"/>
            <a:r>
              <a:rPr lang="en-US"/>
              <a:t>Enter speaker name</a:t>
            </a:r>
          </a:p>
          <a:p>
            <a:pPr lvl="0"/>
            <a:r>
              <a:rPr lang="en-US"/>
              <a:t>Enter speaker title</a:t>
            </a:r>
          </a:p>
        </p:txBody>
      </p:sp>
      <p:sp>
        <p:nvSpPr>
          <p:cNvPr id="24" name="Text Placeholder 5">
            <a:extLst>
              <a:ext uri="{FF2B5EF4-FFF2-40B4-BE49-F238E27FC236}">
                <a16:creationId xmlns:a16="http://schemas.microsoft.com/office/drawing/2014/main" id="{DFBE7EAF-C631-154E-8415-FBFC5D56B8AD}"/>
              </a:ext>
            </a:extLst>
          </p:cNvPr>
          <p:cNvSpPr>
            <a:spLocks noGrp="1"/>
          </p:cNvSpPr>
          <p:nvPr>
            <p:ph type="body" sz="quarter" idx="12" hasCustomPrompt="1"/>
          </p:nvPr>
        </p:nvSpPr>
        <p:spPr>
          <a:xfrm>
            <a:off x="1902962" y="10770111"/>
            <a:ext cx="6224770" cy="443222"/>
          </a:xfrm>
        </p:spPr>
        <p:txBody>
          <a:bodyPr lIns="0">
            <a:noAutofit/>
          </a:bodyPr>
          <a:lstStyle>
            <a:lvl1pPr marL="0" indent="0">
              <a:buNone/>
              <a:defRPr sz="2800">
                <a:solidFill>
                  <a:schemeClr val="bg1"/>
                </a:solidFill>
              </a:defRPr>
            </a:lvl1pPr>
            <a:lvl2pPr>
              <a:defRPr sz="2800"/>
            </a:lvl2pPr>
            <a:lvl3pPr>
              <a:defRPr sz="2800"/>
            </a:lvl3pPr>
            <a:lvl4pPr>
              <a:defRPr sz="2800"/>
            </a:lvl4pPr>
            <a:lvl5pPr>
              <a:defRPr sz="2800"/>
            </a:lvl5pPr>
          </a:lstStyle>
          <a:p>
            <a:pPr lvl="0"/>
            <a:r>
              <a:rPr lang="en-US"/>
              <a:t>Month ##, 2019</a:t>
            </a:r>
          </a:p>
        </p:txBody>
      </p:sp>
      <p:sp>
        <p:nvSpPr>
          <p:cNvPr id="15" name="Folded Corner 14">
            <a:extLst>
              <a:ext uri="{FF2B5EF4-FFF2-40B4-BE49-F238E27FC236}">
                <a16:creationId xmlns:a16="http://schemas.microsoft.com/office/drawing/2014/main" id="{1D20AE84-AA54-C849-B569-25660399ECA1}"/>
              </a:ext>
              <a:ext uri="{C183D7F6-B498-43B3-948B-1728B52AA6E4}">
                <adec:decorative xmlns:adec="http://schemas.microsoft.com/office/drawing/2017/decorative" val="1"/>
              </a:ext>
            </a:extLst>
          </p:cNvPr>
          <p:cNvSpPr/>
          <p:nvPr/>
        </p:nvSpPr>
        <p:spPr>
          <a:xfrm>
            <a:off x="1" y="-2636006"/>
            <a:ext cx="8203474" cy="213360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Title slide with speaker details and date</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replace text placeholder with your own copy.</a:t>
            </a:r>
          </a:p>
          <a:p>
            <a:r>
              <a:rPr lang="en-US" sz="2400">
                <a:solidFill>
                  <a:schemeClr val="tx1"/>
                </a:solidFill>
                <a:latin typeface="Source Sans Pro" charset="0"/>
                <a:ea typeface="Source Sans Pro" charset="0"/>
                <a:cs typeface="Source Sans Pro" charset="0"/>
              </a:rPr>
              <a:t> </a:t>
            </a:r>
          </a:p>
          <a:p>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733054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green_title 2">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DDF42923-C504-794F-BC19-BB851F53A775}"/>
              </a:ext>
              <a:ext uri="{C183D7F6-B498-43B3-948B-1728B52AA6E4}">
                <adec:decorative xmlns:adec="http://schemas.microsoft.com/office/drawing/2017/decorative" val="1"/>
              </a:ext>
            </a:extLst>
          </p:cNvPr>
          <p:cNvSpPr/>
          <p:nvPr/>
        </p:nvSpPr>
        <p:spPr>
          <a:xfrm>
            <a:off x="2239655" y="1561784"/>
            <a:ext cx="10553468" cy="1055346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3E41A573-57FF-DE4A-B84D-1B61945993B0}"/>
              </a:ext>
              <a:ext uri="{C183D7F6-B498-43B3-948B-1728B52AA6E4}">
                <adec:decorative xmlns:adec="http://schemas.microsoft.com/office/drawing/2017/decorative" val="1"/>
              </a:ext>
            </a:extLst>
          </p:cNvPr>
          <p:cNvSpPr/>
          <p:nvPr/>
        </p:nvSpPr>
        <p:spPr>
          <a:xfrm>
            <a:off x="1" y="0"/>
            <a:ext cx="3759199" cy="13716000"/>
          </a:xfrm>
          <a:prstGeom prst="rect">
            <a:avLst/>
          </a:prstGeom>
          <a:solidFill>
            <a:srgbClr val="D7EB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11" name="Freeform 10">
            <a:extLst>
              <a:ext uri="{FF2B5EF4-FFF2-40B4-BE49-F238E27FC236}">
                <a16:creationId xmlns:a16="http://schemas.microsoft.com/office/drawing/2014/main" id="{5812157B-2B37-7648-BA94-B40686A41E3A}"/>
              </a:ext>
              <a:ext uri="{C183D7F6-B498-43B3-948B-1728B52AA6E4}">
                <adec:decorative xmlns:adec="http://schemas.microsoft.com/office/drawing/2017/decorative" val="1"/>
              </a:ext>
            </a:extLst>
          </p:cNvPr>
          <p:cNvSpPr/>
          <p:nvPr/>
        </p:nvSpPr>
        <p:spPr>
          <a:xfrm>
            <a:off x="2258724" y="3156361"/>
            <a:ext cx="1493979" cy="7368478"/>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3" name="Title 2">
            <a:extLst>
              <a:ext uri="{FF2B5EF4-FFF2-40B4-BE49-F238E27FC236}">
                <a16:creationId xmlns:a16="http://schemas.microsoft.com/office/drawing/2014/main" id="{706A3B0C-1962-6244-9784-9940F012B43F}"/>
              </a:ext>
            </a:extLst>
          </p:cNvPr>
          <p:cNvSpPr>
            <a:spLocks noGrp="1"/>
          </p:cNvSpPr>
          <p:nvPr>
            <p:ph type="title" hasCustomPrompt="1"/>
          </p:nvPr>
        </p:nvSpPr>
        <p:spPr>
          <a:xfrm>
            <a:off x="5879134" y="3786872"/>
            <a:ext cx="14390065" cy="3042768"/>
          </a:xfrm>
          <a:noFill/>
        </p:spPr>
        <p:txBody>
          <a:bodyPr vert="horz" lIns="0" tIns="45720" rIns="0" bIns="45720" rtlCol="0" anchor="b" anchorCtr="0">
            <a:noAutofit/>
          </a:bodyPr>
          <a:lstStyle>
            <a:lvl1pPr>
              <a:defRPr lang="en-US" sz="11498">
                <a:solidFill>
                  <a:schemeClr val="accent1"/>
                </a:solidFill>
                <a:ea typeface="+mn-ea"/>
                <a:cs typeface="+mn-cs"/>
              </a:defRPr>
            </a:lvl1pPr>
          </a:lstStyle>
          <a:p>
            <a:pPr marL="0" lvl="0" indent="0">
              <a:spcBef>
                <a:spcPts val="2000"/>
              </a:spcBef>
              <a:buFontTx/>
            </a:pPr>
            <a:r>
              <a:rPr lang="en-US"/>
              <a:t>Enter slide title here</a:t>
            </a:r>
          </a:p>
        </p:txBody>
      </p:sp>
      <p:sp>
        <p:nvSpPr>
          <p:cNvPr id="12" name="Text Placeholder 17">
            <a:extLst>
              <a:ext uri="{FF2B5EF4-FFF2-40B4-BE49-F238E27FC236}">
                <a16:creationId xmlns:a16="http://schemas.microsoft.com/office/drawing/2014/main" id="{46C1F137-3515-9A43-B3CE-FD88E4059128}"/>
              </a:ext>
            </a:extLst>
          </p:cNvPr>
          <p:cNvSpPr>
            <a:spLocks noGrp="1"/>
          </p:cNvSpPr>
          <p:nvPr>
            <p:ph type="body" sz="quarter" idx="13" hasCustomPrompt="1"/>
          </p:nvPr>
        </p:nvSpPr>
        <p:spPr>
          <a:xfrm>
            <a:off x="5878513" y="6896066"/>
            <a:ext cx="8934767" cy="3042768"/>
          </a:xfrm>
        </p:spPr>
        <p:txBody>
          <a:bodyPr>
            <a:normAutofit/>
          </a:bodyPr>
          <a:lstStyle>
            <a:lvl1pPr marL="0" indent="0">
              <a:lnSpc>
                <a:spcPts val="5758"/>
              </a:lnSpc>
              <a:buFontTx/>
              <a:buNone/>
              <a:defRPr sz="4800" baseline="0">
                <a:solidFill>
                  <a:schemeClr val="accent6"/>
                </a:solidFill>
              </a:defRPr>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or descriptor here in two lines or less</a:t>
            </a:r>
          </a:p>
        </p:txBody>
      </p:sp>
      <p:sp>
        <p:nvSpPr>
          <p:cNvPr id="8" name="Folded Corner 7">
            <a:extLst>
              <a:ext uri="{FF2B5EF4-FFF2-40B4-BE49-F238E27FC236}">
                <a16:creationId xmlns:a16="http://schemas.microsoft.com/office/drawing/2014/main" id="{6E734F67-4554-A040-958A-BDE61F94184E}"/>
              </a:ext>
              <a:ext uri="{C183D7F6-B498-43B3-948B-1728B52AA6E4}">
                <adec:decorative xmlns:adec="http://schemas.microsoft.com/office/drawing/2017/decorative" val="1"/>
              </a:ext>
            </a:extLst>
          </p:cNvPr>
          <p:cNvSpPr/>
          <p:nvPr/>
        </p:nvSpPr>
        <p:spPr>
          <a:xfrm>
            <a:off x="0" y="-2108199"/>
            <a:ext cx="8763001" cy="156769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Title page with title and subtitle over brand shapes</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 </a:t>
            </a:r>
            <a:r>
              <a:rPr lang="en-US" sz="2400" b="0">
                <a:solidFill>
                  <a:schemeClr val="tx1"/>
                </a:solidFill>
                <a:latin typeface="Source Sans Pro" charset="0"/>
                <a:ea typeface="Source Sans Pro" charset="0"/>
                <a:cs typeface="Source Sans Pro" charset="0"/>
              </a:rPr>
              <a:t>Use when you need more focus on the title.</a:t>
            </a:r>
            <a:endParaRPr lang="en-US" sz="2400">
              <a:solidFill>
                <a:schemeClr val="tx1"/>
              </a:solidFill>
              <a:latin typeface="Source Sans Pro" charset="0"/>
              <a:ea typeface="Source Sans Pro" charset="0"/>
              <a:cs typeface="Source Sans Pro" charset="0"/>
            </a:endParaRPr>
          </a:p>
        </p:txBody>
      </p:sp>
      <p:pic>
        <p:nvPicPr>
          <p:cNvPr id="15" name="Logo">
            <a:extLst>
              <a:ext uri="{FF2B5EF4-FFF2-40B4-BE49-F238E27FC236}">
                <a16:creationId xmlns:a16="http://schemas.microsoft.com/office/drawing/2014/main" id="{BDA6AC91-71AE-194E-A3BD-114D5A15093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39724"/>
            <a:ext cx="2182620" cy="552276"/>
          </a:xfrm>
          <a:prstGeom prst="rect">
            <a:avLst/>
          </a:prstGeom>
        </p:spPr>
      </p:pic>
    </p:spTree>
    <p:extLst>
      <p:ext uri="{BB962C8B-B14F-4D97-AF65-F5344CB8AC3E}">
        <p14:creationId xmlns:p14="http://schemas.microsoft.com/office/powerpoint/2010/main" val="12296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mber_title 2">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0F854629-5949-DA46-8091-8746E63A5DFC}"/>
              </a:ext>
              <a:ext uri="{C183D7F6-B498-43B3-948B-1728B52AA6E4}">
                <adec:decorative xmlns:adec="http://schemas.microsoft.com/office/drawing/2017/decorative" val="1"/>
              </a:ext>
            </a:extLst>
          </p:cNvPr>
          <p:cNvSpPr/>
          <p:nvPr/>
        </p:nvSpPr>
        <p:spPr>
          <a:xfrm>
            <a:off x="2239655" y="1561784"/>
            <a:ext cx="10553468" cy="1055346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a:extLst>
              <a:ext uri="{FF2B5EF4-FFF2-40B4-BE49-F238E27FC236}">
                <a16:creationId xmlns:a16="http://schemas.microsoft.com/office/drawing/2014/main" id="{C712DD76-CD06-F246-AD97-AF1576C8C9D2}"/>
              </a:ext>
              <a:ext uri="{C183D7F6-B498-43B3-948B-1728B52AA6E4}">
                <adec:decorative xmlns:adec="http://schemas.microsoft.com/office/drawing/2017/decorative" val="1"/>
              </a:ext>
            </a:extLst>
          </p:cNvPr>
          <p:cNvSpPr/>
          <p:nvPr/>
        </p:nvSpPr>
        <p:spPr>
          <a:xfrm>
            <a:off x="1" y="0"/>
            <a:ext cx="3759199" cy="13716000"/>
          </a:xfrm>
          <a:prstGeom prst="rect">
            <a:avLst/>
          </a:prstGeom>
          <a:solidFill>
            <a:srgbClr val="E9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15" name="Freeform 14">
            <a:extLst>
              <a:ext uri="{FF2B5EF4-FFF2-40B4-BE49-F238E27FC236}">
                <a16:creationId xmlns:a16="http://schemas.microsoft.com/office/drawing/2014/main" id="{CE5177B1-B18E-2940-A5E8-905FC35DA1A6}"/>
              </a:ext>
              <a:ext uri="{C183D7F6-B498-43B3-948B-1728B52AA6E4}">
                <adec:decorative xmlns:adec="http://schemas.microsoft.com/office/drawing/2017/decorative" val="1"/>
              </a:ext>
            </a:extLst>
          </p:cNvPr>
          <p:cNvSpPr/>
          <p:nvPr/>
        </p:nvSpPr>
        <p:spPr>
          <a:xfrm>
            <a:off x="2258724" y="3156361"/>
            <a:ext cx="1493979" cy="7368478"/>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6" name="Title 2">
            <a:extLst>
              <a:ext uri="{FF2B5EF4-FFF2-40B4-BE49-F238E27FC236}">
                <a16:creationId xmlns:a16="http://schemas.microsoft.com/office/drawing/2014/main" id="{09251B4A-9B53-AA48-9B82-793256E1355B}"/>
              </a:ext>
            </a:extLst>
          </p:cNvPr>
          <p:cNvSpPr>
            <a:spLocks noGrp="1"/>
          </p:cNvSpPr>
          <p:nvPr>
            <p:ph type="title" hasCustomPrompt="1"/>
          </p:nvPr>
        </p:nvSpPr>
        <p:spPr>
          <a:xfrm>
            <a:off x="5879134" y="3786872"/>
            <a:ext cx="14390065" cy="3042768"/>
          </a:xfrm>
          <a:noFill/>
        </p:spPr>
        <p:txBody>
          <a:bodyPr vert="horz" lIns="0" tIns="45720" rIns="0" bIns="45720" rtlCol="0" anchor="b" anchorCtr="0">
            <a:noAutofit/>
          </a:bodyPr>
          <a:lstStyle>
            <a:lvl1pPr>
              <a:defRPr lang="en-US" sz="11498">
                <a:solidFill>
                  <a:schemeClr val="accent2"/>
                </a:solidFill>
                <a:ea typeface="+mn-ea"/>
                <a:cs typeface="+mn-cs"/>
              </a:defRPr>
            </a:lvl1pPr>
          </a:lstStyle>
          <a:p>
            <a:pPr marL="0" lvl="0" indent="0">
              <a:spcBef>
                <a:spcPts val="2000"/>
              </a:spcBef>
              <a:buFontTx/>
            </a:pPr>
            <a:r>
              <a:rPr lang="en-US"/>
              <a:t>Enter slide title here</a:t>
            </a:r>
          </a:p>
        </p:txBody>
      </p:sp>
      <p:sp>
        <p:nvSpPr>
          <p:cNvPr id="18" name="Text Placeholder 17">
            <a:extLst>
              <a:ext uri="{FF2B5EF4-FFF2-40B4-BE49-F238E27FC236}">
                <a16:creationId xmlns:a16="http://schemas.microsoft.com/office/drawing/2014/main" id="{B577DE6D-9268-1E4C-9000-CC534449427F}"/>
              </a:ext>
            </a:extLst>
          </p:cNvPr>
          <p:cNvSpPr>
            <a:spLocks noGrp="1"/>
          </p:cNvSpPr>
          <p:nvPr>
            <p:ph type="body" sz="quarter" idx="13" hasCustomPrompt="1"/>
          </p:nvPr>
        </p:nvSpPr>
        <p:spPr>
          <a:xfrm>
            <a:off x="5878513" y="6896066"/>
            <a:ext cx="8873807" cy="3042768"/>
          </a:xfrm>
        </p:spPr>
        <p:txBody>
          <a:bodyPr>
            <a:normAutofit/>
          </a:bodyPr>
          <a:lstStyle>
            <a:lvl1pPr marL="0" indent="0">
              <a:lnSpc>
                <a:spcPts val="5758"/>
              </a:lnSpc>
              <a:buFontTx/>
              <a:buNone/>
              <a:defRPr sz="4800" baseline="0">
                <a:solidFill>
                  <a:schemeClr val="accent6"/>
                </a:solidFill>
              </a:defRPr>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or descriptor here in two lines or less</a:t>
            </a:r>
          </a:p>
        </p:txBody>
      </p:sp>
      <p:sp>
        <p:nvSpPr>
          <p:cNvPr id="9" name="Folded Corner 8">
            <a:extLst>
              <a:ext uri="{FF2B5EF4-FFF2-40B4-BE49-F238E27FC236}">
                <a16:creationId xmlns:a16="http://schemas.microsoft.com/office/drawing/2014/main" id="{EA3BA1D6-10A5-C24F-B590-8F967AC27932}"/>
              </a:ext>
              <a:ext uri="{C183D7F6-B498-43B3-948B-1728B52AA6E4}">
                <adec:decorative xmlns:adec="http://schemas.microsoft.com/office/drawing/2017/decorative" val="1"/>
              </a:ext>
            </a:extLst>
          </p:cNvPr>
          <p:cNvSpPr/>
          <p:nvPr/>
        </p:nvSpPr>
        <p:spPr>
          <a:xfrm>
            <a:off x="0" y="-2108199"/>
            <a:ext cx="8763001" cy="156769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Title page with title and subtitle over brand shapes</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 </a:t>
            </a:r>
            <a:r>
              <a:rPr lang="en-US" sz="2400" b="0">
                <a:solidFill>
                  <a:schemeClr val="tx1"/>
                </a:solidFill>
                <a:latin typeface="Source Sans Pro" charset="0"/>
                <a:ea typeface="Source Sans Pro" charset="0"/>
                <a:cs typeface="Source Sans Pro" charset="0"/>
              </a:rPr>
              <a:t>Use when you need more focus on the title.</a:t>
            </a:r>
            <a:endParaRPr lang="en-US" sz="2400">
              <a:solidFill>
                <a:schemeClr val="tx1"/>
              </a:solidFill>
              <a:latin typeface="Source Sans Pro" charset="0"/>
              <a:ea typeface="Source Sans Pro" charset="0"/>
              <a:cs typeface="Source Sans Pro" charset="0"/>
            </a:endParaRPr>
          </a:p>
        </p:txBody>
      </p:sp>
      <p:pic>
        <p:nvPicPr>
          <p:cNvPr id="10" name="Logo">
            <a:extLst>
              <a:ext uri="{FF2B5EF4-FFF2-40B4-BE49-F238E27FC236}">
                <a16:creationId xmlns:a16="http://schemas.microsoft.com/office/drawing/2014/main" id="{37140EFE-78E2-4D45-BCFD-59D8B79460B6}"/>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39724"/>
            <a:ext cx="2182620" cy="552276"/>
          </a:xfrm>
          <a:prstGeom prst="rect">
            <a:avLst/>
          </a:prstGeom>
        </p:spPr>
      </p:pic>
    </p:spTree>
    <p:extLst>
      <p:ext uri="{BB962C8B-B14F-4D97-AF65-F5344CB8AC3E}">
        <p14:creationId xmlns:p14="http://schemas.microsoft.com/office/powerpoint/2010/main" val="3456916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d_title 2">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F177AB40-A234-8D48-91CE-21324D80DA29}"/>
              </a:ext>
              <a:ext uri="{C183D7F6-B498-43B3-948B-1728B52AA6E4}">
                <adec:decorative xmlns:adec="http://schemas.microsoft.com/office/drawing/2017/decorative" val="1"/>
              </a:ext>
            </a:extLst>
          </p:cNvPr>
          <p:cNvSpPr/>
          <p:nvPr/>
        </p:nvSpPr>
        <p:spPr>
          <a:xfrm>
            <a:off x="2239655" y="1561784"/>
            <a:ext cx="10553468" cy="1055346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a:extLst>
              <a:ext uri="{FF2B5EF4-FFF2-40B4-BE49-F238E27FC236}">
                <a16:creationId xmlns:a16="http://schemas.microsoft.com/office/drawing/2014/main" id="{8744D3C8-EE99-2043-8E59-24966559BE65}"/>
              </a:ext>
              <a:ext uri="{C183D7F6-B498-43B3-948B-1728B52AA6E4}">
                <adec:decorative xmlns:adec="http://schemas.microsoft.com/office/drawing/2017/decorative" val="1"/>
              </a:ext>
            </a:extLst>
          </p:cNvPr>
          <p:cNvSpPr/>
          <p:nvPr/>
        </p:nvSpPr>
        <p:spPr>
          <a:xfrm>
            <a:off x="1" y="0"/>
            <a:ext cx="3759199" cy="13716000"/>
          </a:xfrm>
          <a:prstGeom prst="rect">
            <a:avLst/>
          </a:prstGeom>
          <a:solidFill>
            <a:srgbClr val="E9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17" name="Freeform 16">
            <a:extLst>
              <a:ext uri="{FF2B5EF4-FFF2-40B4-BE49-F238E27FC236}">
                <a16:creationId xmlns:a16="http://schemas.microsoft.com/office/drawing/2014/main" id="{60F9A4C1-BE71-7249-AF24-DA7AFDF09FCB}"/>
              </a:ext>
              <a:ext uri="{C183D7F6-B498-43B3-948B-1728B52AA6E4}">
                <adec:decorative xmlns:adec="http://schemas.microsoft.com/office/drawing/2017/decorative" val="1"/>
              </a:ext>
            </a:extLst>
          </p:cNvPr>
          <p:cNvSpPr/>
          <p:nvPr/>
        </p:nvSpPr>
        <p:spPr>
          <a:xfrm>
            <a:off x="2258724" y="3156361"/>
            <a:ext cx="1493979" cy="7368478"/>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8" name="Title 2">
            <a:extLst>
              <a:ext uri="{FF2B5EF4-FFF2-40B4-BE49-F238E27FC236}">
                <a16:creationId xmlns:a16="http://schemas.microsoft.com/office/drawing/2014/main" id="{0EEAB473-5373-E44C-899A-3129767FD0D9}"/>
              </a:ext>
            </a:extLst>
          </p:cNvPr>
          <p:cNvSpPr>
            <a:spLocks noGrp="1"/>
          </p:cNvSpPr>
          <p:nvPr>
            <p:ph type="title" hasCustomPrompt="1"/>
          </p:nvPr>
        </p:nvSpPr>
        <p:spPr>
          <a:xfrm>
            <a:off x="5879134" y="3786872"/>
            <a:ext cx="14390065" cy="3042768"/>
          </a:xfrm>
          <a:noFill/>
        </p:spPr>
        <p:txBody>
          <a:bodyPr vert="horz" lIns="0" tIns="45720" rIns="0" bIns="45720" rtlCol="0" anchor="b" anchorCtr="0">
            <a:noAutofit/>
          </a:bodyPr>
          <a:lstStyle>
            <a:lvl1pPr>
              <a:defRPr lang="en-US" sz="11498">
                <a:solidFill>
                  <a:schemeClr val="tx2"/>
                </a:solidFill>
                <a:ea typeface="+mn-ea"/>
                <a:cs typeface="+mn-cs"/>
              </a:defRPr>
            </a:lvl1pPr>
          </a:lstStyle>
          <a:p>
            <a:pPr marL="0" lvl="0" indent="0">
              <a:spcBef>
                <a:spcPts val="2000"/>
              </a:spcBef>
              <a:buFontTx/>
            </a:pPr>
            <a:r>
              <a:rPr lang="en-US"/>
              <a:t>Enter slide title here</a:t>
            </a:r>
          </a:p>
        </p:txBody>
      </p:sp>
      <p:sp>
        <p:nvSpPr>
          <p:cNvPr id="19" name="Text Placeholder 17">
            <a:extLst>
              <a:ext uri="{FF2B5EF4-FFF2-40B4-BE49-F238E27FC236}">
                <a16:creationId xmlns:a16="http://schemas.microsoft.com/office/drawing/2014/main" id="{417C5DB6-703F-EC4F-807A-A23A4BAE0307}"/>
              </a:ext>
            </a:extLst>
          </p:cNvPr>
          <p:cNvSpPr>
            <a:spLocks noGrp="1"/>
          </p:cNvSpPr>
          <p:nvPr>
            <p:ph type="body" sz="quarter" idx="13" hasCustomPrompt="1"/>
          </p:nvPr>
        </p:nvSpPr>
        <p:spPr>
          <a:xfrm>
            <a:off x="5878514" y="6896066"/>
            <a:ext cx="8812847" cy="3042768"/>
          </a:xfrm>
        </p:spPr>
        <p:txBody>
          <a:bodyPr>
            <a:normAutofit/>
          </a:bodyPr>
          <a:lstStyle>
            <a:lvl1pPr marL="0" indent="0">
              <a:lnSpc>
                <a:spcPts val="5758"/>
              </a:lnSpc>
              <a:buFontTx/>
              <a:buNone/>
              <a:defRPr sz="4800" baseline="0">
                <a:solidFill>
                  <a:schemeClr val="accent6"/>
                </a:solidFill>
              </a:defRPr>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or descriptor here in two lines or less</a:t>
            </a:r>
          </a:p>
        </p:txBody>
      </p:sp>
      <p:sp>
        <p:nvSpPr>
          <p:cNvPr id="20" name="Folded Corner 19">
            <a:extLst>
              <a:ext uri="{FF2B5EF4-FFF2-40B4-BE49-F238E27FC236}">
                <a16:creationId xmlns:a16="http://schemas.microsoft.com/office/drawing/2014/main" id="{E2F65ADE-A42F-1D47-AEDC-7083CEA3EE81}"/>
              </a:ext>
              <a:ext uri="{C183D7F6-B498-43B3-948B-1728B52AA6E4}">
                <adec:decorative xmlns:adec="http://schemas.microsoft.com/office/drawing/2017/decorative" val="1"/>
              </a:ext>
            </a:extLst>
          </p:cNvPr>
          <p:cNvSpPr/>
          <p:nvPr/>
        </p:nvSpPr>
        <p:spPr>
          <a:xfrm>
            <a:off x="0" y="-2108199"/>
            <a:ext cx="8763001" cy="156769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Title page with title and subtitle over brand shapes</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 </a:t>
            </a:r>
            <a:r>
              <a:rPr lang="en-US" sz="2400" b="0">
                <a:solidFill>
                  <a:schemeClr val="tx1"/>
                </a:solidFill>
                <a:latin typeface="Source Sans Pro" charset="0"/>
                <a:ea typeface="Source Sans Pro" charset="0"/>
                <a:cs typeface="Source Sans Pro" charset="0"/>
              </a:rPr>
              <a:t>Use when you need more focus on the title.</a:t>
            </a:r>
            <a:endParaRPr lang="en-US" sz="2400">
              <a:solidFill>
                <a:schemeClr val="tx1"/>
              </a:solidFill>
              <a:latin typeface="Source Sans Pro" charset="0"/>
              <a:ea typeface="Source Sans Pro" charset="0"/>
              <a:cs typeface="Source Sans Pro" charset="0"/>
            </a:endParaRPr>
          </a:p>
        </p:txBody>
      </p:sp>
      <p:pic>
        <p:nvPicPr>
          <p:cNvPr id="10" name="Logo">
            <a:extLst>
              <a:ext uri="{FF2B5EF4-FFF2-40B4-BE49-F238E27FC236}">
                <a16:creationId xmlns:a16="http://schemas.microsoft.com/office/drawing/2014/main" id="{D6F791F8-72DE-DD4B-995E-4719DEE2A8A8}"/>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39724"/>
            <a:ext cx="2182620" cy="552276"/>
          </a:xfrm>
          <a:prstGeom prst="rect">
            <a:avLst/>
          </a:prstGeom>
        </p:spPr>
      </p:pic>
    </p:spTree>
    <p:extLst>
      <p:ext uri="{BB962C8B-B14F-4D97-AF65-F5344CB8AC3E}">
        <p14:creationId xmlns:p14="http://schemas.microsoft.com/office/powerpoint/2010/main" val="3159933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ue_title 2">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03F8AB21-FEB2-E543-B0CA-913DED33CC65}"/>
              </a:ext>
              <a:ext uri="{C183D7F6-B498-43B3-948B-1728B52AA6E4}">
                <adec:decorative xmlns:adec="http://schemas.microsoft.com/office/drawing/2017/decorative" val="1"/>
              </a:ext>
            </a:extLst>
          </p:cNvPr>
          <p:cNvSpPr/>
          <p:nvPr/>
        </p:nvSpPr>
        <p:spPr>
          <a:xfrm>
            <a:off x="2239655" y="1569090"/>
            <a:ext cx="10553468" cy="1055346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a:extLst>
              <a:ext uri="{FF2B5EF4-FFF2-40B4-BE49-F238E27FC236}">
                <a16:creationId xmlns:a16="http://schemas.microsoft.com/office/drawing/2014/main" id="{66A452C1-6E9B-9444-AA3C-550E2CAED8BD}"/>
              </a:ext>
              <a:ext uri="{C183D7F6-B498-43B3-948B-1728B52AA6E4}">
                <adec:decorative xmlns:adec="http://schemas.microsoft.com/office/drawing/2017/decorative" val="1"/>
              </a:ext>
            </a:extLst>
          </p:cNvPr>
          <p:cNvSpPr/>
          <p:nvPr/>
        </p:nvSpPr>
        <p:spPr>
          <a:xfrm>
            <a:off x="1" y="0"/>
            <a:ext cx="3759199" cy="13716000"/>
          </a:xfrm>
          <a:prstGeom prst="rect">
            <a:avLst/>
          </a:prstGeom>
          <a:solidFill>
            <a:srgbClr val="DCE6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23" name="Freeform 22">
            <a:extLst>
              <a:ext uri="{FF2B5EF4-FFF2-40B4-BE49-F238E27FC236}">
                <a16:creationId xmlns:a16="http://schemas.microsoft.com/office/drawing/2014/main" id="{506E5382-3525-6242-92A4-2E7737E8883D}"/>
              </a:ext>
              <a:ext uri="{C183D7F6-B498-43B3-948B-1728B52AA6E4}">
                <adec:decorative xmlns:adec="http://schemas.microsoft.com/office/drawing/2017/decorative" val="1"/>
              </a:ext>
            </a:extLst>
          </p:cNvPr>
          <p:cNvSpPr/>
          <p:nvPr/>
        </p:nvSpPr>
        <p:spPr>
          <a:xfrm>
            <a:off x="2258724" y="3156361"/>
            <a:ext cx="1493979" cy="7368478"/>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24" name="Title 2">
            <a:extLst>
              <a:ext uri="{FF2B5EF4-FFF2-40B4-BE49-F238E27FC236}">
                <a16:creationId xmlns:a16="http://schemas.microsoft.com/office/drawing/2014/main" id="{20AE0E6E-6535-6A49-8B45-EBEDBF12F2AA}"/>
              </a:ext>
            </a:extLst>
          </p:cNvPr>
          <p:cNvSpPr>
            <a:spLocks noGrp="1"/>
          </p:cNvSpPr>
          <p:nvPr>
            <p:ph type="title" hasCustomPrompt="1"/>
          </p:nvPr>
        </p:nvSpPr>
        <p:spPr>
          <a:xfrm>
            <a:off x="5879134" y="3786872"/>
            <a:ext cx="14390065" cy="3042768"/>
          </a:xfrm>
          <a:noFill/>
        </p:spPr>
        <p:txBody>
          <a:bodyPr vert="horz" lIns="0" tIns="45720" rIns="0" bIns="45720" rtlCol="0" anchor="b" anchorCtr="0">
            <a:noAutofit/>
          </a:bodyPr>
          <a:lstStyle>
            <a:lvl1pPr>
              <a:defRPr lang="en-US" sz="11498">
                <a:solidFill>
                  <a:schemeClr val="bg2"/>
                </a:solidFill>
                <a:ea typeface="+mn-ea"/>
                <a:cs typeface="+mn-cs"/>
              </a:defRPr>
            </a:lvl1pPr>
          </a:lstStyle>
          <a:p>
            <a:pPr marL="0" lvl="0" indent="0">
              <a:spcBef>
                <a:spcPts val="2000"/>
              </a:spcBef>
              <a:buFontTx/>
            </a:pPr>
            <a:r>
              <a:rPr lang="en-US"/>
              <a:t>Enter slide title here</a:t>
            </a:r>
          </a:p>
        </p:txBody>
      </p:sp>
      <p:sp>
        <p:nvSpPr>
          <p:cNvPr id="25" name="Text Placeholder 17">
            <a:extLst>
              <a:ext uri="{FF2B5EF4-FFF2-40B4-BE49-F238E27FC236}">
                <a16:creationId xmlns:a16="http://schemas.microsoft.com/office/drawing/2014/main" id="{B2A94911-8934-724E-AEE7-976899B9FF32}"/>
              </a:ext>
            </a:extLst>
          </p:cNvPr>
          <p:cNvSpPr>
            <a:spLocks noGrp="1"/>
          </p:cNvSpPr>
          <p:nvPr>
            <p:ph type="body" sz="quarter" idx="13" hasCustomPrompt="1"/>
          </p:nvPr>
        </p:nvSpPr>
        <p:spPr>
          <a:xfrm>
            <a:off x="5878513" y="6896066"/>
            <a:ext cx="8904287" cy="3042768"/>
          </a:xfrm>
        </p:spPr>
        <p:txBody>
          <a:bodyPr>
            <a:normAutofit/>
          </a:bodyPr>
          <a:lstStyle>
            <a:lvl1pPr marL="0" indent="0">
              <a:lnSpc>
                <a:spcPts val="5758"/>
              </a:lnSpc>
              <a:buFontTx/>
              <a:buNone/>
              <a:defRPr sz="4800" baseline="0">
                <a:solidFill>
                  <a:schemeClr val="accent6"/>
                </a:solidFill>
              </a:defRPr>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or descriptor here in two lines or less</a:t>
            </a:r>
          </a:p>
        </p:txBody>
      </p:sp>
      <p:sp>
        <p:nvSpPr>
          <p:cNvPr id="8" name="Folded Corner 7">
            <a:extLst>
              <a:ext uri="{FF2B5EF4-FFF2-40B4-BE49-F238E27FC236}">
                <a16:creationId xmlns:a16="http://schemas.microsoft.com/office/drawing/2014/main" id="{B8DF32CB-F753-BF45-A521-003C04E2D9E7}"/>
              </a:ext>
              <a:ext uri="{C183D7F6-B498-43B3-948B-1728B52AA6E4}">
                <adec:decorative xmlns:adec="http://schemas.microsoft.com/office/drawing/2017/decorative" val="1"/>
              </a:ext>
            </a:extLst>
          </p:cNvPr>
          <p:cNvSpPr/>
          <p:nvPr/>
        </p:nvSpPr>
        <p:spPr>
          <a:xfrm>
            <a:off x="0" y="-2108199"/>
            <a:ext cx="8763001" cy="156769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Title page with title and subtitle over brand shapes</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 </a:t>
            </a:r>
            <a:r>
              <a:rPr lang="en-US" sz="2400" b="0">
                <a:solidFill>
                  <a:schemeClr val="tx1"/>
                </a:solidFill>
                <a:latin typeface="Source Sans Pro" charset="0"/>
                <a:ea typeface="Source Sans Pro" charset="0"/>
                <a:cs typeface="Source Sans Pro" charset="0"/>
              </a:rPr>
              <a:t>Use when you need more focus on the title.</a:t>
            </a:r>
            <a:endParaRPr lang="en-US" sz="2400">
              <a:solidFill>
                <a:schemeClr val="tx1"/>
              </a:solidFill>
              <a:latin typeface="Source Sans Pro" charset="0"/>
              <a:ea typeface="Source Sans Pro" charset="0"/>
              <a:cs typeface="Source Sans Pro" charset="0"/>
            </a:endParaRPr>
          </a:p>
        </p:txBody>
      </p:sp>
      <p:pic>
        <p:nvPicPr>
          <p:cNvPr id="10" name="Logo">
            <a:extLst>
              <a:ext uri="{FF2B5EF4-FFF2-40B4-BE49-F238E27FC236}">
                <a16:creationId xmlns:a16="http://schemas.microsoft.com/office/drawing/2014/main" id="{D83D9E9E-5FD8-EC4E-9BFE-DFB2A413DE8A}"/>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39724"/>
            <a:ext cx="2182620" cy="552276"/>
          </a:xfrm>
          <a:prstGeom prst="rect">
            <a:avLst/>
          </a:prstGeom>
        </p:spPr>
      </p:pic>
    </p:spTree>
    <p:extLst>
      <p:ext uri="{BB962C8B-B14F-4D97-AF65-F5344CB8AC3E}">
        <p14:creationId xmlns:p14="http://schemas.microsoft.com/office/powerpoint/2010/main" val="825064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arkamber_title 2">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CFACC53E-9EE0-5C45-AAAB-E32B871016E0}"/>
              </a:ext>
              <a:ext uri="{C183D7F6-B498-43B3-948B-1728B52AA6E4}">
                <adec:decorative xmlns:adec="http://schemas.microsoft.com/office/drawing/2017/decorative" val="1"/>
              </a:ext>
            </a:extLst>
          </p:cNvPr>
          <p:cNvSpPr/>
          <p:nvPr/>
        </p:nvSpPr>
        <p:spPr>
          <a:xfrm>
            <a:off x="2239655" y="1561784"/>
            <a:ext cx="10553468" cy="1055346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a:extLst>
              <a:ext uri="{FF2B5EF4-FFF2-40B4-BE49-F238E27FC236}">
                <a16:creationId xmlns:a16="http://schemas.microsoft.com/office/drawing/2014/main" id="{E484F488-E4DC-6B42-851D-8B2EECCD1EBB}"/>
              </a:ext>
              <a:ext uri="{C183D7F6-B498-43B3-948B-1728B52AA6E4}">
                <adec:decorative xmlns:adec="http://schemas.microsoft.com/office/drawing/2017/decorative" val="1"/>
              </a:ext>
            </a:extLst>
          </p:cNvPr>
          <p:cNvSpPr/>
          <p:nvPr/>
        </p:nvSpPr>
        <p:spPr>
          <a:xfrm>
            <a:off x="1" y="0"/>
            <a:ext cx="3759199" cy="13716000"/>
          </a:xfrm>
          <a:prstGeom prst="rect">
            <a:avLst/>
          </a:prstGeom>
          <a:solidFill>
            <a:srgbClr val="E9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22" name="Freeform 21">
            <a:extLst>
              <a:ext uri="{FF2B5EF4-FFF2-40B4-BE49-F238E27FC236}">
                <a16:creationId xmlns:a16="http://schemas.microsoft.com/office/drawing/2014/main" id="{F5AF5A38-AEE0-B94F-97F0-ABEA3FA3D5C8}"/>
              </a:ext>
              <a:ext uri="{C183D7F6-B498-43B3-948B-1728B52AA6E4}">
                <adec:decorative xmlns:adec="http://schemas.microsoft.com/office/drawing/2017/decorative" val="1"/>
              </a:ext>
            </a:extLst>
          </p:cNvPr>
          <p:cNvSpPr/>
          <p:nvPr/>
        </p:nvSpPr>
        <p:spPr>
          <a:xfrm>
            <a:off x="2258724" y="3156361"/>
            <a:ext cx="1493979" cy="7368478"/>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23" name="Title 2">
            <a:extLst>
              <a:ext uri="{FF2B5EF4-FFF2-40B4-BE49-F238E27FC236}">
                <a16:creationId xmlns:a16="http://schemas.microsoft.com/office/drawing/2014/main" id="{0E78895E-5B84-FF42-8D83-7A47389DB6B6}"/>
              </a:ext>
            </a:extLst>
          </p:cNvPr>
          <p:cNvSpPr>
            <a:spLocks noGrp="1"/>
          </p:cNvSpPr>
          <p:nvPr>
            <p:ph type="title" hasCustomPrompt="1"/>
          </p:nvPr>
        </p:nvSpPr>
        <p:spPr>
          <a:xfrm>
            <a:off x="5879134" y="3786872"/>
            <a:ext cx="14390065" cy="3042768"/>
          </a:xfrm>
          <a:noFill/>
        </p:spPr>
        <p:txBody>
          <a:bodyPr vert="horz" lIns="0" tIns="45720" rIns="0" bIns="45720" rtlCol="0" anchor="b" anchorCtr="0">
            <a:noAutofit/>
          </a:bodyPr>
          <a:lstStyle>
            <a:lvl1pPr>
              <a:defRPr lang="en-US" sz="11498">
                <a:solidFill>
                  <a:schemeClr val="accent2"/>
                </a:solidFill>
                <a:ea typeface="+mn-ea"/>
                <a:cs typeface="+mn-cs"/>
              </a:defRPr>
            </a:lvl1pPr>
          </a:lstStyle>
          <a:p>
            <a:pPr marL="0" lvl="0" indent="0">
              <a:spcBef>
                <a:spcPts val="2000"/>
              </a:spcBef>
              <a:buFontTx/>
            </a:pPr>
            <a:r>
              <a:rPr lang="en-US"/>
              <a:t>Enter slide title here</a:t>
            </a:r>
          </a:p>
        </p:txBody>
      </p:sp>
      <p:sp>
        <p:nvSpPr>
          <p:cNvPr id="24" name="Text Placeholder 17">
            <a:extLst>
              <a:ext uri="{FF2B5EF4-FFF2-40B4-BE49-F238E27FC236}">
                <a16:creationId xmlns:a16="http://schemas.microsoft.com/office/drawing/2014/main" id="{57316A45-2C9E-BE42-8174-4A967605C1FF}"/>
              </a:ext>
            </a:extLst>
          </p:cNvPr>
          <p:cNvSpPr>
            <a:spLocks noGrp="1"/>
          </p:cNvSpPr>
          <p:nvPr>
            <p:ph type="body" sz="quarter" idx="13" hasCustomPrompt="1"/>
          </p:nvPr>
        </p:nvSpPr>
        <p:spPr>
          <a:xfrm>
            <a:off x="5878513" y="6896066"/>
            <a:ext cx="8873807" cy="3042768"/>
          </a:xfrm>
        </p:spPr>
        <p:txBody>
          <a:bodyPr>
            <a:normAutofit/>
          </a:bodyPr>
          <a:lstStyle>
            <a:lvl1pPr marL="0" indent="0">
              <a:lnSpc>
                <a:spcPts val="5758"/>
              </a:lnSpc>
              <a:buFontTx/>
              <a:buNone/>
              <a:defRPr sz="4800" baseline="0">
                <a:solidFill>
                  <a:schemeClr val="accent6"/>
                </a:solidFill>
              </a:defRPr>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or descriptor here in two lines or less</a:t>
            </a:r>
          </a:p>
        </p:txBody>
      </p:sp>
      <p:sp>
        <p:nvSpPr>
          <p:cNvPr id="9" name="Folded Corner 8">
            <a:extLst>
              <a:ext uri="{FF2B5EF4-FFF2-40B4-BE49-F238E27FC236}">
                <a16:creationId xmlns:a16="http://schemas.microsoft.com/office/drawing/2014/main" id="{35DCBBC7-37A1-534B-B6B9-8AA6B6A6B83F}"/>
              </a:ext>
              <a:ext uri="{C183D7F6-B498-43B3-948B-1728B52AA6E4}">
                <adec:decorative xmlns:adec="http://schemas.microsoft.com/office/drawing/2017/decorative" val="1"/>
              </a:ext>
            </a:extLst>
          </p:cNvPr>
          <p:cNvSpPr/>
          <p:nvPr/>
        </p:nvSpPr>
        <p:spPr>
          <a:xfrm>
            <a:off x="0" y="-2108199"/>
            <a:ext cx="8763001" cy="156769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Title page with title and subtitle over brand shapes</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 </a:t>
            </a:r>
            <a:r>
              <a:rPr lang="en-US" sz="2400" b="0">
                <a:solidFill>
                  <a:schemeClr val="tx1"/>
                </a:solidFill>
                <a:latin typeface="Source Sans Pro" charset="0"/>
                <a:ea typeface="Source Sans Pro" charset="0"/>
                <a:cs typeface="Source Sans Pro" charset="0"/>
              </a:rPr>
              <a:t>Use when you need more focus on the title.</a:t>
            </a:r>
            <a:endParaRPr lang="en-US" sz="2400">
              <a:solidFill>
                <a:schemeClr val="tx1"/>
              </a:solidFill>
              <a:latin typeface="Source Sans Pro" charset="0"/>
              <a:ea typeface="Source Sans Pro" charset="0"/>
              <a:cs typeface="Source Sans Pro" charset="0"/>
            </a:endParaRPr>
          </a:p>
        </p:txBody>
      </p:sp>
      <p:pic>
        <p:nvPicPr>
          <p:cNvPr id="11" name="Logo">
            <a:extLst>
              <a:ext uri="{FF2B5EF4-FFF2-40B4-BE49-F238E27FC236}">
                <a16:creationId xmlns:a16="http://schemas.microsoft.com/office/drawing/2014/main" id="{1D5386A0-D371-4E4B-922A-6457A7271938}"/>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39724"/>
            <a:ext cx="2182620" cy="552276"/>
          </a:xfrm>
          <a:prstGeom prst="rect">
            <a:avLst/>
          </a:prstGeom>
        </p:spPr>
      </p:pic>
    </p:spTree>
    <p:extLst>
      <p:ext uri="{BB962C8B-B14F-4D97-AF65-F5344CB8AC3E}">
        <p14:creationId xmlns:p14="http://schemas.microsoft.com/office/powerpoint/2010/main" val="3293002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green_title and image">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69025467-C683-1A45-8871-DDA38374D1C9}"/>
              </a:ext>
              <a:ext uri="{C183D7F6-B498-43B3-948B-1728B52AA6E4}">
                <adec:decorative xmlns:adec="http://schemas.microsoft.com/office/drawing/2017/decorative" val="1"/>
              </a:ext>
            </a:extLst>
          </p:cNvPr>
          <p:cNvSpPr/>
          <p:nvPr/>
        </p:nvSpPr>
        <p:spPr>
          <a:xfrm>
            <a:off x="3740324" y="1552906"/>
            <a:ext cx="10553468" cy="10553468"/>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a:extLst>
              <a:ext uri="{FF2B5EF4-FFF2-40B4-BE49-F238E27FC236}">
                <a16:creationId xmlns:a16="http://schemas.microsoft.com/office/drawing/2014/main" id="{355BE56F-7510-FF4F-9124-D7AFF51A7EE3}"/>
              </a:ext>
            </a:extLst>
          </p:cNvPr>
          <p:cNvSpPr>
            <a:spLocks noGrp="1"/>
          </p:cNvSpPr>
          <p:nvPr>
            <p:ph type="title" hasCustomPrompt="1"/>
          </p:nvPr>
        </p:nvSpPr>
        <p:spPr>
          <a:xfrm>
            <a:off x="1483162" y="4267200"/>
            <a:ext cx="8058403" cy="2678112"/>
          </a:xfrm>
          <a:noFill/>
        </p:spPr>
        <p:txBody>
          <a:bodyPr vert="horz" lIns="0" tIns="45720" rIns="0" bIns="45720" rtlCol="0" anchor="b" anchorCtr="0">
            <a:normAutofit/>
          </a:bodyPr>
          <a:lstStyle>
            <a:lvl1pPr>
              <a:defRPr lang="en-US" sz="9598" dirty="0">
                <a:solidFill>
                  <a:schemeClr val="accent1"/>
                </a:solidFill>
                <a:ea typeface="+mn-ea"/>
                <a:cs typeface="+mn-cs"/>
              </a:defRPr>
            </a:lvl1pPr>
          </a:lstStyle>
          <a:p>
            <a:pPr marL="0" lvl="0" indent="0">
              <a:spcBef>
                <a:spcPts val="2000"/>
              </a:spcBef>
              <a:buFont typeface="Arial" panose="020B0604020202020204" pitchFamily="34" charset="0"/>
            </a:pPr>
            <a:r>
              <a:rPr lang="en-US"/>
              <a:t>Enter slide title here up to 2 lines</a:t>
            </a:r>
          </a:p>
        </p:txBody>
      </p:sp>
      <p:sp>
        <p:nvSpPr>
          <p:cNvPr id="16" name="subtitle">
            <a:extLst>
              <a:ext uri="{FF2B5EF4-FFF2-40B4-BE49-F238E27FC236}">
                <a16:creationId xmlns:a16="http://schemas.microsoft.com/office/drawing/2014/main" id="{82FCC23A-527D-EC4B-8AF0-9C3F26E1FEF7}"/>
              </a:ext>
            </a:extLst>
          </p:cNvPr>
          <p:cNvSpPr>
            <a:spLocks noGrp="1"/>
          </p:cNvSpPr>
          <p:nvPr>
            <p:ph type="body" sz="quarter" idx="12" hasCustomPrompt="1"/>
          </p:nvPr>
        </p:nvSpPr>
        <p:spPr>
          <a:xfrm>
            <a:off x="1525587" y="6976627"/>
            <a:ext cx="8015978" cy="2142410"/>
          </a:xfrm>
        </p:spPr>
        <p:txBody>
          <a:bodyPr>
            <a:noAutofit/>
          </a:bodyPr>
          <a:lstStyle>
            <a:lvl1pPr marL="0" indent="0">
              <a:lnSpc>
                <a:spcPts val="6478"/>
              </a:lnSpc>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2 lines or less</a:t>
            </a:r>
          </a:p>
        </p:txBody>
      </p:sp>
      <p:sp>
        <p:nvSpPr>
          <p:cNvPr id="14" name="slice">
            <a:extLst>
              <a:ext uri="{FF2B5EF4-FFF2-40B4-BE49-F238E27FC236}">
                <a16:creationId xmlns:a16="http://schemas.microsoft.com/office/drawing/2014/main" id="{A555A0DA-BEB3-6344-A296-CB422D4CF169}"/>
              </a:ext>
              <a:ext uri="{C183D7F6-B498-43B3-948B-1728B52AA6E4}">
                <adec:decorative xmlns:adec="http://schemas.microsoft.com/office/drawing/2017/decorative" val="1"/>
              </a:ext>
            </a:extLst>
          </p:cNvPr>
          <p:cNvSpPr/>
          <p:nvPr/>
        </p:nvSpPr>
        <p:spPr>
          <a:xfrm flipH="1">
            <a:off x="12196964"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Picture Placeholder">
            <a:extLst>
              <a:ext uri="{FF2B5EF4-FFF2-40B4-BE49-F238E27FC236}">
                <a16:creationId xmlns:a16="http://schemas.microsoft.com/office/drawing/2014/main" id="{846485A0-8EBF-474D-99F6-C321D079EC21}"/>
              </a:ext>
              <a:ext uri="{C183D7F6-B498-43B3-948B-1728B52AA6E4}">
                <adec:decorative xmlns:adec="http://schemas.microsoft.com/office/drawing/2017/decorative" val="1"/>
              </a:ext>
            </a:extLst>
          </p:cNvPr>
          <p:cNvSpPr>
            <a:spLocks noGrp="1"/>
          </p:cNvSpPr>
          <p:nvPr>
            <p:ph type="pic" sz="quarter" idx="10" hasCustomPrompt="1"/>
          </p:nvPr>
        </p:nvSpPr>
        <p:spPr>
          <a:xfrm>
            <a:off x="12199338" y="0"/>
            <a:ext cx="12193588" cy="13716000"/>
          </a:xfrm>
          <a:custGeom>
            <a:avLst/>
            <a:gdLst>
              <a:gd name="connsiteX0" fmla="*/ 0 w 12193588"/>
              <a:gd name="connsiteY0" fmla="*/ 0 h 13716000"/>
              <a:gd name="connsiteX1" fmla="*/ 12193588 w 12193588"/>
              <a:gd name="connsiteY1" fmla="*/ 0 h 13716000"/>
              <a:gd name="connsiteX2" fmla="*/ 12193588 w 12193588"/>
              <a:gd name="connsiteY2" fmla="*/ 13716000 h 13716000"/>
              <a:gd name="connsiteX3" fmla="*/ 0 w 12193588"/>
              <a:gd name="connsiteY3" fmla="*/ 13716000 h 13716000"/>
              <a:gd name="connsiteX4" fmla="*/ 0 w 12193588"/>
              <a:gd name="connsiteY4" fmla="*/ 11014497 h 13716000"/>
              <a:gd name="connsiteX5" fmla="*/ 161787 w 12193588"/>
              <a:gd name="connsiteY5" fmla="*/ 10887357 h 13716000"/>
              <a:gd name="connsiteX6" fmla="*/ 2082029 w 12193588"/>
              <a:gd name="connsiteY6" fmla="*/ 6815574 h 13716000"/>
              <a:gd name="connsiteX7" fmla="*/ 161787 w 12193588"/>
              <a:gd name="connsiteY7" fmla="*/ 2743788 h 13716000"/>
              <a:gd name="connsiteX8" fmla="*/ 0 w 12193588"/>
              <a:gd name="connsiteY8" fmla="*/ 2616648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8" h="13716000">
                <a:moveTo>
                  <a:pt x="0" y="0"/>
                </a:moveTo>
                <a:lnTo>
                  <a:pt x="12193588" y="0"/>
                </a:lnTo>
                <a:lnTo>
                  <a:pt x="12193588" y="13716000"/>
                </a:lnTo>
                <a:lnTo>
                  <a:pt x="0" y="13716000"/>
                </a:lnTo>
                <a:lnTo>
                  <a:pt x="0" y="11014497"/>
                </a:lnTo>
                <a:lnTo>
                  <a:pt x="161787" y="10887357"/>
                </a:lnTo>
                <a:cubicBezTo>
                  <a:pt x="1334527" y="9919526"/>
                  <a:pt x="2082029" y="8454843"/>
                  <a:pt x="2082029" y="6815574"/>
                </a:cubicBezTo>
                <a:cubicBezTo>
                  <a:pt x="2082029" y="5176301"/>
                  <a:pt x="1334527" y="3711618"/>
                  <a:pt x="161787" y="2743788"/>
                </a:cubicBezTo>
                <a:lnTo>
                  <a:pt x="0" y="2616648"/>
                </a:lnTo>
                <a:close/>
              </a:path>
            </a:pathLst>
          </a:custGeom>
          <a:pattFill prst="wdUpDiag">
            <a:fgClr>
              <a:srgbClr val="FADFD9"/>
            </a:fgClr>
            <a:bgClr>
              <a:schemeClr val="bg1"/>
            </a:bgClr>
          </a:pattFill>
        </p:spPr>
        <p:txBody>
          <a:bodyPr wrap="square" anchor="ctr" anchorCtr="0">
            <a:noAutofit/>
          </a:bodyPr>
          <a:lstStyle>
            <a:lvl1pPr marL="0" indent="0" algn="ctr">
              <a:buNone/>
              <a:defRPr>
                <a:solidFill>
                  <a:schemeClr val="tx1"/>
                </a:solidFill>
              </a:defRPr>
            </a:lvl1pPr>
          </a:lstStyle>
          <a:p>
            <a:r>
              <a:rPr lang="en-US"/>
              <a:t>       Drag and drop image here</a:t>
            </a:r>
          </a:p>
        </p:txBody>
      </p:sp>
      <p:sp>
        <p:nvSpPr>
          <p:cNvPr id="12" name="Folded Corner 11">
            <a:extLst>
              <a:ext uri="{FF2B5EF4-FFF2-40B4-BE49-F238E27FC236}">
                <a16:creationId xmlns:a16="http://schemas.microsoft.com/office/drawing/2014/main" id="{0DE168E2-9159-144C-8228-0D555D585B3F}"/>
              </a:ext>
              <a:ext uri="{C183D7F6-B498-43B3-948B-1728B52AA6E4}">
                <adec:decorative xmlns:adec="http://schemas.microsoft.com/office/drawing/2017/decorative" val="1"/>
              </a:ext>
            </a:extLst>
          </p:cNvPr>
          <p:cNvSpPr/>
          <p:nvPr/>
        </p:nvSpPr>
        <p:spPr>
          <a:xfrm>
            <a:off x="0" y="-2743200"/>
            <a:ext cx="10745787" cy="22026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 Portrait image flush right with placeholder text descriptor on left.</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 </a:t>
            </a:r>
          </a:p>
          <a:p>
            <a:endParaRPr lang="en-US" sz="2400">
              <a:solidFill>
                <a:schemeClr val="tx1"/>
              </a:solidFill>
              <a:latin typeface="Community" panose="02000303040000020003" pitchFamily="2"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pic>
        <p:nvPicPr>
          <p:cNvPr id="8" name="Logo">
            <a:extLst>
              <a:ext uri="{FF2B5EF4-FFF2-40B4-BE49-F238E27FC236}">
                <a16:creationId xmlns:a16="http://schemas.microsoft.com/office/drawing/2014/main" id="{9E2A1A04-A1BC-0743-8056-E6502B89F016}"/>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5589" y="11660506"/>
            <a:ext cx="2182620" cy="552276"/>
          </a:xfrm>
          <a:prstGeom prst="rect">
            <a:avLst/>
          </a:prstGeom>
        </p:spPr>
      </p:pic>
    </p:spTree>
    <p:extLst>
      <p:ext uri="{BB962C8B-B14F-4D97-AF65-F5344CB8AC3E}">
        <p14:creationId xmlns:p14="http://schemas.microsoft.com/office/powerpoint/2010/main" val="36782820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mber_title and image">
    <p:bg>
      <p:bgPr>
        <a:solidFill>
          <a:srgbClr val="FDFAF5"/>
        </a:solidFill>
        <a:effectLst/>
      </p:bgPr>
    </p:b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0FCD7C31-BA96-D941-93C5-876A08A9FAEB}"/>
              </a:ext>
              <a:ext uri="{C183D7F6-B498-43B3-948B-1728B52AA6E4}">
                <adec:decorative xmlns:adec="http://schemas.microsoft.com/office/drawing/2017/decorative" val="1"/>
              </a:ext>
            </a:extLst>
          </p:cNvPr>
          <p:cNvSpPr/>
          <p:nvPr/>
        </p:nvSpPr>
        <p:spPr>
          <a:xfrm>
            <a:off x="3740324" y="1552906"/>
            <a:ext cx="10553468" cy="10553468"/>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itle">
            <a:extLst>
              <a:ext uri="{FF2B5EF4-FFF2-40B4-BE49-F238E27FC236}">
                <a16:creationId xmlns:a16="http://schemas.microsoft.com/office/drawing/2014/main" id="{C9A5A748-8D3D-9D42-A88F-5126998B95CF}"/>
              </a:ext>
            </a:extLst>
          </p:cNvPr>
          <p:cNvSpPr>
            <a:spLocks noGrp="1"/>
          </p:cNvSpPr>
          <p:nvPr>
            <p:ph type="title" hasCustomPrompt="1"/>
          </p:nvPr>
        </p:nvSpPr>
        <p:spPr>
          <a:xfrm>
            <a:off x="1483161" y="4267200"/>
            <a:ext cx="7978891" cy="2678112"/>
          </a:xfrm>
          <a:noFill/>
        </p:spPr>
        <p:txBody>
          <a:bodyPr vert="horz" lIns="0" tIns="45720" rIns="0" bIns="45720" rtlCol="0" anchor="b" anchorCtr="0">
            <a:normAutofit/>
          </a:bodyPr>
          <a:lstStyle>
            <a:lvl1pPr>
              <a:defRPr lang="en-US" sz="9598" dirty="0">
                <a:solidFill>
                  <a:schemeClr val="accent2"/>
                </a:solidFill>
                <a:ea typeface="+mn-ea"/>
                <a:cs typeface="+mn-cs"/>
              </a:defRPr>
            </a:lvl1pPr>
          </a:lstStyle>
          <a:p>
            <a:pPr marL="0" lvl="0" indent="0">
              <a:spcBef>
                <a:spcPts val="2000"/>
              </a:spcBef>
              <a:buFont typeface="Arial" panose="020B0604020202020204" pitchFamily="34" charset="0"/>
            </a:pPr>
            <a:r>
              <a:rPr lang="en-US"/>
              <a:t>Enter slide title here up to 2 lines</a:t>
            </a:r>
          </a:p>
        </p:txBody>
      </p:sp>
      <p:sp>
        <p:nvSpPr>
          <p:cNvPr id="11" name="subtitle">
            <a:extLst>
              <a:ext uri="{FF2B5EF4-FFF2-40B4-BE49-F238E27FC236}">
                <a16:creationId xmlns:a16="http://schemas.microsoft.com/office/drawing/2014/main" id="{A52E9E6A-AC29-5349-A06D-B596FD0D77BA}"/>
              </a:ext>
            </a:extLst>
          </p:cNvPr>
          <p:cNvSpPr>
            <a:spLocks noGrp="1"/>
          </p:cNvSpPr>
          <p:nvPr>
            <p:ph type="body" sz="quarter" idx="12" hasCustomPrompt="1"/>
          </p:nvPr>
        </p:nvSpPr>
        <p:spPr>
          <a:xfrm>
            <a:off x="1525590" y="6976627"/>
            <a:ext cx="7936463" cy="2142410"/>
          </a:xfrm>
        </p:spPr>
        <p:txBody>
          <a:bodyPr>
            <a:noAutofit/>
          </a:bodyPr>
          <a:lstStyle>
            <a:lvl1pPr marL="0" indent="0">
              <a:lnSpc>
                <a:spcPts val="6478"/>
              </a:lnSpc>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2 lines or less</a:t>
            </a:r>
          </a:p>
        </p:txBody>
      </p:sp>
      <p:sp>
        <p:nvSpPr>
          <p:cNvPr id="12" name="slice">
            <a:extLst>
              <a:ext uri="{FF2B5EF4-FFF2-40B4-BE49-F238E27FC236}">
                <a16:creationId xmlns:a16="http://schemas.microsoft.com/office/drawing/2014/main" id="{982CEEB8-C128-5A45-A032-18DB4AB55FCD}"/>
              </a:ext>
              <a:ext uri="{C183D7F6-B498-43B3-948B-1728B52AA6E4}">
                <adec:decorative xmlns:adec="http://schemas.microsoft.com/office/drawing/2017/decorative" val="1"/>
              </a:ext>
            </a:extLst>
          </p:cNvPr>
          <p:cNvSpPr/>
          <p:nvPr/>
        </p:nvSpPr>
        <p:spPr>
          <a:xfrm flipH="1">
            <a:off x="12196964"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Picture Placeholder">
            <a:extLst>
              <a:ext uri="{FF2B5EF4-FFF2-40B4-BE49-F238E27FC236}">
                <a16:creationId xmlns:a16="http://schemas.microsoft.com/office/drawing/2014/main" id="{BB04F243-2949-F948-A4B3-BCF5448C6923}"/>
              </a:ext>
              <a:ext uri="{C183D7F6-B498-43B3-948B-1728B52AA6E4}">
                <adec:decorative xmlns:adec="http://schemas.microsoft.com/office/drawing/2017/decorative" val="1"/>
              </a:ext>
            </a:extLst>
          </p:cNvPr>
          <p:cNvSpPr>
            <a:spLocks noGrp="1"/>
          </p:cNvSpPr>
          <p:nvPr>
            <p:ph type="pic" sz="quarter" idx="10" hasCustomPrompt="1"/>
          </p:nvPr>
        </p:nvSpPr>
        <p:spPr>
          <a:xfrm>
            <a:off x="12199338" y="0"/>
            <a:ext cx="12193588" cy="13716000"/>
          </a:xfrm>
          <a:custGeom>
            <a:avLst/>
            <a:gdLst>
              <a:gd name="connsiteX0" fmla="*/ 0 w 12193588"/>
              <a:gd name="connsiteY0" fmla="*/ 0 h 13716000"/>
              <a:gd name="connsiteX1" fmla="*/ 12193588 w 12193588"/>
              <a:gd name="connsiteY1" fmla="*/ 0 h 13716000"/>
              <a:gd name="connsiteX2" fmla="*/ 12193588 w 12193588"/>
              <a:gd name="connsiteY2" fmla="*/ 13716000 h 13716000"/>
              <a:gd name="connsiteX3" fmla="*/ 0 w 12193588"/>
              <a:gd name="connsiteY3" fmla="*/ 13716000 h 13716000"/>
              <a:gd name="connsiteX4" fmla="*/ 0 w 12193588"/>
              <a:gd name="connsiteY4" fmla="*/ 11014497 h 13716000"/>
              <a:gd name="connsiteX5" fmla="*/ 161787 w 12193588"/>
              <a:gd name="connsiteY5" fmla="*/ 10887357 h 13716000"/>
              <a:gd name="connsiteX6" fmla="*/ 2082029 w 12193588"/>
              <a:gd name="connsiteY6" fmla="*/ 6815574 h 13716000"/>
              <a:gd name="connsiteX7" fmla="*/ 161787 w 12193588"/>
              <a:gd name="connsiteY7" fmla="*/ 2743788 h 13716000"/>
              <a:gd name="connsiteX8" fmla="*/ 0 w 12193588"/>
              <a:gd name="connsiteY8" fmla="*/ 2616648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8" h="13716000">
                <a:moveTo>
                  <a:pt x="0" y="0"/>
                </a:moveTo>
                <a:lnTo>
                  <a:pt x="12193588" y="0"/>
                </a:lnTo>
                <a:lnTo>
                  <a:pt x="12193588" y="13716000"/>
                </a:lnTo>
                <a:lnTo>
                  <a:pt x="0" y="13716000"/>
                </a:lnTo>
                <a:lnTo>
                  <a:pt x="0" y="11014497"/>
                </a:lnTo>
                <a:lnTo>
                  <a:pt x="161787" y="10887357"/>
                </a:lnTo>
                <a:cubicBezTo>
                  <a:pt x="1334527" y="9919526"/>
                  <a:pt x="2082029" y="8454843"/>
                  <a:pt x="2082029" y="6815574"/>
                </a:cubicBezTo>
                <a:cubicBezTo>
                  <a:pt x="2082029" y="5176301"/>
                  <a:pt x="1334527" y="3711618"/>
                  <a:pt x="161787" y="2743788"/>
                </a:cubicBezTo>
                <a:lnTo>
                  <a:pt x="0" y="2616648"/>
                </a:lnTo>
                <a:close/>
              </a:path>
            </a:pathLst>
          </a:custGeom>
          <a:pattFill prst="wdUpDiag">
            <a:fgClr>
              <a:srgbClr val="FADFD9"/>
            </a:fgClr>
            <a:bgClr>
              <a:schemeClr val="bg1"/>
            </a:bgClr>
          </a:pattFill>
        </p:spPr>
        <p:txBody>
          <a:bodyPr wrap="square" anchor="ctr" anchorCtr="0">
            <a:noAutofit/>
          </a:bodyPr>
          <a:lstStyle>
            <a:lvl1pPr marL="0" indent="0" algn="ctr">
              <a:buNone/>
              <a:defRPr>
                <a:solidFill>
                  <a:schemeClr val="tx1"/>
                </a:solidFill>
              </a:defRPr>
            </a:lvl1pPr>
          </a:lstStyle>
          <a:p>
            <a:r>
              <a:rPr lang="en-US"/>
              <a:t>       Drag and drop image here</a:t>
            </a:r>
          </a:p>
        </p:txBody>
      </p:sp>
      <p:pic>
        <p:nvPicPr>
          <p:cNvPr id="13" name="Logo">
            <a:extLst>
              <a:ext uri="{FF2B5EF4-FFF2-40B4-BE49-F238E27FC236}">
                <a16:creationId xmlns:a16="http://schemas.microsoft.com/office/drawing/2014/main" id="{85FD299B-5270-8D48-80ED-344FCBE2E069}"/>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5589" y="11660506"/>
            <a:ext cx="2182620" cy="552276"/>
          </a:xfrm>
          <a:prstGeom prst="rect">
            <a:avLst/>
          </a:prstGeom>
        </p:spPr>
      </p:pic>
      <p:sp>
        <p:nvSpPr>
          <p:cNvPr id="14" name="Folded Corner 13">
            <a:extLst>
              <a:ext uri="{FF2B5EF4-FFF2-40B4-BE49-F238E27FC236}">
                <a16:creationId xmlns:a16="http://schemas.microsoft.com/office/drawing/2014/main" id="{A0EA9A75-FCB7-F44F-B725-87F7CBC42866}"/>
              </a:ext>
              <a:ext uri="{C183D7F6-B498-43B3-948B-1728B52AA6E4}">
                <adec:decorative xmlns:adec="http://schemas.microsoft.com/office/drawing/2017/decorative" val="1"/>
              </a:ext>
            </a:extLst>
          </p:cNvPr>
          <p:cNvSpPr/>
          <p:nvPr/>
        </p:nvSpPr>
        <p:spPr>
          <a:xfrm>
            <a:off x="0" y="-2743200"/>
            <a:ext cx="10745787" cy="22026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 Portrait image flush right with placeholder text descriptor on left.</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 </a:t>
            </a:r>
          </a:p>
          <a:p>
            <a:endParaRPr lang="en-US" sz="2400">
              <a:solidFill>
                <a:schemeClr val="tx1"/>
              </a:solidFill>
              <a:latin typeface="Community" panose="02000303040000020003" pitchFamily="2"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7292184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red_title and image">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4C3876F6-6737-ED42-9572-D12BD6A307DB}"/>
              </a:ext>
              <a:ext uri="{C183D7F6-B498-43B3-948B-1728B52AA6E4}">
                <adec:decorative xmlns:adec="http://schemas.microsoft.com/office/drawing/2017/decorative" val="1"/>
              </a:ext>
            </a:extLst>
          </p:cNvPr>
          <p:cNvSpPr/>
          <p:nvPr/>
        </p:nvSpPr>
        <p:spPr>
          <a:xfrm>
            <a:off x="3740324" y="1552906"/>
            <a:ext cx="10553468" cy="10553468"/>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Title">
            <a:extLst>
              <a:ext uri="{FF2B5EF4-FFF2-40B4-BE49-F238E27FC236}">
                <a16:creationId xmlns:a16="http://schemas.microsoft.com/office/drawing/2014/main" id="{D867D2C3-F72C-C741-A2D1-4ACD6E2302EA}"/>
              </a:ext>
            </a:extLst>
          </p:cNvPr>
          <p:cNvSpPr>
            <a:spLocks noGrp="1"/>
          </p:cNvSpPr>
          <p:nvPr>
            <p:ph type="title" hasCustomPrompt="1"/>
          </p:nvPr>
        </p:nvSpPr>
        <p:spPr>
          <a:xfrm>
            <a:off x="1483162" y="4267200"/>
            <a:ext cx="8137917" cy="2678112"/>
          </a:xfrm>
          <a:noFill/>
        </p:spPr>
        <p:txBody>
          <a:bodyPr vert="horz" lIns="0" tIns="45720" rIns="0" bIns="45720" rtlCol="0" anchor="b" anchorCtr="0">
            <a:normAutofit/>
          </a:bodyPr>
          <a:lstStyle>
            <a:lvl1pPr>
              <a:defRPr lang="en-US" sz="9598" dirty="0">
                <a:solidFill>
                  <a:schemeClr val="tx2"/>
                </a:solidFill>
                <a:ea typeface="+mn-ea"/>
                <a:cs typeface="+mn-cs"/>
              </a:defRPr>
            </a:lvl1pPr>
          </a:lstStyle>
          <a:p>
            <a:pPr marL="0" lvl="0" indent="0">
              <a:spcBef>
                <a:spcPts val="2000"/>
              </a:spcBef>
              <a:buFont typeface="Arial" panose="020B0604020202020204" pitchFamily="34" charset="0"/>
            </a:pPr>
            <a:r>
              <a:rPr lang="en-US"/>
              <a:t>Enter slide title here up to 2 lines</a:t>
            </a:r>
          </a:p>
        </p:txBody>
      </p:sp>
      <p:sp>
        <p:nvSpPr>
          <p:cNvPr id="9" name="subtitle">
            <a:extLst>
              <a:ext uri="{FF2B5EF4-FFF2-40B4-BE49-F238E27FC236}">
                <a16:creationId xmlns:a16="http://schemas.microsoft.com/office/drawing/2014/main" id="{2A191E84-A4DC-224C-BA0E-4FF8E96CA00C}"/>
              </a:ext>
            </a:extLst>
          </p:cNvPr>
          <p:cNvSpPr>
            <a:spLocks noGrp="1"/>
          </p:cNvSpPr>
          <p:nvPr>
            <p:ph type="body" sz="quarter" idx="12" hasCustomPrompt="1"/>
          </p:nvPr>
        </p:nvSpPr>
        <p:spPr>
          <a:xfrm>
            <a:off x="1525588" y="6976627"/>
            <a:ext cx="8055735" cy="2142410"/>
          </a:xfrm>
        </p:spPr>
        <p:txBody>
          <a:bodyPr>
            <a:noAutofit/>
          </a:bodyPr>
          <a:lstStyle>
            <a:lvl1pPr marL="0" indent="0">
              <a:lnSpc>
                <a:spcPts val="6478"/>
              </a:lnSpc>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2 lines or less</a:t>
            </a:r>
          </a:p>
        </p:txBody>
      </p:sp>
      <p:sp>
        <p:nvSpPr>
          <p:cNvPr id="10" name="slice">
            <a:extLst>
              <a:ext uri="{FF2B5EF4-FFF2-40B4-BE49-F238E27FC236}">
                <a16:creationId xmlns:a16="http://schemas.microsoft.com/office/drawing/2014/main" id="{B94B6B7B-E23D-A34D-996B-F4DF641CC63B}"/>
              </a:ext>
              <a:ext uri="{C183D7F6-B498-43B3-948B-1728B52AA6E4}">
                <adec:decorative xmlns:adec="http://schemas.microsoft.com/office/drawing/2017/decorative" val="1"/>
              </a:ext>
            </a:extLst>
          </p:cNvPr>
          <p:cNvSpPr/>
          <p:nvPr/>
        </p:nvSpPr>
        <p:spPr>
          <a:xfrm flipH="1">
            <a:off x="12196964"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Picture Placeholder">
            <a:extLst>
              <a:ext uri="{FF2B5EF4-FFF2-40B4-BE49-F238E27FC236}">
                <a16:creationId xmlns:a16="http://schemas.microsoft.com/office/drawing/2014/main" id="{AA46B9BF-A808-F346-9201-4ED538FC3029}"/>
              </a:ext>
              <a:ext uri="{C183D7F6-B498-43B3-948B-1728B52AA6E4}">
                <adec:decorative xmlns:adec="http://schemas.microsoft.com/office/drawing/2017/decorative" val="1"/>
              </a:ext>
            </a:extLst>
          </p:cNvPr>
          <p:cNvSpPr>
            <a:spLocks noGrp="1"/>
          </p:cNvSpPr>
          <p:nvPr>
            <p:ph type="pic" sz="quarter" idx="10" hasCustomPrompt="1"/>
          </p:nvPr>
        </p:nvSpPr>
        <p:spPr>
          <a:xfrm>
            <a:off x="12199338" y="0"/>
            <a:ext cx="12193588" cy="13716000"/>
          </a:xfrm>
          <a:custGeom>
            <a:avLst/>
            <a:gdLst>
              <a:gd name="connsiteX0" fmla="*/ 0 w 12193588"/>
              <a:gd name="connsiteY0" fmla="*/ 0 h 13716000"/>
              <a:gd name="connsiteX1" fmla="*/ 12193588 w 12193588"/>
              <a:gd name="connsiteY1" fmla="*/ 0 h 13716000"/>
              <a:gd name="connsiteX2" fmla="*/ 12193588 w 12193588"/>
              <a:gd name="connsiteY2" fmla="*/ 13716000 h 13716000"/>
              <a:gd name="connsiteX3" fmla="*/ 0 w 12193588"/>
              <a:gd name="connsiteY3" fmla="*/ 13716000 h 13716000"/>
              <a:gd name="connsiteX4" fmla="*/ 0 w 12193588"/>
              <a:gd name="connsiteY4" fmla="*/ 11014497 h 13716000"/>
              <a:gd name="connsiteX5" fmla="*/ 161787 w 12193588"/>
              <a:gd name="connsiteY5" fmla="*/ 10887357 h 13716000"/>
              <a:gd name="connsiteX6" fmla="*/ 2082029 w 12193588"/>
              <a:gd name="connsiteY6" fmla="*/ 6815574 h 13716000"/>
              <a:gd name="connsiteX7" fmla="*/ 161787 w 12193588"/>
              <a:gd name="connsiteY7" fmla="*/ 2743788 h 13716000"/>
              <a:gd name="connsiteX8" fmla="*/ 0 w 12193588"/>
              <a:gd name="connsiteY8" fmla="*/ 2616648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8" h="13716000">
                <a:moveTo>
                  <a:pt x="0" y="0"/>
                </a:moveTo>
                <a:lnTo>
                  <a:pt x="12193588" y="0"/>
                </a:lnTo>
                <a:lnTo>
                  <a:pt x="12193588" y="13716000"/>
                </a:lnTo>
                <a:lnTo>
                  <a:pt x="0" y="13716000"/>
                </a:lnTo>
                <a:lnTo>
                  <a:pt x="0" y="11014497"/>
                </a:lnTo>
                <a:lnTo>
                  <a:pt x="161787" y="10887357"/>
                </a:lnTo>
                <a:cubicBezTo>
                  <a:pt x="1334527" y="9919526"/>
                  <a:pt x="2082029" y="8454843"/>
                  <a:pt x="2082029" y="6815574"/>
                </a:cubicBezTo>
                <a:cubicBezTo>
                  <a:pt x="2082029" y="5176301"/>
                  <a:pt x="1334527" y="3711618"/>
                  <a:pt x="161787" y="2743788"/>
                </a:cubicBezTo>
                <a:lnTo>
                  <a:pt x="0" y="2616648"/>
                </a:lnTo>
                <a:close/>
              </a:path>
            </a:pathLst>
          </a:custGeom>
          <a:pattFill prst="wdUpDiag">
            <a:fgClr>
              <a:srgbClr val="FADFD9"/>
            </a:fgClr>
            <a:bgClr>
              <a:schemeClr val="bg1"/>
            </a:bgClr>
          </a:pattFill>
        </p:spPr>
        <p:txBody>
          <a:bodyPr wrap="square" anchor="ctr" anchorCtr="0">
            <a:noAutofit/>
          </a:bodyPr>
          <a:lstStyle>
            <a:lvl1pPr marL="0" indent="0" algn="ctr">
              <a:buNone/>
              <a:defRPr>
                <a:solidFill>
                  <a:schemeClr val="tx1"/>
                </a:solidFill>
              </a:defRPr>
            </a:lvl1pPr>
          </a:lstStyle>
          <a:p>
            <a:r>
              <a:rPr lang="en-US"/>
              <a:t>       Drag and drop image here</a:t>
            </a:r>
          </a:p>
        </p:txBody>
      </p:sp>
      <p:pic>
        <p:nvPicPr>
          <p:cNvPr id="13" name="Logo">
            <a:extLst>
              <a:ext uri="{FF2B5EF4-FFF2-40B4-BE49-F238E27FC236}">
                <a16:creationId xmlns:a16="http://schemas.microsoft.com/office/drawing/2014/main" id="{0430CB52-0B7E-B747-99C8-4EC8BFDC6434}"/>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5589" y="11660506"/>
            <a:ext cx="2182620" cy="552276"/>
          </a:xfrm>
          <a:prstGeom prst="rect">
            <a:avLst/>
          </a:prstGeom>
        </p:spPr>
      </p:pic>
      <p:sp>
        <p:nvSpPr>
          <p:cNvPr id="15" name="Folded Corner 14">
            <a:extLst>
              <a:ext uri="{FF2B5EF4-FFF2-40B4-BE49-F238E27FC236}">
                <a16:creationId xmlns:a16="http://schemas.microsoft.com/office/drawing/2014/main" id="{401B50AE-E863-7440-80F9-84CBB616E452}"/>
              </a:ext>
              <a:ext uri="{C183D7F6-B498-43B3-948B-1728B52AA6E4}">
                <adec:decorative xmlns:adec="http://schemas.microsoft.com/office/drawing/2017/decorative" val="1"/>
              </a:ext>
            </a:extLst>
          </p:cNvPr>
          <p:cNvSpPr/>
          <p:nvPr/>
        </p:nvSpPr>
        <p:spPr>
          <a:xfrm>
            <a:off x="0" y="-2743200"/>
            <a:ext cx="10745787" cy="22026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 Portrait image flush right with placeholder text descriptor on left.</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 </a:t>
            </a:r>
          </a:p>
          <a:p>
            <a:endParaRPr lang="en-US" sz="2400">
              <a:solidFill>
                <a:schemeClr val="tx1"/>
              </a:solidFill>
              <a:latin typeface="Community" panose="02000303040000020003" pitchFamily="2"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574927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ue_title and image">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2432638B-DCFD-5D49-AEA0-794A232C5A4C}"/>
              </a:ext>
              <a:ext uri="{C183D7F6-B498-43B3-948B-1728B52AA6E4}">
                <adec:decorative xmlns:adec="http://schemas.microsoft.com/office/drawing/2017/decorative" val="1"/>
              </a:ext>
            </a:extLst>
          </p:cNvPr>
          <p:cNvSpPr/>
          <p:nvPr/>
        </p:nvSpPr>
        <p:spPr>
          <a:xfrm>
            <a:off x="3740324" y="1552906"/>
            <a:ext cx="10553468" cy="10553468"/>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itle">
            <a:extLst>
              <a:ext uri="{FF2B5EF4-FFF2-40B4-BE49-F238E27FC236}">
                <a16:creationId xmlns:a16="http://schemas.microsoft.com/office/drawing/2014/main" id="{C9A5A748-8D3D-9D42-A88F-5126998B95CF}"/>
              </a:ext>
            </a:extLst>
          </p:cNvPr>
          <p:cNvSpPr>
            <a:spLocks noGrp="1"/>
          </p:cNvSpPr>
          <p:nvPr>
            <p:ph type="title" hasCustomPrompt="1"/>
          </p:nvPr>
        </p:nvSpPr>
        <p:spPr>
          <a:xfrm>
            <a:off x="1483162" y="4267200"/>
            <a:ext cx="8058403" cy="2678112"/>
          </a:xfrm>
          <a:noFill/>
        </p:spPr>
        <p:txBody>
          <a:bodyPr vert="horz" lIns="0" tIns="45720" rIns="0" bIns="45720" rtlCol="0" anchor="b" anchorCtr="0">
            <a:normAutofit/>
          </a:bodyPr>
          <a:lstStyle>
            <a:lvl1pPr>
              <a:defRPr lang="en-US" sz="9598" dirty="0">
                <a:solidFill>
                  <a:schemeClr val="bg2"/>
                </a:solidFill>
                <a:ea typeface="+mn-ea"/>
                <a:cs typeface="+mn-cs"/>
              </a:defRPr>
            </a:lvl1pPr>
          </a:lstStyle>
          <a:p>
            <a:pPr marL="0" lvl="0" indent="0">
              <a:spcBef>
                <a:spcPts val="2000"/>
              </a:spcBef>
              <a:buFont typeface="Arial" panose="020B0604020202020204" pitchFamily="34" charset="0"/>
            </a:pPr>
            <a:r>
              <a:rPr lang="en-US"/>
              <a:t>Enter slide title here up to 2 lines</a:t>
            </a:r>
          </a:p>
        </p:txBody>
      </p:sp>
      <p:sp>
        <p:nvSpPr>
          <p:cNvPr id="11" name="subtitle">
            <a:extLst>
              <a:ext uri="{FF2B5EF4-FFF2-40B4-BE49-F238E27FC236}">
                <a16:creationId xmlns:a16="http://schemas.microsoft.com/office/drawing/2014/main" id="{A52E9E6A-AC29-5349-A06D-B596FD0D77BA}"/>
              </a:ext>
            </a:extLst>
          </p:cNvPr>
          <p:cNvSpPr>
            <a:spLocks noGrp="1"/>
          </p:cNvSpPr>
          <p:nvPr>
            <p:ph type="body" sz="quarter" idx="12" hasCustomPrompt="1"/>
          </p:nvPr>
        </p:nvSpPr>
        <p:spPr>
          <a:xfrm>
            <a:off x="1525588" y="6976627"/>
            <a:ext cx="8055735" cy="2142410"/>
          </a:xfrm>
        </p:spPr>
        <p:txBody>
          <a:bodyPr>
            <a:noAutofit/>
          </a:bodyPr>
          <a:lstStyle>
            <a:lvl1pPr marL="0" indent="0">
              <a:lnSpc>
                <a:spcPts val="6478"/>
              </a:lnSpc>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2 lines or less</a:t>
            </a:r>
          </a:p>
        </p:txBody>
      </p:sp>
      <p:sp>
        <p:nvSpPr>
          <p:cNvPr id="12" name="slice">
            <a:extLst>
              <a:ext uri="{FF2B5EF4-FFF2-40B4-BE49-F238E27FC236}">
                <a16:creationId xmlns:a16="http://schemas.microsoft.com/office/drawing/2014/main" id="{982CEEB8-C128-5A45-A032-18DB4AB55FCD}"/>
              </a:ext>
              <a:ext uri="{C183D7F6-B498-43B3-948B-1728B52AA6E4}">
                <adec:decorative xmlns:adec="http://schemas.microsoft.com/office/drawing/2017/decorative" val="1"/>
              </a:ext>
            </a:extLst>
          </p:cNvPr>
          <p:cNvSpPr/>
          <p:nvPr/>
        </p:nvSpPr>
        <p:spPr>
          <a:xfrm flipH="1">
            <a:off x="12196964"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Picture Placeholder">
            <a:extLst>
              <a:ext uri="{FF2B5EF4-FFF2-40B4-BE49-F238E27FC236}">
                <a16:creationId xmlns:a16="http://schemas.microsoft.com/office/drawing/2014/main" id="{BB04F243-2949-F948-A4B3-BCF5448C6923}"/>
              </a:ext>
              <a:ext uri="{C183D7F6-B498-43B3-948B-1728B52AA6E4}">
                <adec:decorative xmlns:adec="http://schemas.microsoft.com/office/drawing/2017/decorative" val="1"/>
              </a:ext>
            </a:extLst>
          </p:cNvPr>
          <p:cNvSpPr>
            <a:spLocks noGrp="1"/>
          </p:cNvSpPr>
          <p:nvPr>
            <p:ph type="pic" sz="quarter" idx="10" hasCustomPrompt="1"/>
          </p:nvPr>
        </p:nvSpPr>
        <p:spPr>
          <a:xfrm>
            <a:off x="12199338" y="0"/>
            <a:ext cx="12193588" cy="13716000"/>
          </a:xfrm>
          <a:custGeom>
            <a:avLst/>
            <a:gdLst>
              <a:gd name="connsiteX0" fmla="*/ 0 w 12193588"/>
              <a:gd name="connsiteY0" fmla="*/ 0 h 13716000"/>
              <a:gd name="connsiteX1" fmla="*/ 12193588 w 12193588"/>
              <a:gd name="connsiteY1" fmla="*/ 0 h 13716000"/>
              <a:gd name="connsiteX2" fmla="*/ 12193588 w 12193588"/>
              <a:gd name="connsiteY2" fmla="*/ 13716000 h 13716000"/>
              <a:gd name="connsiteX3" fmla="*/ 0 w 12193588"/>
              <a:gd name="connsiteY3" fmla="*/ 13716000 h 13716000"/>
              <a:gd name="connsiteX4" fmla="*/ 0 w 12193588"/>
              <a:gd name="connsiteY4" fmla="*/ 11014497 h 13716000"/>
              <a:gd name="connsiteX5" fmla="*/ 161787 w 12193588"/>
              <a:gd name="connsiteY5" fmla="*/ 10887357 h 13716000"/>
              <a:gd name="connsiteX6" fmla="*/ 2082029 w 12193588"/>
              <a:gd name="connsiteY6" fmla="*/ 6815574 h 13716000"/>
              <a:gd name="connsiteX7" fmla="*/ 161787 w 12193588"/>
              <a:gd name="connsiteY7" fmla="*/ 2743788 h 13716000"/>
              <a:gd name="connsiteX8" fmla="*/ 0 w 12193588"/>
              <a:gd name="connsiteY8" fmla="*/ 2616648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8" h="13716000">
                <a:moveTo>
                  <a:pt x="0" y="0"/>
                </a:moveTo>
                <a:lnTo>
                  <a:pt x="12193588" y="0"/>
                </a:lnTo>
                <a:lnTo>
                  <a:pt x="12193588" y="13716000"/>
                </a:lnTo>
                <a:lnTo>
                  <a:pt x="0" y="13716000"/>
                </a:lnTo>
                <a:lnTo>
                  <a:pt x="0" y="11014497"/>
                </a:lnTo>
                <a:lnTo>
                  <a:pt x="161787" y="10887357"/>
                </a:lnTo>
                <a:cubicBezTo>
                  <a:pt x="1334527" y="9919526"/>
                  <a:pt x="2082029" y="8454843"/>
                  <a:pt x="2082029" y="6815574"/>
                </a:cubicBezTo>
                <a:cubicBezTo>
                  <a:pt x="2082029" y="5176301"/>
                  <a:pt x="1334527" y="3711618"/>
                  <a:pt x="161787" y="2743788"/>
                </a:cubicBezTo>
                <a:lnTo>
                  <a:pt x="0" y="2616648"/>
                </a:lnTo>
                <a:close/>
              </a:path>
            </a:pathLst>
          </a:custGeom>
          <a:pattFill prst="wdUpDiag">
            <a:fgClr>
              <a:srgbClr val="FADFD9"/>
            </a:fgClr>
            <a:bgClr>
              <a:schemeClr val="bg1"/>
            </a:bgClr>
          </a:pattFill>
        </p:spPr>
        <p:txBody>
          <a:bodyPr wrap="square" anchor="ctr" anchorCtr="0">
            <a:noAutofit/>
          </a:bodyPr>
          <a:lstStyle>
            <a:lvl1pPr marL="0" indent="0" algn="ctr">
              <a:buNone/>
              <a:defRPr>
                <a:solidFill>
                  <a:schemeClr val="tx1"/>
                </a:solidFill>
              </a:defRPr>
            </a:lvl1pPr>
          </a:lstStyle>
          <a:p>
            <a:r>
              <a:rPr lang="en-US"/>
              <a:t>       Drag and drop image here</a:t>
            </a:r>
          </a:p>
        </p:txBody>
      </p:sp>
      <p:pic>
        <p:nvPicPr>
          <p:cNvPr id="13" name="Logo">
            <a:extLst>
              <a:ext uri="{FF2B5EF4-FFF2-40B4-BE49-F238E27FC236}">
                <a16:creationId xmlns:a16="http://schemas.microsoft.com/office/drawing/2014/main" id="{74FCEC4C-72EE-D748-9E41-50A05813384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5589" y="11660506"/>
            <a:ext cx="2182620" cy="552276"/>
          </a:xfrm>
          <a:prstGeom prst="rect">
            <a:avLst/>
          </a:prstGeom>
        </p:spPr>
      </p:pic>
      <p:sp>
        <p:nvSpPr>
          <p:cNvPr id="14" name="Folded Corner 13">
            <a:extLst>
              <a:ext uri="{FF2B5EF4-FFF2-40B4-BE49-F238E27FC236}">
                <a16:creationId xmlns:a16="http://schemas.microsoft.com/office/drawing/2014/main" id="{E9B9BD45-56CA-9045-AF14-AA94A2D2411A}"/>
              </a:ext>
              <a:ext uri="{C183D7F6-B498-43B3-948B-1728B52AA6E4}">
                <adec:decorative xmlns:adec="http://schemas.microsoft.com/office/drawing/2017/decorative" val="1"/>
              </a:ext>
            </a:extLst>
          </p:cNvPr>
          <p:cNvSpPr/>
          <p:nvPr/>
        </p:nvSpPr>
        <p:spPr>
          <a:xfrm>
            <a:off x="0" y="-2743200"/>
            <a:ext cx="10745787" cy="22026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 Portrait image flush right with placeholder text descriptor on left.</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 </a:t>
            </a:r>
          </a:p>
          <a:p>
            <a:endParaRPr lang="en-US" sz="2400">
              <a:solidFill>
                <a:schemeClr val="tx1"/>
              </a:solidFill>
              <a:latin typeface="Community" panose="02000303040000020003" pitchFamily="2"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1075398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arkamber_title and image">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DCB5FD15-F0DC-AD47-8274-A9B6663080BD}"/>
              </a:ext>
              <a:ext uri="{C183D7F6-B498-43B3-948B-1728B52AA6E4}">
                <adec:decorative xmlns:adec="http://schemas.microsoft.com/office/drawing/2017/decorative" val="1"/>
              </a:ext>
            </a:extLst>
          </p:cNvPr>
          <p:cNvSpPr/>
          <p:nvPr/>
        </p:nvSpPr>
        <p:spPr>
          <a:xfrm>
            <a:off x="3740324" y="1552906"/>
            <a:ext cx="10553468" cy="10553468"/>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itle">
            <a:extLst>
              <a:ext uri="{FF2B5EF4-FFF2-40B4-BE49-F238E27FC236}">
                <a16:creationId xmlns:a16="http://schemas.microsoft.com/office/drawing/2014/main" id="{C9A5A748-8D3D-9D42-A88F-5126998B95CF}"/>
              </a:ext>
            </a:extLst>
          </p:cNvPr>
          <p:cNvSpPr>
            <a:spLocks noGrp="1"/>
          </p:cNvSpPr>
          <p:nvPr>
            <p:ph type="title" hasCustomPrompt="1"/>
          </p:nvPr>
        </p:nvSpPr>
        <p:spPr>
          <a:xfrm>
            <a:off x="1483162" y="4267200"/>
            <a:ext cx="8058403" cy="2678112"/>
          </a:xfrm>
          <a:noFill/>
        </p:spPr>
        <p:txBody>
          <a:bodyPr vert="horz" lIns="0" tIns="45720" rIns="0" bIns="45720" rtlCol="0" anchor="b" anchorCtr="0">
            <a:normAutofit/>
          </a:bodyPr>
          <a:lstStyle>
            <a:lvl1pPr>
              <a:defRPr lang="en-US" sz="9598" dirty="0">
                <a:solidFill>
                  <a:schemeClr val="accent2"/>
                </a:solidFill>
                <a:ea typeface="+mn-ea"/>
                <a:cs typeface="+mn-cs"/>
              </a:defRPr>
            </a:lvl1pPr>
          </a:lstStyle>
          <a:p>
            <a:pPr marL="0" lvl="0" indent="0">
              <a:spcBef>
                <a:spcPts val="2000"/>
              </a:spcBef>
              <a:buFont typeface="Arial" panose="020B0604020202020204" pitchFamily="34" charset="0"/>
            </a:pPr>
            <a:r>
              <a:rPr lang="en-US"/>
              <a:t>Enter slide title here up to 2 lines</a:t>
            </a:r>
          </a:p>
        </p:txBody>
      </p:sp>
      <p:sp>
        <p:nvSpPr>
          <p:cNvPr id="11" name="subtitle">
            <a:extLst>
              <a:ext uri="{FF2B5EF4-FFF2-40B4-BE49-F238E27FC236}">
                <a16:creationId xmlns:a16="http://schemas.microsoft.com/office/drawing/2014/main" id="{A52E9E6A-AC29-5349-A06D-B596FD0D77BA}"/>
              </a:ext>
            </a:extLst>
          </p:cNvPr>
          <p:cNvSpPr>
            <a:spLocks noGrp="1"/>
          </p:cNvSpPr>
          <p:nvPr>
            <p:ph type="body" sz="quarter" idx="12" hasCustomPrompt="1"/>
          </p:nvPr>
        </p:nvSpPr>
        <p:spPr>
          <a:xfrm>
            <a:off x="1525587" y="6976627"/>
            <a:ext cx="8015978" cy="2142410"/>
          </a:xfrm>
        </p:spPr>
        <p:txBody>
          <a:bodyPr>
            <a:noAutofit/>
          </a:bodyPr>
          <a:lstStyle>
            <a:lvl1pPr marL="0" indent="0">
              <a:lnSpc>
                <a:spcPts val="6478"/>
              </a:lnSpc>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2 lines or less</a:t>
            </a:r>
          </a:p>
        </p:txBody>
      </p:sp>
      <p:sp>
        <p:nvSpPr>
          <p:cNvPr id="12" name="slice">
            <a:extLst>
              <a:ext uri="{FF2B5EF4-FFF2-40B4-BE49-F238E27FC236}">
                <a16:creationId xmlns:a16="http://schemas.microsoft.com/office/drawing/2014/main" id="{982CEEB8-C128-5A45-A032-18DB4AB55FCD}"/>
              </a:ext>
              <a:ext uri="{C183D7F6-B498-43B3-948B-1728B52AA6E4}">
                <adec:decorative xmlns:adec="http://schemas.microsoft.com/office/drawing/2017/decorative" val="1"/>
              </a:ext>
            </a:extLst>
          </p:cNvPr>
          <p:cNvSpPr/>
          <p:nvPr/>
        </p:nvSpPr>
        <p:spPr>
          <a:xfrm flipH="1">
            <a:off x="12196964"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Picture Placeholder">
            <a:extLst>
              <a:ext uri="{FF2B5EF4-FFF2-40B4-BE49-F238E27FC236}">
                <a16:creationId xmlns:a16="http://schemas.microsoft.com/office/drawing/2014/main" id="{BB04F243-2949-F948-A4B3-BCF5448C6923}"/>
              </a:ext>
              <a:ext uri="{C183D7F6-B498-43B3-948B-1728B52AA6E4}">
                <adec:decorative xmlns:adec="http://schemas.microsoft.com/office/drawing/2017/decorative" val="1"/>
              </a:ext>
            </a:extLst>
          </p:cNvPr>
          <p:cNvSpPr>
            <a:spLocks noGrp="1"/>
          </p:cNvSpPr>
          <p:nvPr>
            <p:ph type="pic" sz="quarter" idx="10" hasCustomPrompt="1"/>
          </p:nvPr>
        </p:nvSpPr>
        <p:spPr>
          <a:xfrm>
            <a:off x="12199338" y="0"/>
            <a:ext cx="12193588" cy="13716000"/>
          </a:xfrm>
          <a:custGeom>
            <a:avLst/>
            <a:gdLst>
              <a:gd name="connsiteX0" fmla="*/ 0 w 12193588"/>
              <a:gd name="connsiteY0" fmla="*/ 0 h 13716000"/>
              <a:gd name="connsiteX1" fmla="*/ 12193588 w 12193588"/>
              <a:gd name="connsiteY1" fmla="*/ 0 h 13716000"/>
              <a:gd name="connsiteX2" fmla="*/ 12193588 w 12193588"/>
              <a:gd name="connsiteY2" fmla="*/ 13716000 h 13716000"/>
              <a:gd name="connsiteX3" fmla="*/ 0 w 12193588"/>
              <a:gd name="connsiteY3" fmla="*/ 13716000 h 13716000"/>
              <a:gd name="connsiteX4" fmla="*/ 0 w 12193588"/>
              <a:gd name="connsiteY4" fmla="*/ 11014497 h 13716000"/>
              <a:gd name="connsiteX5" fmla="*/ 161787 w 12193588"/>
              <a:gd name="connsiteY5" fmla="*/ 10887357 h 13716000"/>
              <a:gd name="connsiteX6" fmla="*/ 2082029 w 12193588"/>
              <a:gd name="connsiteY6" fmla="*/ 6815574 h 13716000"/>
              <a:gd name="connsiteX7" fmla="*/ 161787 w 12193588"/>
              <a:gd name="connsiteY7" fmla="*/ 2743788 h 13716000"/>
              <a:gd name="connsiteX8" fmla="*/ 0 w 12193588"/>
              <a:gd name="connsiteY8" fmla="*/ 2616648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8" h="13716000">
                <a:moveTo>
                  <a:pt x="0" y="0"/>
                </a:moveTo>
                <a:lnTo>
                  <a:pt x="12193588" y="0"/>
                </a:lnTo>
                <a:lnTo>
                  <a:pt x="12193588" y="13716000"/>
                </a:lnTo>
                <a:lnTo>
                  <a:pt x="0" y="13716000"/>
                </a:lnTo>
                <a:lnTo>
                  <a:pt x="0" y="11014497"/>
                </a:lnTo>
                <a:lnTo>
                  <a:pt x="161787" y="10887357"/>
                </a:lnTo>
                <a:cubicBezTo>
                  <a:pt x="1334527" y="9919526"/>
                  <a:pt x="2082029" y="8454843"/>
                  <a:pt x="2082029" y="6815574"/>
                </a:cubicBezTo>
                <a:cubicBezTo>
                  <a:pt x="2082029" y="5176301"/>
                  <a:pt x="1334527" y="3711618"/>
                  <a:pt x="161787" y="2743788"/>
                </a:cubicBezTo>
                <a:lnTo>
                  <a:pt x="0" y="2616648"/>
                </a:lnTo>
                <a:close/>
              </a:path>
            </a:pathLst>
          </a:custGeom>
          <a:pattFill prst="wdUpDiag">
            <a:fgClr>
              <a:srgbClr val="FADFD9"/>
            </a:fgClr>
            <a:bgClr>
              <a:schemeClr val="bg1"/>
            </a:bgClr>
          </a:pattFill>
        </p:spPr>
        <p:txBody>
          <a:bodyPr wrap="square" anchor="ctr" anchorCtr="0">
            <a:noAutofit/>
          </a:bodyPr>
          <a:lstStyle>
            <a:lvl1pPr marL="0" indent="0" algn="ctr">
              <a:buNone/>
              <a:defRPr>
                <a:solidFill>
                  <a:schemeClr val="tx1"/>
                </a:solidFill>
              </a:defRPr>
            </a:lvl1pPr>
          </a:lstStyle>
          <a:p>
            <a:r>
              <a:rPr lang="en-US"/>
              <a:t>       Drag and drop image here</a:t>
            </a:r>
          </a:p>
        </p:txBody>
      </p:sp>
      <p:pic>
        <p:nvPicPr>
          <p:cNvPr id="13" name="Logo">
            <a:extLst>
              <a:ext uri="{FF2B5EF4-FFF2-40B4-BE49-F238E27FC236}">
                <a16:creationId xmlns:a16="http://schemas.microsoft.com/office/drawing/2014/main" id="{2C92EDE8-DF91-5841-9221-373231AEBA0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5589" y="11660506"/>
            <a:ext cx="2182620" cy="552276"/>
          </a:xfrm>
          <a:prstGeom prst="rect">
            <a:avLst/>
          </a:prstGeom>
        </p:spPr>
      </p:pic>
      <p:sp>
        <p:nvSpPr>
          <p:cNvPr id="14" name="Folded Corner 13">
            <a:extLst>
              <a:ext uri="{FF2B5EF4-FFF2-40B4-BE49-F238E27FC236}">
                <a16:creationId xmlns:a16="http://schemas.microsoft.com/office/drawing/2014/main" id="{0B90EE9E-1C7A-B949-B095-81F1B772E9D1}"/>
              </a:ext>
              <a:ext uri="{C183D7F6-B498-43B3-948B-1728B52AA6E4}">
                <adec:decorative xmlns:adec="http://schemas.microsoft.com/office/drawing/2017/decorative" val="1"/>
              </a:ext>
            </a:extLst>
          </p:cNvPr>
          <p:cNvSpPr/>
          <p:nvPr/>
        </p:nvSpPr>
        <p:spPr>
          <a:xfrm>
            <a:off x="0" y="-2743200"/>
            <a:ext cx="10745787" cy="22026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 Portrait image flush right with placeholder text descriptor on left.</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 </a:t>
            </a:r>
          </a:p>
          <a:p>
            <a:endParaRPr lang="en-US" sz="2400">
              <a:solidFill>
                <a:schemeClr val="tx1"/>
              </a:solidFill>
              <a:latin typeface="Community" panose="02000303040000020003" pitchFamily="2"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4264458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green_title and image 2">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85BA5E77-5A51-1E49-AEC3-D47AFCAC1ADE}"/>
              </a:ext>
              <a:ext uri="{C183D7F6-B498-43B3-948B-1728B52AA6E4}">
                <adec:decorative xmlns:adec="http://schemas.microsoft.com/office/drawing/2017/decorative" val="1"/>
              </a:ext>
            </a:extLst>
          </p:cNvPr>
          <p:cNvSpPr/>
          <p:nvPr/>
        </p:nvSpPr>
        <p:spPr>
          <a:xfrm>
            <a:off x="10100140" y="1552906"/>
            <a:ext cx="10553468" cy="1055346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a:extLst>
              <a:ext uri="{FF2B5EF4-FFF2-40B4-BE49-F238E27FC236}">
                <a16:creationId xmlns:a16="http://schemas.microsoft.com/office/drawing/2014/main" id="{99176E16-4787-0041-932D-FEE8C560D230}"/>
              </a:ext>
            </a:extLst>
          </p:cNvPr>
          <p:cNvSpPr>
            <a:spLocks noGrp="1"/>
          </p:cNvSpPr>
          <p:nvPr>
            <p:ph type="title" hasCustomPrompt="1"/>
          </p:nvPr>
        </p:nvSpPr>
        <p:spPr>
          <a:xfrm>
            <a:off x="13636751" y="3980454"/>
            <a:ext cx="9224837" cy="2678112"/>
          </a:xfrm>
          <a:noFill/>
        </p:spPr>
        <p:txBody>
          <a:bodyPr vert="horz" lIns="0" tIns="45720" rIns="0" bIns="45720" rtlCol="0" anchor="b" anchorCtr="0">
            <a:normAutofit/>
          </a:bodyPr>
          <a:lstStyle>
            <a:lvl1pPr>
              <a:defRPr lang="en-US" sz="9598">
                <a:solidFill>
                  <a:schemeClr val="accent1"/>
                </a:solidFill>
                <a:ea typeface="+mn-ea"/>
                <a:cs typeface="+mn-cs"/>
              </a:defRPr>
            </a:lvl1pPr>
          </a:lstStyle>
          <a:p>
            <a:pPr marL="0" lvl="0" indent="0">
              <a:spcBef>
                <a:spcPts val="2000"/>
              </a:spcBef>
              <a:buFont typeface="Arial" panose="020B0604020202020204" pitchFamily="34" charset="0"/>
            </a:pPr>
            <a:r>
              <a:rPr lang="en-US"/>
              <a:t>Enter slide title here in two lines or less</a:t>
            </a:r>
          </a:p>
        </p:txBody>
      </p:sp>
      <p:sp>
        <p:nvSpPr>
          <p:cNvPr id="20" name="Subtitle">
            <a:extLst>
              <a:ext uri="{FF2B5EF4-FFF2-40B4-BE49-F238E27FC236}">
                <a16:creationId xmlns:a16="http://schemas.microsoft.com/office/drawing/2014/main" id="{020C3EE7-4C31-B648-9206-0F8F5E4D81F4}"/>
              </a:ext>
            </a:extLst>
          </p:cNvPr>
          <p:cNvSpPr>
            <a:spLocks noGrp="1"/>
          </p:cNvSpPr>
          <p:nvPr>
            <p:ph type="body" sz="quarter" idx="12" hasCustomPrompt="1"/>
          </p:nvPr>
        </p:nvSpPr>
        <p:spPr>
          <a:xfrm>
            <a:off x="13661996" y="6761749"/>
            <a:ext cx="6515766" cy="2202370"/>
          </a:xfrm>
        </p:spPr>
        <p:txBody>
          <a:bodyPr>
            <a:noAutofit/>
          </a:bodyPr>
          <a:lstStyle>
            <a:lvl1pPr marL="0" indent="0">
              <a:lnSpc>
                <a:spcPts val="6478"/>
              </a:lnSpc>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two lines or less</a:t>
            </a:r>
          </a:p>
        </p:txBody>
      </p:sp>
      <p:sp>
        <p:nvSpPr>
          <p:cNvPr id="9" name="intersection">
            <a:extLst>
              <a:ext uri="{FF2B5EF4-FFF2-40B4-BE49-F238E27FC236}">
                <a16:creationId xmlns:a16="http://schemas.microsoft.com/office/drawing/2014/main" id="{0E88DC24-2DD1-4047-B59D-B335D12FC0BF}"/>
              </a:ext>
              <a:ext uri="{C183D7F6-B498-43B3-948B-1728B52AA6E4}">
                <adec:decorative xmlns:adec="http://schemas.microsoft.com/office/drawing/2017/decorative" val="1"/>
              </a:ext>
            </a:extLst>
          </p:cNvPr>
          <p:cNvSpPr/>
          <p:nvPr/>
        </p:nvSpPr>
        <p:spPr>
          <a:xfrm rot="10800000" flipH="1">
            <a:off x="10100139"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rgbClr val="447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Picture Placeholder">
            <a:extLst>
              <a:ext uri="{FF2B5EF4-FFF2-40B4-BE49-F238E27FC236}">
                <a16:creationId xmlns:a16="http://schemas.microsoft.com/office/drawing/2014/main" id="{C83727A9-32A2-4941-8F9F-C5EFE74F133B}"/>
              </a:ext>
              <a:ext uri="{C183D7F6-B498-43B3-948B-1728B52AA6E4}">
                <adec:decorative xmlns:adec="http://schemas.microsoft.com/office/drawing/2017/decorative" val="1"/>
              </a:ext>
            </a:extLst>
          </p:cNvPr>
          <p:cNvSpPr>
            <a:spLocks noGrp="1"/>
          </p:cNvSpPr>
          <p:nvPr>
            <p:ph type="pic" sz="quarter" idx="10" hasCustomPrompt="1"/>
          </p:nvPr>
        </p:nvSpPr>
        <p:spPr>
          <a:xfrm>
            <a:off x="1588" y="0"/>
            <a:ext cx="12193588" cy="13716000"/>
          </a:xfrm>
          <a:custGeom>
            <a:avLst/>
            <a:gdLst>
              <a:gd name="connsiteX0" fmla="*/ 0 w 12193587"/>
              <a:gd name="connsiteY0" fmla="*/ 0 h 13716000"/>
              <a:gd name="connsiteX1" fmla="*/ 12193587 w 12193587"/>
              <a:gd name="connsiteY1" fmla="*/ 0 h 13716000"/>
              <a:gd name="connsiteX2" fmla="*/ 12193587 w 12193587"/>
              <a:gd name="connsiteY2" fmla="*/ 2605019 h 13716000"/>
              <a:gd name="connsiteX3" fmla="*/ 12017004 w 12193587"/>
              <a:gd name="connsiteY3" fmla="*/ 2743786 h 13716000"/>
              <a:gd name="connsiteX4" fmla="*/ 10096762 w 12193587"/>
              <a:gd name="connsiteY4" fmla="*/ 6815570 h 13716000"/>
              <a:gd name="connsiteX5" fmla="*/ 12017004 w 12193587"/>
              <a:gd name="connsiteY5" fmla="*/ 10887355 h 13716000"/>
              <a:gd name="connsiteX6" fmla="*/ 12193587 w 12193587"/>
              <a:gd name="connsiteY6" fmla="*/ 11026123 h 13716000"/>
              <a:gd name="connsiteX7" fmla="*/ 12193587 w 12193587"/>
              <a:gd name="connsiteY7" fmla="*/ 13716000 h 13716000"/>
              <a:gd name="connsiteX8" fmla="*/ 0 w 12193587"/>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7" h="13716000">
                <a:moveTo>
                  <a:pt x="0" y="0"/>
                </a:moveTo>
                <a:lnTo>
                  <a:pt x="12193587" y="0"/>
                </a:lnTo>
                <a:lnTo>
                  <a:pt x="12193587" y="2605019"/>
                </a:lnTo>
                <a:lnTo>
                  <a:pt x="12017004" y="2743786"/>
                </a:lnTo>
                <a:cubicBezTo>
                  <a:pt x="10844264" y="3711617"/>
                  <a:pt x="10096762" y="5176300"/>
                  <a:pt x="10096762" y="6815570"/>
                </a:cubicBezTo>
                <a:cubicBezTo>
                  <a:pt x="10096762" y="8454842"/>
                  <a:pt x="10844264" y="9919525"/>
                  <a:pt x="12017004" y="10887355"/>
                </a:cubicBezTo>
                <a:lnTo>
                  <a:pt x="12193587" y="11026123"/>
                </a:lnTo>
                <a:lnTo>
                  <a:pt x="12193587" y="13716000"/>
                </a:lnTo>
                <a:lnTo>
                  <a:pt x="0" y="13716000"/>
                </a:lnTo>
                <a:close/>
              </a:path>
            </a:pathLst>
          </a:custGeom>
          <a:pattFill prst="wdUpDiag">
            <a:fgClr>
              <a:srgbClr val="FADFD9"/>
            </a:fgClr>
            <a:bgClr>
              <a:schemeClr val="bg1"/>
            </a:bgClr>
          </a:pattFill>
        </p:spPr>
        <p:txBody>
          <a:bodyPr wrap="square" rIns="1554480" anchor="ctr" anchorCtr="0">
            <a:noAutofit/>
          </a:bodyPr>
          <a:lstStyle>
            <a:lvl1pPr marL="0" indent="0" algn="ctr">
              <a:buNone/>
              <a:defRPr b="0">
                <a:solidFill>
                  <a:schemeClr val="tx1"/>
                </a:solidFill>
              </a:defRPr>
            </a:lvl1pPr>
          </a:lstStyle>
          <a:p>
            <a:r>
              <a:rPr lang="en-US"/>
              <a:t>Drag and drop image here</a:t>
            </a:r>
          </a:p>
        </p:txBody>
      </p:sp>
      <p:sp>
        <p:nvSpPr>
          <p:cNvPr id="13" name="Folded Corner 12">
            <a:extLst>
              <a:ext uri="{FF2B5EF4-FFF2-40B4-BE49-F238E27FC236}">
                <a16:creationId xmlns:a16="http://schemas.microsoft.com/office/drawing/2014/main" id="{C52B399C-1F0D-CC42-80CF-F0076FEC65DC}"/>
              </a:ext>
              <a:ext uri="{C183D7F6-B498-43B3-948B-1728B52AA6E4}">
                <adec:decorative xmlns:adec="http://schemas.microsoft.com/office/drawing/2017/decorative" val="1"/>
              </a:ext>
            </a:extLst>
          </p:cNvPr>
          <p:cNvSpPr/>
          <p:nvPr/>
        </p:nvSpPr>
        <p:spPr>
          <a:xfrm>
            <a:off x="0" y="-2743202"/>
            <a:ext cx="10440987" cy="22026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Portrait image flush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p:txBody>
      </p:sp>
      <p:pic>
        <p:nvPicPr>
          <p:cNvPr id="12" name="Logo">
            <a:extLst>
              <a:ext uri="{FF2B5EF4-FFF2-40B4-BE49-F238E27FC236}">
                <a16:creationId xmlns:a16="http://schemas.microsoft.com/office/drawing/2014/main" id="{8D19C2B2-6FB7-E34E-94E2-A7B8C6AEE6FE}"/>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2219710"/>
            <a:ext cx="2182620" cy="552276"/>
          </a:xfrm>
          <a:prstGeom prst="rect">
            <a:avLst/>
          </a:prstGeom>
        </p:spPr>
      </p:pic>
    </p:spTree>
    <p:extLst>
      <p:ext uri="{BB962C8B-B14F-4D97-AF65-F5344CB8AC3E}">
        <p14:creationId xmlns:p14="http://schemas.microsoft.com/office/powerpoint/2010/main" val="24041447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mber_title and image 2">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81D6F86-E34F-E34E-A0FE-F64D4A5BA15F}"/>
              </a:ext>
              <a:ext uri="{C183D7F6-B498-43B3-948B-1728B52AA6E4}">
                <adec:decorative xmlns:adec="http://schemas.microsoft.com/office/drawing/2017/decorative" val="1"/>
              </a:ext>
            </a:extLst>
          </p:cNvPr>
          <p:cNvSpPr/>
          <p:nvPr/>
        </p:nvSpPr>
        <p:spPr>
          <a:xfrm>
            <a:off x="10100140" y="1552906"/>
            <a:ext cx="10553468" cy="1055346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a:extLst>
              <a:ext uri="{FF2B5EF4-FFF2-40B4-BE49-F238E27FC236}">
                <a16:creationId xmlns:a16="http://schemas.microsoft.com/office/drawing/2014/main" id="{99176E16-4787-0041-932D-FEE8C560D230}"/>
              </a:ext>
            </a:extLst>
          </p:cNvPr>
          <p:cNvSpPr>
            <a:spLocks noGrp="1"/>
          </p:cNvSpPr>
          <p:nvPr>
            <p:ph type="title" hasCustomPrompt="1"/>
          </p:nvPr>
        </p:nvSpPr>
        <p:spPr>
          <a:xfrm>
            <a:off x="13636751" y="3980454"/>
            <a:ext cx="9224837" cy="2678112"/>
          </a:xfrm>
          <a:noFill/>
        </p:spPr>
        <p:txBody>
          <a:bodyPr vert="horz" lIns="0" tIns="45720" rIns="0" bIns="45720" rtlCol="0" anchor="b" anchorCtr="0">
            <a:normAutofit/>
          </a:bodyPr>
          <a:lstStyle>
            <a:lvl1pPr>
              <a:defRPr lang="en-US" sz="9598">
                <a:solidFill>
                  <a:schemeClr val="accent2"/>
                </a:solidFill>
                <a:ea typeface="+mn-ea"/>
                <a:cs typeface="+mn-cs"/>
              </a:defRPr>
            </a:lvl1pPr>
          </a:lstStyle>
          <a:p>
            <a:pPr marL="0" lvl="0" indent="0">
              <a:spcBef>
                <a:spcPts val="2000"/>
              </a:spcBef>
              <a:buFont typeface="Arial" panose="020B0604020202020204" pitchFamily="34" charset="0"/>
            </a:pPr>
            <a:r>
              <a:rPr lang="en-US"/>
              <a:t>Enter slide title here in two lines or less</a:t>
            </a:r>
          </a:p>
        </p:txBody>
      </p:sp>
      <p:sp>
        <p:nvSpPr>
          <p:cNvPr id="20" name="Subtitle">
            <a:extLst>
              <a:ext uri="{FF2B5EF4-FFF2-40B4-BE49-F238E27FC236}">
                <a16:creationId xmlns:a16="http://schemas.microsoft.com/office/drawing/2014/main" id="{020C3EE7-4C31-B648-9206-0F8F5E4D81F4}"/>
              </a:ext>
            </a:extLst>
          </p:cNvPr>
          <p:cNvSpPr>
            <a:spLocks noGrp="1"/>
          </p:cNvSpPr>
          <p:nvPr>
            <p:ph type="body" sz="quarter" idx="12" hasCustomPrompt="1"/>
          </p:nvPr>
        </p:nvSpPr>
        <p:spPr>
          <a:xfrm>
            <a:off x="13661996" y="6761749"/>
            <a:ext cx="6576726" cy="2202370"/>
          </a:xfrm>
        </p:spPr>
        <p:txBody>
          <a:bodyPr>
            <a:noAutofit/>
          </a:bodyPr>
          <a:lstStyle>
            <a:lvl1pPr marL="0" indent="0">
              <a:lnSpc>
                <a:spcPts val="6478"/>
              </a:lnSpc>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two lines or less</a:t>
            </a:r>
          </a:p>
        </p:txBody>
      </p:sp>
      <p:sp>
        <p:nvSpPr>
          <p:cNvPr id="9" name="intersection">
            <a:extLst>
              <a:ext uri="{FF2B5EF4-FFF2-40B4-BE49-F238E27FC236}">
                <a16:creationId xmlns:a16="http://schemas.microsoft.com/office/drawing/2014/main" id="{0E88DC24-2DD1-4047-B59D-B335D12FC0BF}"/>
              </a:ext>
              <a:ext uri="{C183D7F6-B498-43B3-948B-1728B52AA6E4}">
                <adec:decorative xmlns:adec="http://schemas.microsoft.com/office/drawing/2017/decorative" val="1"/>
              </a:ext>
            </a:extLst>
          </p:cNvPr>
          <p:cNvSpPr/>
          <p:nvPr/>
        </p:nvSpPr>
        <p:spPr>
          <a:xfrm rot="10800000" flipH="1">
            <a:off x="10100139"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Picture Placeholder">
            <a:extLst>
              <a:ext uri="{FF2B5EF4-FFF2-40B4-BE49-F238E27FC236}">
                <a16:creationId xmlns:a16="http://schemas.microsoft.com/office/drawing/2014/main" id="{C83727A9-32A2-4941-8F9F-C5EFE74F133B}"/>
              </a:ext>
              <a:ext uri="{C183D7F6-B498-43B3-948B-1728B52AA6E4}">
                <adec:decorative xmlns:adec="http://schemas.microsoft.com/office/drawing/2017/decorative" val="1"/>
              </a:ext>
            </a:extLst>
          </p:cNvPr>
          <p:cNvSpPr>
            <a:spLocks noGrp="1"/>
          </p:cNvSpPr>
          <p:nvPr>
            <p:ph type="pic" sz="quarter" idx="10" hasCustomPrompt="1"/>
          </p:nvPr>
        </p:nvSpPr>
        <p:spPr>
          <a:xfrm>
            <a:off x="1588" y="0"/>
            <a:ext cx="12193588" cy="13716000"/>
          </a:xfrm>
          <a:custGeom>
            <a:avLst/>
            <a:gdLst>
              <a:gd name="connsiteX0" fmla="*/ 0 w 12193587"/>
              <a:gd name="connsiteY0" fmla="*/ 0 h 13716000"/>
              <a:gd name="connsiteX1" fmla="*/ 12193587 w 12193587"/>
              <a:gd name="connsiteY1" fmla="*/ 0 h 13716000"/>
              <a:gd name="connsiteX2" fmla="*/ 12193587 w 12193587"/>
              <a:gd name="connsiteY2" fmla="*/ 2605019 h 13716000"/>
              <a:gd name="connsiteX3" fmla="*/ 12017004 w 12193587"/>
              <a:gd name="connsiteY3" fmla="*/ 2743786 h 13716000"/>
              <a:gd name="connsiteX4" fmla="*/ 10096762 w 12193587"/>
              <a:gd name="connsiteY4" fmla="*/ 6815570 h 13716000"/>
              <a:gd name="connsiteX5" fmla="*/ 12017004 w 12193587"/>
              <a:gd name="connsiteY5" fmla="*/ 10887355 h 13716000"/>
              <a:gd name="connsiteX6" fmla="*/ 12193587 w 12193587"/>
              <a:gd name="connsiteY6" fmla="*/ 11026123 h 13716000"/>
              <a:gd name="connsiteX7" fmla="*/ 12193587 w 12193587"/>
              <a:gd name="connsiteY7" fmla="*/ 13716000 h 13716000"/>
              <a:gd name="connsiteX8" fmla="*/ 0 w 12193587"/>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7" h="13716000">
                <a:moveTo>
                  <a:pt x="0" y="0"/>
                </a:moveTo>
                <a:lnTo>
                  <a:pt x="12193587" y="0"/>
                </a:lnTo>
                <a:lnTo>
                  <a:pt x="12193587" y="2605019"/>
                </a:lnTo>
                <a:lnTo>
                  <a:pt x="12017004" y="2743786"/>
                </a:lnTo>
                <a:cubicBezTo>
                  <a:pt x="10844264" y="3711617"/>
                  <a:pt x="10096762" y="5176300"/>
                  <a:pt x="10096762" y="6815570"/>
                </a:cubicBezTo>
                <a:cubicBezTo>
                  <a:pt x="10096762" y="8454842"/>
                  <a:pt x="10844264" y="9919525"/>
                  <a:pt x="12017004" y="10887355"/>
                </a:cubicBezTo>
                <a:lnTo>
                  <a:pt x="12193587" y="11026123"/>
                </a:lnTo>
                <a:lnTo>
                  <a:pt x="12193587" y="13716000"/>
                </a:lnTo>
                <a:lnTo>
                  <a:pt x="0" y="13716000"/>
                </a:lnTo>
                <a:close/>
              </a:path>
            </a:pathLst>
          </a:custGeom>
          <a:pattFill prst="wdUpDiag">
            <a:fgClr>
              <a:srgbClr val="FADFD9"/>
            </a:fgClr>
            <a:bgClr>
              <a:schemeClr val="bg1"/>
            </a:bgClr>
          </a:pattFill>
        </p:spPr>
        <p:txBody>
          <a:bodyPr wrap="square" rIns="1554480" anchor="ctr" anchorCtr="0">
            <a:noAutofit/>
          </a:bodyPr>
          <a:lstStyle>
            <a:lvl1pPr marL="0" indent="0" algn="ctr">
              <a:buNone/>
              <a:defRPr b="0">
                <a:solidFill>
                  <a:schemeClr val="tx1"/>
                </a:solidFill>
              </a:defRPr>
            </a:lvl1pPr>
          </a:lstStyle>
          <a:p>
            <a:r>
              <a:rPr lang="en-US"/>
              <a:t>Drag and drop image here</a:t>
            </a:r>
          </a:p>
        </p:txBody>
      </p:sp>
      <p:pic>
        <p:nvPicPr>
          <p:cNvPr id="12" name="Logo">
            <a:extLst>
              <a:ext uri="{FF2B5EF4-FFF2-40B4-BE49-F238E27FC236}">
                <a16:creationId xmlns:a16="http://schemas.microsoft.com/office/drawing/2014/main" id="{1F65D500-D818-694C-A31A-7726F910B531}"/>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2219710"/>
            <a:ext cx="2182620" cy="552276"/>
          </a:xfrm>
          <a:prstGeom prst="rect">
            <a:avLst/>
          </a:prstGeom>
        </p:spPr>
      </p:pic>
      <p:sp>
        <p:nvSpPr>
          <p:cNvPr id="13" name="Folded Corner 12">
            <a:extLst>
              <a:ext uri="{FF2B5EF4-FFF2-40B4-BE49-F238E27FC236}">
                <a16:creationId xmlns:a16="http://schemas.microsoft.com/office/drawing/2014/main" id="{325EFF35-0314-BE4B-8A2D-A515BA837997}"/>
              </a:ext>
              <a:ext uri="{C183D7F6-B498-43B3-948B-1728B52AA6E4}">
                <adec:decorative xmlns:adec="http://schemas.microsoft.com/office/drawing/2017/decorative" val="1"/>
              </a:ext>
            </a:extLst>
          </p:cNvPr>
          <p:cNvSpPr/>
          <p:nvPr/>
        </p:nvSpPr>
        <p:spPr>
          <a:xfrm>
            <a:off x="0" y="-2743202"/>
            <a:ext cx="10440987" cy="22026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Portrait image flush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p:txBody>
      </p:sp>
    </p:spTree>
    <p:extLst>
      <p:ext uri="{BB962C8B-B14F-4D97-AF65-F5344CB8AC3E}">
        <p14:creationId xmlns:p14="http://schemas.microsoft.com/office/powerpoint/2010/main" val="4258608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red_title and image 2">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395F51D-24F1-ED4E-A7B7-8CD74E9EE0A3}"/>
              </a:ext>
              <a:ext uri="{C183D7F6-B498-43B3-948B-1728B52AA6E4}">
                <adec:decorative xmlns:adec="http://schemas.microsoft.com/office/drawing/2017/decorative" val="1"/>
              </a:ext>
            </a:extLst>
          </p:cNvPr>
          <p:cNvSpPr/>
          <p:nvPr/>
        </p:nvSpPr>
        <p:spPr>
          <a:xfrm>
            <a:off x="10100140" y="1552906"/>
            <a:ext cx="10553468" cy="1055346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a:extLst>
              <a:ext uri="{FF2B5EF4-FFF2-40B4-BE49-F238E27FC236}">
                <a16:creationId xmlns:a16="http://schemas.microsoft.com/office/drawing/2014/main" id="{99176E16-4787-0041-932D-FEE8C560D230}"/>
              </a:ext>
            </a:extLst>
          </p:cNvPr>
          <p:cNvSpPr>
            <a:spLocks noGrp="1"/>
          </p:cNvSpPr>
          <p:nvPr>
            <p:ph type="title" hasCustomPrompt="1"/>
          </p:nvPr>
        </p:nvSpPr>
        <p:spPr>
          <a:xfrm>
            <a:off x="13636751" y="3980454"/>
            <a:ext cx="9224837" cy="2678112"/>
          </a:xfrm>
          <a:noFill/>
        </p:spPr>
        <p:txBody>
          <a:bodyPr vert="horz" lIns="0" tIns="45720" rIns="0" bIns="45720" rtlCol="0" anchor="b" anchorCtr="0">
            <a:normAutofit/>
          </a:bodyPr>
          <a:lstStyle>
            <a:lvl1pPr>
              <a:defRPr lang="en-US" sz="9598">
                <a:solidFill>
                  <a:schemeClr val="tx2"/>
                </a:solidFill>
                <a:ea typeface="+mn-ea"/>
                <a:cs typeface="+mn-cs"/>
              </a:defRPr>
            </a:lvl1pPr>
          </a:lstStyle>
          <a:p>
            <a:pPr marL="0" lvl="0" indent="0">
              <a:spcBef>
                <a:spcPts val="2000"/>
              </a:spcBef>
              <a:buFont typeface="Arial" panose="020B0604020202020204" pitchFamily="34" charset="0"/>
            </a:pPr>
            <a:r>
              <a:rPr lang="en-US"/>
              <a:t>Enter slide title here in two lines or less</a:t>
            </a:r>
          </a:p>
        </p:txBody>
      </p:sp>
      <p:sp>
        <p:nvSpPr>
          <p:cNvPr id="20" name="Subtitle">
            <a:extLst>
              <a:ext uri="{FF2B5EF4-FFF2-40B4-BE49-F238E27FC236}">
                <a16:creationId xmlns:a16="http://schemas.microsoft.com/office/drawing/2014/main" id="{020C3EE7-4C31-B648-9206-0F8F5E4D81F4}"/>
              </a:ext>
            </a:extLst>
          </p:cNvPr>
          <p:cNvSpPr>
            <a:spLocks noGrp="1"/>
          </p:cNvSpPr>
          <p:nvPr>
            <p:ph type="body" sz="quarter" idx="12" hasCustomPrompt="1"/>
          </p:nvPr>
        </p:nvSpPr>
        <p:spPr>
          <a:xfrm>
            <a:off x="13661996" y="6761749"/>
            <a:ext cx="6393846" cy="2202370"/>
          </a:xfrm>
        </p:spPr>
        <p:txBody>
          <a:bodyPr>
            <a:noAutofit/>
          </a:bodyPr>
          <a:lstStyle>
            <a:lvl1pPr marL="0" indent="0">
              <a:lnSpc>
                <a:spcPts val="6478"/>
              </a:lnSpc>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two lines or less</a:t>
            </a:r>
          </a:p>
        </p:txBody>
      </p:sp>
      <p:sp>
        <p:nvSpPr>
          <p:cNvPr id="9" name="intersection">
            <a:extLst>
              <a:ext uri="{FF2B5EF4-FFF2-40B4-BE49-F238E27FC236}">
                <a16:creationId xmlns:a16="http://schemas.microsoft.com/office/drawing/2014/main" id="{0E88DC24-2DD1-4047-B59D-B335D12FC0BF}"/>
              </a:ext>
              <a:ext uri="{C183D7F6-B498-43B3-948B-1728B52AA6E4}">
                <adec:decorative xmlns:adec="http://schemas.microsoft.com/office/drawing/2017/decorative" val="1"/>
              </a:ext>
            </a:extLst>
          </p:cNvPr>
          <p:cNvSpPr/>
          <p:nvPr/>
        </p:nvSpPr>
        <p:spPr>
          <a:xfrm rot="10800000" flipH="1">
            <a:off x="10100139"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Picture Placeholder">
            <a:extLst>
              <a:ext uri="{FF2B5EF4-FFF2-40B4-BE49-F238E27FC236}">
                <a16:creationId xmlns:a16="http://schemas.microsoft.com/office/drawing/2014/main" id="{C83727A9-32A2-4941-8F9F-C5EFE74F133B}"/>
              </a:ext>
              <a:ext uri="{C183D7F6-B498-43B3-948B-1728B52AA6E4}">
                <adec:decorative xmlns:adec="http://schemas.microsoft.com/office/drawing/2017/decorative" val="1"/>
              </a:ext>
            </a:extLst>
          </p:cNvPr>
          <p:cNvSpPr>
            <a:spLocks noGrp="1"/>
          </p:cNvSpPr>
          <p:nvPr>
            <p:ph type="pic" sz="quarter" idx="10" hasCustomPrompt="1"/>
          </p:nvPr>
        </p:nvSpPr>
        <p:spPr>
          <a:xfrm>
            <a:off x="1588" y="0"/>
            <a:ext cx="12193588" cy="13716000"/>
          </a:xfrm>
          <a:custGeom>
            <a:avLst/>
            <a:gdLst>
              <a:gd name="connsiteX0" fmla="*/ 0 w 12193587"/>
              <a:gd name="connsiteY0" fmla="*/ 0 h 13716000"/>
              <a:gd name="connsiteX1" fmla="*/ 12193587 w 12193587"/>
              <a:gd name="connsiteY1" fmla="*/ 0 h 13716000"/>
              <a:gd name="connsiteX2" fmla="*/ 12193587 w 12193587"/>
              <a:gd name="connsiteY2" fmla="*/ 2605019 h 13716000"/>
              <a:gd name="connsiteX3" fmla="*/ 12017004 w 12193587"/>
              <a:gd name="connsiteY3" fmla="*/ 2743786 h 13716000"/>
              <a:gd name="connsiteX4" fmla="*/ 10096762 w 12193587"/>
              <a:gd name="connsiteY4" fmla="*/ 6815570 h 13716000"/>
              <a:gd name="connsiteX5" fmla="*/ 12017004 w 12193587"/>
              <a:gd name="connsiteY5" fmla="*/ 10887355 h 13716000"/>
              <a:gd name="connsiteX6" fmla="*/ 12193587 w 12193587"/>
              <a:gd name="connsiteY6" fmla="*/ 11026123 h 13716000"/>
              <a:gd name="connsiteX7" fmla="*/ 12193587 w 12193587"/>
              <a:gd name="connsiteY7" fmla="*/ 13716000 h 13716000"/>
              <a:gd name="connsiteX8" fmla="*/ 0 w 12193587"/>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7" h="13716000">
                <a:moveTo>
                  <a:pt x="0" y="0"/>
                </a:moveTo>
                <a:lnTo>
                  <a:pt x="12193587" y="0"/>
                </a:lnTo>
                <a:lnTo>
                  <a:pt x="12193587" y="2605019"/>
                </a:lnTo>
                <a:lnTo>
                  <a:pt x="12017004" y="2743786"/>
                </a:lnTo>
                <a:cubicBezTo>
                  <a:pt x="10844264" y="3711617"/>
                  <a:pt x="10096762" y="5176300"/>
                  <a:pt x="10096762" y="6815570"/>
                </a:cubicBezTo>
                <a:cubicBezTo>
                  <a:pt x="10096762" y="8454842"/>
                  <a:pt x="10844264" y="9919525"/>
                  <a:pt x="12017004" y="10887355"/>
                </a:cubicBezTo>
                <a:lnTo>
                  <a:pt x="12193587" y="11026123"/>
                </a:lnTo>
                <a:lnTo>
                  <a:pt x="12193587" y="13716000"/>
                </a:lnTo>
                <a:lnTo>
                  <a:pt x="0" y="13716000"/>
                </a:lnTo>
                <a:close/>
              </a:path>
            </a:pathLst>
          </a:custGeom>
          <a:pattFill prst="wdUpDiag">
            <a:fgClr>
              <a:srgbClr val="FADFD9"/>
            </a:fgClr>
            <a:bgClr>
              <a:schemeClr val="bg1"/>
            </a:bgClr>
          </a:pattFill>
        </p:spPr>
        <p:txBody>
          <a:bodyPr wrap="square" rIns="1554480" anchor="ctr" anchorCtr="0">
            <a:noAutofit/>
          </a:bodyPr>
          <a:lstStyle>
            <a:lvl1pPr marL="0" indent="0" algn="ctr">
              <a:buNone/>
              <a:defRPr b="0">
                <a:solidFill>
                  <a:schemeClr val="tx1"/>
                </a:solidFill>
              </a:defRPr>
            </a:lvl1pPr>
          </a:lstStyle>
          <a:p>
            <a:r>
              <a:rPr lang="en-US"/>
              <a:t>Drag and drop image here</a:t>
            </a:r>
          </a:p>
        </p:txBody>
      </p:sp>
      <p:pic>
        <p:nvPicPr>
          <p:cNvPr id="12" name="Logo">
            <a:extLst>
              <a:ext uri="{FF2B5EF4-FFF2-40B4-BE49-F238E27FC236}">
                <a16:creationId xmlns:a16="http://schemas.microsoft.com/office/drawing/2014/main" id="{D578A686-989C-3042-8FB7-888C74907169}"/>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2219710"/>
            <a:ext cx="2182620" cy="552276"/>
          </a:xfrm>
          <a:prstGeom prst="rect">
            <a:avLst/>
          </a:prstGeom>
        </p:spPr>
      </p:pic>
      <p:sp>
        <p:nvSpPr>
          <p:cNvPr id="13" name="Folded Corner 12">
            <a:extLst>
              <a:ext uri="{FF2B5EF4-FFF2-40B4-BE49-F238E27FC236}">
                <a16:creationId xmlns:a16="http://schemas.microsoft.com/office/drawing/2014/main" id="{993E85D6-92C6-464C-937A-33AC0596F0AD}"/>
              </a:ext>
              <a:ext uri="{C183D7F6-B498-43B3-948B-1728B52AA6E4}">
                <adec:decorative xmlns:adec="http://schemas.microsoft.com/office/drawing/2017/decorative" val="1"/>
              </a:ext>
            </a:extLst>
          </p:cNvPr>
          <p:cNvSpPr/>
          <p:nvPr/>
        </p:nvSpPr>
        <p:spPr>
          <a:xfrm>
            <a:off x="0" y="-2743202"/>
            <a:ext cx="10440987" cy="22026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Portrait image flush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p:txBody>
      </p:sp>
    </p:spTree>
    <p:extLst>
      <p:ext uri="{BB962C8B-B14F-4D97-AF65-F5344CB8AC3E}">
        <p14:creationId xmlns:p14="http://schemas.microsoft.com/office/powerpoint/2010/main" val="891673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ue_title and image 2">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33685B2A-9A68-C346-B4E5-CBD917761A1D}"/>
              </a:ext>
              <a:ext uri="{C183D7F6-B498-43B3-948B-1728B52AA6E4}">
                <adec:decorative xmlns:adec="http://schemas.microsoft.com/office/drawing/2017/decorative" val="1"/>
              </a:ext>
            </a:extLst>
          </p:cNvPr>
          <p:cNvSpPr/>
          <p:nvPr/>
        </p:nvSpPr>
        <p:spPr>
          <a:xfrm>
            <a:off x="10100140" y="1552906"/>
            <a:ext cx="10553468" cy="1055346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a:extLst>
              <a:ext uri="{FF2B5EF4-FFF2-40B4-BE49-F238E27FC236}">
                <a16:creationId xmlns:a16="http://schemas.microsoft.com/office/drawing/2014/main" id="{99176E16-4787-0041-932D-FEE8C560D230}"/>
              </a:ext>
            </a:extLst>
          </p:cNvPr>
          <p:cNvSpPr>
            <a:spLocks noGrp="1"/>
          </p:cNvSpPr>
          <p:nvPr>
            <p:ph type="title" hasCustomPrompt="1"/>
          </p:nvPr>
        </p:nvSpPr>
        <p:spPr>
          <a:xfrm>
            <a:off x="13636751" y="3980454"/>
            <a:ext cx="9224837" cy="2678112"/>
          </a:xfrm>
          <a:noFill/>
        </p:spPr>
        <p:txBody>
          <a:bodyPr vert="horz" lIns="0" tIns="45720" rIns="0" bIns="45720" rtlCol="0" anchor="b" anchorCtr="0">
            <a:normAutofit/>
          </a:bodyPr>
          <a:lstStyle>
            <a:lvl1pPr>
              <a:defRPr lang="en-US" sz="9598">
                <a:solidFill>
                  <a:schemeClr val="bg2"/>
                </a:solidFill>
                <a:ea typeface="+mn-ea"/>
                <a:cs typeface="+mn-cs"/>
              </a:defRPr>
            </a:lvl1pPr>
          </a:lstStyle>
          <a:p>
            <a:pPr marL="0" lvl="0" indent="0">
              <a:spcBef>
                <a:spcPts val="2000"/>
              </a:spcBef>
              <a:buFont typeface="Arial" panose="020B0604020202020204" pitchFamily="34" charset="0"/>
            </a:pPr>
            <a:r>
              <a:rPr lang="en-US"/>
              <a:t>Enter slide title here in two lines or less</a:t>
            </a:r>
          </a:p>
        </p:txBody>
      </p:sp>
      <p:sp>
        <p:nvSpPr>
          <p:cNvPr id="20" name="Subtitle">
            <a:extLst>
              <a:ext uri="{FF2B5EF4-FFF2-40B4-BE49-F238E27FC236}">
                <a16:creationId xmlns:a16="http://schemas.microsoft.com/office/drawing/2014/main" id="{020C3EE7-4C31-B648-9206-0F8F5E4D81F4}"/>
              </a:ext>
            </a:extLst>
          </p:cNvPr>
          <p:cNvSpPr>
            <a:spLocks noGrp="1"/>
          </p:cNvSpPr>
          <p:nvPr>
            <p:ph type="body" sz="quarter" idx="12" hasCustomPrompt="1"/>
          </p:nvPr>
        </p:nvSpPr>
        <p:spPr>
          <a:xfrm>
            <a:off x="13661996" y="6761749"/>
            <a:ext cx="6515766" cy="2202370"/>
          </a:xfrm>
        </p:spPr>
        <p:txBody>
          <a:bodyPr>
            <a:noAutofit/>
          </a:bodyPr>
          <a:lstStyle>
            <a:lvl1pPr marL="0" indent="0">
              <a:lnSpc>
                <a:spcPts val="6478"/>
              </a:lnSpc>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two lines or less</a:t>
            </a:r>
          </a:p>
        </p:txBody>
      </p:sp>
      <p:sp>
        <p:nvSpPr>
          <p:cNvPr id="9" name="intersection">
            <a:extLst>
              <a:ext uri="{FF2B5EF4-FFF2-40B4-BE49-F238E27FC236}">
                <a16:creationId xmlns:a16="http://schemas.microsoft.com/office/drawing/2014/main" id="{0E88DC24-2DD1-4047-B59D-B335D12FC0BF}"/>
              </a:ext>
              <a:ext uri="{C183D7F6-B498-43B3-948B-1728B52AA6E4}">
                <adec:decorative xmlns:adec="http://schemas.microsoft.com/office/drawing/2017/decorative" val="1"/>
              </a:ext>
            </a:extLst>
          </p:cNvPr>
          <p:cNvSpPr/>
          <p:nvPr/>
        </p:nvSpPr>
        <p:spPr>
          <a:xfrm rot="10800000" flipH="1">
            <a:off x="10100139"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Picture Placeholder">
            <a:extLst>
              <a:ext uri="{FF2B5EF4-FFF2-40B4-BE49-F238E27FC236}">
                <a16:creationId xmlns:a16="http://schemas.microsoft.com/office/drawing/2014/main" id="{C83727A9-32A2-4941-8F9F-C5EFE74F133B}"/>
              </a:ext>
              <a:ext uri="{C183D7F6-B498-43B3-948B-1728B52AA6E4}">
                <adec:decorative xmlns:adec="http://schemas.microsoft.com/office/drawing/2017/decorative" val="1"/>
              </a:ext>
            </a:extLst>
          </p:cNvPr>
          <p:cNvSpPr>
            <a:spLocks noGrp="1"/>
          </p:cNvSpPr>
          <p:nvPr>
            <p:ph type="pic" sz="quarter" idx="10" hasCustomPrompt="1"/>
          </p:nvPr>
        </p:nvSpPr>
        <p:spPr>
          <a:xfrm>
            <a:off x="1588" y="0"/>
            <a:ext cx="12193588" cy="13716000"/>
          </a:xfrm>
          <a:custGeom>
            <a:avLst/>
            <a:gdLst>
              <a:gd name="connsiteX0" fmla="*/ 0 w 12193587"/>
              <a:gd name="connsiteY0" fmla="*/ 0 h 13716000"/>
              <a:gd name="connsiteX1" fmla="*/ 12193587 w 12193587"/>
              <a:gd name="connsiteY1" fmla="*/ 0 h 13716000"/>
              <a:gd name="connsiteX2" fmla="*/ 12193587 w 12193587"/>
              <a:gd name="connsiteY2" fmla="*/ 2605019 h 13716000"/>
              <a:gd name="connsiteX3" fmla="*/ 12017004 w 12193587"/>
              <a:gd name="connsiteY3" fmla="*/ 2743786 h 13716000"/>
              <a:gd name="connsiteX4" fmla="*/ 10096762 w 12193587"/>
              <a:gd name="connsiteY4" fmla="*/ 6815570 h 13716000"/>
              <a:gd name="connsiteX5" fmla="*/ 12017004 w 12193587"/>
              <a:gd name="connsiteY5" fmla="*/ 10887355 h 13716000"/>
              <a:gd name="connsiteX6" fmla="*/ 12193587 w 12193587"/>
              <a:gd name="connsiteY6" fmla="*/ 11026123 h 13716000"/>
              <a:gd name="connsiteX7" fmla="*/ 12193587 w 12193587"/>
              <a:gd name="connsiteY7" fmla="*/ 13716000 h 13716000"/>
              <a:gd name="connsiteX8" fmla="*/ 0 w 12193587"/>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7" h="13716000">
                <a:moveTo>
                  <a:pt x="0" y="0"/>
                </a:moveTo>
                <a:lnTo>
                  <a:pt x="12193587" y="0"/>
                </a:lnTo>
                <a:lnTo>
                  <a:pt x="12193587" y="2605019"/>
                </a:lnTo>
                <a:lnTo>
                  <a:pt x="12017004" y="2743786"/>
                </a:lnTo>
                <a:cubicBezTo>
                  <a:pt x="10844264" y="3711617"/>
                  <a:pt x="10096762" y="5176300"/>
                  <a:pt x="10096762" y="6815570"/>
                </a:cubicBezTo>
                <a:cubicBezTo>
                  <a:pt x="10096762" y="8454842"/>
                  <a:pt x="10844264" y="9919525"/>
                  <a:pt x="12017004" y="10887355"/>
                </a:cubicBezTo>
                <a:lnTo>
                  <a:pt x="12193587" y="11026123"/>
                </a:lnTo>
                <a:lnTo>
                  <a:pt x="12193587" y="13716000"/>
                </a:lnTo>
                <a:lnTo>
                  <a:pt x="0" y="13716000"/>
                </a:lnTo>
                <a:close/>
              </a:path>
            </a:pathLst>
          </a:custGeom>
          <a:pattFill prst="wdUpDiag">
            <a:fgClr>
              <a:srgbClr val="FADFD9"/>
            </a:fgClr>
            <a:bgClr>
              <a:schemeClr val="bg1"/>
            </a:bgClr>
          </a:pattFill>
        </p:spPr>
        <p:txBody>
          <a:bodyPr wrap="square" rIns="1554480" anchor="ctr" anchorCtr="0">
            <a:noAutofit/>
          </a:bodyPr>
          <a:lstStyle>
            <a:lvl1pPr marL="0" indent="0" algn="ctr">
              <a:buNone/>
              <a:defRPr b="0">
                <a:solidFill>
                  <a:schemeClr val="tx1"/>
                </a:solidFill>
              </a:defRPr>
            </a:lvl1pPr>
          </a:lstStyle>
          <a:p>
            <a:r>
              <a:rPr lang="en-US"/>
              <a:t>Drag and drop image here</a:t>
            </a:r>
          </a:p>
        </p:txBody>
      </p:sp>
      <p:pic>
        <p:nvPicPr>
          <p:cNvPr id="12" name="Logo">
            <a:extLst>
              <a:ext uri="{FF2B5EF4-FFF2-40B4-BE49-F238E27FC236}">
                <a16:creationId xmlns:a16="http://schemas.microsoft.com/office/drawing/2014/main" id="{2EE975BC-6485-574C-ABD8-36D39016754C}"/>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2219710"/>
            <a:ext cx="2182620" cy="552276"/>
          </a:xfrm>
          <a:prstGeom prst="rect">
            <a:avLst/>
          </a:prstGeom>
        </p:spPr>
      </p:pic>
      <p:sp>
        <p:nvSpPr>
          <p:cNvPr id="14" name="Folded Corner 13">
            <a:extLst>
              <a:ext uri="{FF2B5EF4-FFF2-40B4-BE49-F238E27FC236}">
                <a16:creationId xmlns:a16="http://schemas.microsoft.com/office/drawing/2014/main" id="{52A76276-5FC1-FE49-A597-588BE105589B}"/>
              </a:ext>
              <a:ext uri="{C183D7F6-B498-43B3-948B-1728B52AA6E4}">
                <adec:decorative xmlns:adec="http://schemas.microsoft.com/office/drawing/2017/decorative" val="1"/>
              </a:ext>
            </a:extLst>
          </p:cNvPr>
          <p:cNvSpPr/>
          <p:nvPr/>
        </p:nvSpPr>
        <p:spPr>
          <a:xfrm>
            <a:off x="0" y="-2743202"/>
            <a:ext cx="10440987" cy="22026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Portrait image flush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p:txBody>
      </p:sp>
    </p:spTree>
    <p:extLst>
      <p:ext uri="{BB962C8B-B14F-4D97-AF65-F5344CB8AC3E}">
        <p14:creationId xmlns:p14="http://schemas.microsoft.com/office/powerpoint/2010/main" val="16842711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arkamber_title and image 2">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E4176AAF-05A2-7E43-828A-24DDA12AFB2D}"/>
              </a:ext>
              <a:ext uri="{C183D7F6-B498-43B3-948B-1728B52AA6E4}">
                <adec:decorative xmlns:adec="http://schemas.microsoft.com/office/drawing/2017/decorative" val="1"/>
              </a:ext>
            </a:extLst>
          </p:cNvPr>
          <p:cNvSpPr/>
          <p:nvPr/>
        </p:nvSpPr>
        <p:spPr>
          <a:xfrm>
            <a:off x="10100140" y="1552906"/>
            <a:ext cx="10553468" cy="1055346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a:extLst>
              <a:ext uri="{FF2B5EF4-FFF2-40B4-BE49-F238E27FC236}">
                <a16:creationId xmlns:a16="http://schemas.microsoft.com/office/drawing/2014/main" id="{99176E16-4787-0041-932D-FEE8C560D230}"/>
              </a:ext>
            </a:extLst>
          </p:cNvPr>
          <p:cNvSpPr>
            <a:spLocks noGrp="1"/>
          </p:cNvSpPr>
          <p:nvPr>
            <p:ph type="title" hasCustomPrompt="1"/>
          </p:nvPr>
        </p:nvSpPr>
        <p:spPr>
          <a:xfrm>
            <a:off x="13636751" y="3980454"/>
            <a:ext cx="9224837" cy="2678112"/>
          </a:xfrm>
          <a:noFill/>
        </p:spPr>
        <p:txBody>
          <a:bodyPr vert="horz" lIns="0" tIns="45720" rIns="0" bIns="45720" rtlCol="0" anchor="b" anchorCtr="0">
            <a:normAutofit/>
          </a:bodyPr>
          <a:lstStyle>
            <a:lvl1pPr>
              <a:defRPr lang="en-US" sz="9598">
                <a:solidFill>
                  <a:schemeClr val="accent2"/>
                </a:solidFill>
                <a:ea typeface="+mn-ea"/>
                <a:cs typeface="+mn-cs"/>
              </a:defRPr>
            </a:lvl1pPr>
          </a:lstStyle>
          <a:p>
            <a:pPr marL="0" lvl="0" indent="0">
              <a:spcBef>
                <a:spcPts val="2000"/>
              </a:spcBef>
              <a:buFont typeface="Arial" panose="020B0604020202020204" pitchFamily="34" charset="0"/>
            </a:pPr>
            <a:r>
              <a:rPr lang="en-US"/>
              <a:t>Enter slide title here in two lines or less</a:t>
            </a:r>
          </a:p>
        </p:txBody>
      </p:sp>
      <p:sp>
        <p:nvSpPr>
          <p:cNvPr id="20" name="Subtitle">
            <a:extLst>
              <a:ext uri="{FF2B5EF4-FFF2-40B4-BE49-F238E27FC236}">
                <a16:creationId xmlns:a16="http://schemas.microsoft.com/office/drawing/2014/main" id="{020C3EE7-4C31-B648-9206-0F8F5E4D81F4}"/>
              </a:ext>
            </a:extLst>
          </p:cNvPr>
          <p:cNvSpPr>
            <a:spLocks noGrp="1"/>
          </p:cNvSpPr>
          <p:nvPr>
            <p:ph type="body" sz="quarter" idx="12" hasCustomPrompt="1"/>
          </p:nvPr>
        </p:nvSpPr>
        <p:spPr>
          <a:xfrm>
            <a:off x="13661995" y="6761749"/>
            <a:ext cx="6494564" cy="2202370"/>
          </a:xfrm>
        </p:spPr>
        <p:txBody>
          <a:bodyPr>
            <a:noAutofit/>
          </a:bodyPr>
          <a:lstStyle>
            <a:lvl1pPr marL="0" indent="0">
              <a:lnSpc>
                <a:spcPts val="6478"/>
              </a:lnSpc>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two lines or less</a:t>
            </a:r>
          </a:p>
        </p:txBody>
      </p:sp>
      <p:sp>
        <p:nvSpPr>
          <p:cNvPr id="9" name="intersection">
            <a:extLst>
              <a:ext uri="{FF2B5EF4-FFF2-40B4-BE49-F238E27FC236}">
                <a16:creationId xmlns:a16="http://schemas.microsoft.com/office/drawing/2014/main" id="{0E88DC24-2DD1-4047-B59D-B335D12FC0BF}"/>
              </a:ext>
              <a:ext uri="{C183D7F6-B498-43B3-948B-1728B52AA6E4}">
                <adec:decorative xmlns:adec="http://schemas.microsoft.com/office/drawing/2017/decorative" val="1"/>
              </a:ext>
            </a:extLst>
          </p:cNvPr>
          <p:cNvSpPr/>
          <p:nvPr/>
        </p:nvSpPr>
        <p:spPr>
          <a:xfrm rot="10800000" flipH="1">
            <a:off x="10100139"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Picture Placeholder">
            <a:extLst>
              <a:ext uri="{FF2B5EF4-FFF2-40B4-BE49-F238E27FC236}">
                <a16:creationId xmlns:a16="http://schemas.microsoft.com/office/drawing/2014/main" id="{C83727A9-32A2-4941-8F9F-C5EFE74F133B}"/>
              </a:ext>
              <a:ext uri="{C183D7F6-B498-43B3-948B-1728B52AA6E4}">
                <adec:decorative xmlns:adec="http://schemas.microsoft.com/office/drawing/2017/decorative" val="1"/>
              </a:ext>
            </a:extLst>
          </p:cNvPr>
          <p:cNvSpPr>
            <a:spLocks noGrp="1"/>
          </p:cNvSpPr>
          <p:nvPr>
            <p:ph type="pic" sz="quarter" idx="10" hasCustomPrompt="1"/>
          </p:nvPr>
        </p:nvSpPr>
        <p:spPr>
          <a:xfrm>
            <a:off x="1588" y="0"/>
            <a:ext cx="12193588" cy="13716000"/>
          </a:xfrm>
          <a:custGeom>
            <a:avLst/>
            <a:gdLst>
              <a:gd name="connsiteX0" fmla="*/ 0 w 12193587"/>
              <a:gd name="connsiteY0" fmla="*/ 0 h 13716000"/>
              <a:gd name="connsiteX1" fmla="*/ 12193587 w 12193587"/>
              <a:gd name="connsiteY1" fmla="*/ 0 h 13716000"/>
              <a:gd name="connsiteX2" fmla="*/ 12193587 w 12193587"/>
              <a:gd name="connsiteY2" fmla="*/ 2605019 h 13716000"/>
              <a:gd name="connsiteX3" fmla="*/ 12017004 w 12193587"/>
              <a:gd name="connsiteY3" fmla="*/ 2743786 h 13716000"/>
              <a:gd name="connsiteX4" fmla="*/ 10096762 w 12193587"/>
              <a:gd name="connsiteY4" fmla="*/ 6815570 h 13716000"/>
              <a:gd name="connsiteX5" fmla="*/ 12017004 w 12193587"/>
              <a:gd name="connsiteY5" fmla="*/ 10887355 h 13716000"/>
              <a:gd name="connsiteX6" fmla="*/ 12193587 w 12193587"/>
              <a:gd name="connsiteY6" fmla="*/ 11026123 h 13716000"/>
              <a:gd name="connsiteX7" fmla="*/ 12193587 w 12193587"/>
              <a:gd name="connsiteY7" fmla="*/ 13716000 h 13716000"/>
              <a:gd name="connsiteX8" fmla="*/ 0 w 12193587"/>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7" h="13716000">
                <a:moveTo>
                  <a:pt x="0" y="0"/>
                </a:moveTo>
                <a:lnTo>
                  <a:pt x="12193587" y="0"/>
                </a:lnTo>
                <a:lnTo>
                  <a:pt x="12193587" y="2605019"/>
                </a:lnTo>
                <a:lnTo>
                  <a:pt x="12017004" y="2743786"/>
                </a:lnTo>
                <a:cubicBezTo>
                  <a:pt x="10844264" y="3711617"/>
                  <a:pt x="10096762" y="5176300"/>
                  <a:pt x="10096762" y="6815570"/>
                </a:cubicBezTo>
                <a:cubicBezTo>
                  <a:pt x="10096762" y="8454842"/>
                  <a:pt x="10844264" y="9919525"/>
                  <a:pt x="12017004" y="10887355"/>
                </a:cubicBezTo>
                <a:lnTo>
                  <a:pt x="12193587" y="11026123"/>
                </a:lnTo>
                <a:lnTo>
                  <a:pt x="12193587" y="13716000"/>
                </a:lnTo>
                <a:lnTo>
                  <a:pt x="0" y="13716000"/>
                </a:lnTo>
                <a:close/>
              </a:path>
            </a:pathLst>
          </a:custGeom>
          <a:pattFill prst="wdUpDiag">
            <a:fgClr>
              <a:srgbClr val="FADFD9"/>
            </a:fgClr>
            <a:bgClr>
              <a:schemeClr val="bg1"/>
            </a:bgClr>
          </a:pattFill>
        </p:spPr>
        <p:txBody>
          <a:bodyPr wrap="square" rIns="1554480" anchor="ctr" anchorCtr="0">
            <a:noAutofit/>
          </a:bodyPr>
          <a:lstStyle>
            <a:lvl1pPr marL="0" indent="0" algn="ctr">
              <a:buNone/>
              <a:defRPr b="0">
                <a:solidFill>
                  <a:schemeClr val="tx1"/>
                </a:solidFill>
              </a:defRPr>
            </a:lvl1pPr>
          </a:lstStyle>
          <a:p>
            <a:r>
              <a:rPr lang="en-US"/>
              <a:t>Drag and drop image here</a:t>
            </a:r>
          </a:p>
        </p:txBody>
      </p:sp>
      <p:pic>
        <p:nvPicPr>
          <p:cNvPr id="11" name="Logo">
            <a:extLst>
              <a:ext uri="{FF2B5EF4-FFF2-40B4-BE49-F238E27FC236}">
                <a16:creationId xmlns:a16="http://schemas.microsoft.com/office/drawing/2014/main" id="{327273D1-3829-CE4D-AE45-2768C9834A41}"/>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1632798"/>
            <a:ext cx="2182620" cy="552276"/>
          </a:xfrm>
          <a:prstGeom prst="rect">
            <a:avLst/>
          </a:prstGeom>
        </p:spPr>
      </p:pic>
      <p:sp>
        <p:nvSpPr>
          <p:cNvPr id="12" name="Folded Corner 11">
            <a:extLst>
              <a:ext uri="{FF2B5EF4-FFF2-40B4-BE49-F238E27FC236}">
                <a16:creationId xmlns:a16="http://schemas.microsoft.com/office/drawing/2014/main" id="{F7B2A134-7FE4-D24D-AEFB-4523BB995303}"/>
              </a:ext>
              <a:ext uri="{C183D7F6-B498-43B3-948B-1728B52AA6E4}">
                <adec:decorative xmlns:adec="http://schemas.microsoft.com/office/drawing/2017/decorative" val="1"/>
              </a:ext>
            </a:extLst>
          </p:cNvPr>
          <p:cNvSpPr/>
          <p:nvPr/>
        </p:nvSpPr>
        <p:spPr>
          <a:xfrm>
            <a:off x="0" y="-2743202"/>
            <a:ext cx="10440987" cy="22026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Portrait image flush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p:txBody>
      </p:sp>
    </p:spTree>
    <p:extLst>
      <p:ext uri="{BB962C8B-B14F-4D97-AF65-F5344CB8AC3E}">
        <p14:creationId xmlns:p14="http://schemas.microsoft.com/office/powerpoint/2010/main" val="16496187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_title and image 3">
    <p:bg>
      <p:bgPr>
        <a:solidFill>
          <a:srgbClr val="FCE2BA"/>
        </a:solidFill>
        <a:effectLst/>
      </p:bgPr>
    </p:bg>
    <p:spTree>
      <p:nvGrpSpPr>
        <p:cNvPr id="1" name=""/>
        <p:cNvGrpSpPr/>
        <p:nvPr/>
      </p:nvGrpSpPr>
      <p:grpSpPr>
        <a:xfrm>
          <a:off x="0" y="0"/>
          <a:ext cx="0" cy="0"/>
          <a:chOff x="0" y="0"/>
          <a:chExt cx="0" cy="0"/>
        </a:xfrm>
      </p:grpSpPr>
      <p:sp>
        <p:nvSpPr>
          <p:cNvPr id="25" name="Oval 24">
            <a:extLst>
              <a:ext uri="{FF2B5EF4-FFF2-40B4-BE49-F238E27FC236}">
                <a16:creationId xmlns:a16="http://schemas.microsoft.com/office/drawing/2014/main" id="{AAE3ED00-D8B9-0148-B352-A30854113B49}"/>
              </a:ext>
              <a:ext uri="{C183D7F6-B498-43B3-948B-1728B52AA6E4}">
                <adec:decorative xmlns:adec="http://schemas.microsoft.com/office/drawing/2017/decorative" val="1"/>
              </a:ext>
            </a:extLst>
          </p:cNvPr>
          <p:cNvSpPr>
            <a:spLocks noChangeAspect="1"/>
          </p:cNvSpPr>
          <p:nvPr/>
        </p:nvSpPr>
        <p:spPr>
          <a:xfrm rot="10800000">
            <a:off x="6745520" y="1524002"/>
            <a:ext cx="10553466" cy="10553468"/>
          </a:xfrm>
          <a:prstGeom prst="ellipse">
            <a:avLst/>
          </a:pr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algn="ctr"/>
            <a:endParaRPr lang="en-US" sz="1800"/>
          </a:p>
        </p:txBody>
      </p:sp>
      <p:sp>
        <p:nvSpPr>
          <p:cNvPr id="3" name="Title">
            <a:extLst>
              <a:ext uri="{FF2B5EF4-FFF2-40B4-BE49-F238E27FC236}">
                <a16:creationId xmlns:a16="http://schemas.microsoft.com/office/drawing/2014/main" id="{3F17116F-84DB-B142-8004-B9BCC530217A}"/>
              </a:ext>
            </a:extLst>
          </p:cNvPr>
          <p:cNvSpPr>
            <a:spLocks noGrp="1"/>
          </p:cNvSpPr>
          <p:nvPr>
            <p:ph type="title" hasCustomPrompt="1"/>
          </p:nvPr>
        </p:nvSpPr>
        <p:spPr>
          <a:xfrm>
            <a:off x="10247439" y="3505202"/>
            <a:ext cx="9489950" cy="3638048"/>
          </a:xfrm>
          <a:noFill/>
        </p:spPr>
        <p:txBody>
          <a:bodyPr vert="horz" lIns="0" tIns="45720" rIns="0" bIns="45720" rtlCol="0" anchor="b" anchorCtr="0">
            <a:noAutofit/>
          </a:bodyPr>
          <a:lstStyle>
            <a:lvl1pPr>
              <a:defRPr lang="en-US" sz="9598">
                <a:solidFill>
                  <a:schemeClr val="accent1"/>
                </a:solidFill>
                <a:ea typeface="+mn-ea"/>
                <a:cs typeface="+mn-cs"/>
              </a:defRPr>
            </a:lvl1pPr>
          </a:lstStyle>
          <a:p>
            <a:pPr marL="0" lvl="0" indent="0">
              <a:spcBef>
                <a:spcPts val="2000"/>
              </a:spcBef>
              <a:buFont typeface="Arial" panose="020B0604020202020204" pitchFamily="34" charset="0"/>
            </a:pPr>
            <a:r>
              <a:rPr lang="en-US"/>
              <a:t>Enter slide title here in less than two lines</a:t>
            </a:r>
          </a:p>
        </p:txBody>
      </p:sp>
      <p:sp>
        <p:nvSpPr>
          <p:cNvPr id="14" name="Subtitle">
            <a:extLst>
              <a:ext uri="{FF2B5EF4-FFF2-40B4-BE49-F238E27FC236}">
                <a16:creationId xmlns:a16="http://schemas.microsoft.com/office/drawing/2014/main" id="{F5E57A75-5517-6947-8E7D-614E41F834D9}"/>
              </a:ext>
            </a:extLst>
          </p:cNvPr>
          <p:cNvSpPr>
            <a:spLocks noGrp="1"/>
          </p:cNvSpPr>
          <p:nvPr>
            <p:ph type="body" sz="quarter" idx="12" hasCustomPrompt="1"/>
          </p:nvPr>
        </p:nvSpPr>
        <p:spPr>
          <a:xfrm>
            <a:off x="10307404" y="7246431"/>
            <a:ext cx="6913796" cy="2202370"/>
          </a:xfrm>
        </p:spPr>
        <p:txBody>
          <a:bodyPr>
            <a:noAutofit/>
          </a:bodyPr>
          <a:lstStyle>
            <a:lvl1pPr marL="0" indent="0">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three lines or less</a:t>
            </a:r>
          </a:p>
        </p:txBody>
      </p:sp>
      <p:sp>
        <p:nvSpPr>
          <p:cNvPr id="10" name="intersection">
            <a:extLst>
              <a:ext uri="{FF2B5EF4-FFF2-40B4-BE49-F238E27FC236}">
                <a16:creationId xmlns:a16="http://schemas.microsoft.com/office/drawing/2014/main" id="{B5F8207E-A274-3C49-A928-6C845C7AE8C3}"/>
              </a:ext>
              <a:ext uri="{C183D7F6-B498-43B3-948B-1728B52AA6E4}">
                <adec:decorative xmlns:adec="http://schemas.microsoft.com/office/drawing/2017/decorative" val="1"/>
              </a:ext>
            </a:extLst>
          </p:cNvPr>
          <p:cNvSpPr/>
          <p:nvPr/>
        </p:nvSpPr>
        <p:spPr>
          <a:xfrm rot="10800000" flipH="1">
            <a:off x="6745550"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Picture Placeholder 22">
            <a:extLst>
              <a:ext uri="{FF2B5EF4-FFF2-40B4-BE49-F238E27FC236}">
                <a16:creationId xmlns:a16="http://schemas.microsoft.com/office/drawing/2014/main" id="{4F36DB0D-57C4-2E42-B38A-3B3F26A8C6D6}"/>
              </a:ext>
              <a:ext uri="{C183D7F6-B498-43B3-948B-1728B52AA6E4}">
                <adec:decorative xmlns:adec="http://schemas.microsoft.com/office/drawing/2017/decorative" val="1"/>
              </a:ext>
            </a:extLst>
          </p:cNvPr>
          <p:cNvSpPr>
            <a:spLocks noGrp="1"/>
          </p:cNvSpPr>
          <p:nvPr>
            <p:ph type="pic" sz="quarter" idx="10" hasCustomPrompt="1"/>
          </p:nvPr>
        </p:nvSpPr>
        <p:spPr>
          <a:xfrm>
            <a:off x="-83226" y="0"/>
            <a:ext cx="8925600" cy="13716000"/>
          </a:xfrm>
          <a:custGeom>
            <a:avLst/>
            <a:gdLst>
              <a:gd name="connsiteX0" fmla="*/ 0 w 8925601"/>
              <a:gd name="connsiteY0" fmla="*/ 0 h 13716000"/>
              <a:gd name="connsiteX1" fmla="*/ 8925601 w 8925601"/>
              <a:gd name="connsiteY1" fmla="*/ 0 h 13716000"/>
              <a:gd name="connsiteX2" fmla="*/ 8925601 w 8925601"/>
              <a:gd name="connsiteY2" fmla="*/ 2605020 h 13716000"/>
              <a:gd name="connsiteX3" fmla="*/ 8749018 w 8925601"/>
              <a:gd name="connsiteY3" fmla="*/ 2743786 h 13716000"/>
              <a:gd name="connsiteX4" fmla="*/ 6828776 w 8925601"/>
              <a:gd name="connsiteY4" fmla="*/ 6815571 h 13716000"/>
              <a:gd name="connsiteX5" fmla="*/ 8749018 w 8925601"/>
              <a:gd name="connsiteY5" fmla="*/ 10887355 h 13716000"/>
              <a:gd name="connsiteX6" fmla="*/ 8925601 w 8925601"/>
              <a:gd name="connsiteY6" fmla="*/ 11026123 h 13716000"/>
              <a:gd name="connsiteX7" fmla="*/ 8925601 w 8925601"/>
              <a:gd name="connsiteY7" fmla="*/ 13716000 h 13716000"/>
              <a:gd name="connsiteX8" fmla="*/ 0 w 8925601"/>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25601" h="13716000">
                <a:moveTo>
                  <a:pt x="0" y="0"/>
                </a:moveTo>
                <a:lnTo>
                  <a:pt x="8925601" y="0"/>
                </a:lnTo>
                <a:lnTo>
                  <a:pt x="8925601" y="2605020"/>
                </a:lnTo>
                <a:lnTo>
                  <a:pt x="8749018" y="2743786"/>
                </a:lnTo>
                <a:cubicBezTo>
                  <a:pt x="7576278" y="3711618"/>
                  <a:pt x="6828776" y="5176301"/>
                  <a:pt x="6828776" y="6815571"/>
                </a:cubicBezTo>
                <a:cubicBezTo>
                  <a:pt x="6828776" y="8454842"/>
                  <a:pt x="7576278" y="9919525"/>
                  <a:pt x="8749018" y="10887355"/>
                </a:cubicBezTo>
                <a:lnTo>
                  <a:pt x="8925601" y="11026123"/>
                </a:lnTo>
                <a:lnTo>
                  <a:pt x="8925601" y="13716000"/>
                </a:lnTo>
                <a:lnTo>
                  <a:pt x="0" y="13716000"/>
                </a:lnTo>
                <a:close/>
              </a:path>
            </a:pathLst>
          </a:custGeom>
          <a:pattFill prst="wdUpDiag">
            <a:fgClr>
              <a:srgbClr val="FADFD9"/>
            </a:fgClr>
            <a:bgClr>
              <a:schemeClr val="bg1"/>
            </a:bgClr>
          </a:pattFill>
        </p:spPr>
        <p:txBody>
          <a:bodyPr wrap="square" rIns="1554480" anchor="ctr" anchorCtr="0">
            <a:noAutofit/>
          </a:bodyPr>
          <a:lstStyle>
            <a:lvl1pPr marL="0" indent="0" algn="ctr">
              <a:buNone/>
              <a:defRPr b="0">
                <a:solidFill>
                  <a:schemeClr val="tx1"/>
                </a:solidFill>
              </a:defRPr>
            </a:lvl1pPr>
          </a:lstStyle>
          <a:p>
            <a:r>
              <a:rPr lang="en-US"/>
              <a:t>Drag and drop</a:t>
            </a:r>
          </a:p>
          <a:p>
            <a:r>
              <a:rPr lang="en-US"/>
              <a:t>image here</a:t>
            </a:r>
          </a:p>
        </p:txBody>
      </p:sp>
      <p:sp>
        <p:nvSpPr>
          <p:cNvPr id="9" name="Folded Corner 8">
            <a:extLst>
              <a:ext uri="{FF2B5EF4-FFF2-40B4-BE49-F238E27FC236}">
                <a16:creationId xmlns:a16="http://schemas.microsoft.com/office/drawing/2014/main" id="{5C0D8586-D378-0E4B-B8D4-703816AE0BED}"/>
              </a:ext>
              <a:ext uri="{C183D7F6-B498-43B3-948B-1728B52AA6E4}">
                <adec:decorative xmlns:adec="http://schemas.microsoft.com/office/drawing/2017/decorative" val="1"/>
              </a:ext>
            </a:extLst>
          </p:cNvPr>
          <p:cNvSpPr/>
          <p:nvPr/>
        </p:nvSpPr>
        <p:spPr>
          <a:xfrm>
            <a:off x="0" y="-2743199"/>
            <a:ext cx="10593387" cy="220269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 Portrait image flush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a:p>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pic>
        <p:nvPicPr>
          <p:cNvPr id="8" name="Logo">
            <a:extLst>
              <a:ext uri="{FF2B5EF4-FFF2-40B4-BE49-F238E27FC236}">
                <a16:creationId xmlns:a16="http://schemas.microsoft.com/office/drawing/2014/main" id="{096D4F16-1881-614C-B283-BB2919C25DFC}"/>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1632798"/>
            <a:ext cx="2182620" cy="552276"/>
          </a:xfrm>
          <a:prstGeom prst="rect">
            <a:avLst/>
          </a:prstGeom>
        </p:spPr>
      </p:pic>
    </p:spTree>
    <p:extLst>
      <p:ext uri="{BB962C8B-B14F-4D97-AF65-F5344CB8AC3E}">
        <p14:creationId xmlns:p14="http://schemas.microsoft.com/office/powerpoint/2010/main" val="32806228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amber_title and image 3">
    <p:bg>
      <p:bgPr>
        <a:solidFill>
          <a:srgbClr val="FCE2BA"/>
        </a:solidFill>
        <a:effectLst/>
      </p:bgPr>
    </p:bg>
    <p:spTree>
      <p:nvGrpSpPr>
        <p:cNvPr id="1" name=""/>
        <p:cNvGrpSpPr/>
        <p:nvPr/>
      </p:nvGrpSpPr>
      <p:grpSpPr>
        <a:xfrm>
          <a:off x="0" y="0"/>
          <a:ext cx="0" cy="0"/>
          <a:chOff x="0" y="0"/>
          <a:chExt cx="0" cy="0"/>
        </a:xfrm>
      </p:grpSpPr>
      <p:sp>
        <p:nvSpPr>
          <p:cNvPr id="25" name="Oval 24">
            <a:extLst>
              <a:ext uri="{FF2B5EF4-FFF2-40B4-BE49-F238E27FC236}">
                <a16:creationId xmlns:a16="http://schemas.microsoft.com/office/drawing/2014/main" id="{AAE3ED00-D8B9-0148-B352-A30854113B49}"/>
              </a:ext>
              <a:ext uri="{C183D7F6-B498-43B3-948B-1728B52AA6E4}">
                <adec:decorative xmlns:adec="http://schemas.microsoft.com/office/drawing/2017/decorative" val="1"/>
              </a:ext>
            </a:extLst>
          </p:cNvPr>
          <p:cNvSpPr>
            <a:spLocks noChangeAspect="1"/>
          </p:cNvSpPr>
          <p:nvPr/>
        </p:nvSpPr>
        <p:spPr>
          <a:xfrm rot="10800000">
            <a:off x="6745520" y="1524002"/>
            <a:ext cx="10553466" cy="10553468"/>
          </a:xfrm>
          <a:prstGeom prst="ellipse">
            <a:avLst/>
          </a:pr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algn="ctr"/>
            <a:endParaRPr lang="en-US" sz="1800"/>
          </a:p>
        </p:txBody>
      </p:sp>
      <p:sp>
        <p:nvSpPr>
          <p:cNvPr id="3" name="Title">
            <a:extLst>
              <a:ext uri="{FF2B5EF4-FFF2-40B4-BE49-F238E27FC236}">
                <a16:creationId xmlns:a16="http://schemas.microsoft.com/office/drawing/2014/main" id="{3F17116F-84DB-B142-8004-B9BCC530217A}"/>
              </a:ext>
            </a:extLst>
          </p:cNvPr>
          <p:cNvSpPr>
            <a:spLocks noGrp="1"/>
          </p:cNvSpPr>
          <p:nvPr>
            <p:ph type="title" hasCustomPrompt="1"/>
          </p:nvPr>
        </p:nvSpPr>
        <p:spPr>
          <a:xfrm>
            <a:off x="10247439" y="4171950"/>
            <a:ext cx="9489950" cy="2971300"/>
          </a:xfrm>
          <a:noFill/>
        </p:spPr>
        <p:txBody>
          <a:bodyPr vert="horz" lIns="0" tIns="45720" rIns="0" bIns="45720" rtlCol="0" anchor="b" anchorCtr="0">
            <a:noAutofit/>
          </a:bodyPr>
          <a:lstStyle>
            <a:lvl1pPr>
              <a:defRPr lang="en-US" sz="9598">
                <a:solidFill>
                  <a:schemeClr val="accent2"/>
                </a:solidFill>
                <a:ea typeface="+mn-ea"/>
                <a:cs typeface="+mn-cs"/>
              </a:defRPr>
            </a:lvl1pPr>
          </a:lstStyle>
          <a:p>
            <a:pPr marL="0" lvl="0" indent="0">
              <a:spcBef>
                <a:spcPts val="2000"/>
              </a:spcBef>
              <a:buFont typeface="Arial" panose="020B0604020202020204" pitchFamily="34" charset="0"/>
            </a:pPr>
            <a:r>
              <a:rPr lang="en-US"/>
              <a:t>Enter slide title here in less than two lines</a:t>
            </a:r>
          </a:p>
        </p:txBody>
      </p:sp>
      <p:sp>
        <p:nvSpPr>
          <p:cNvPr id="14" name="Subtitle">
            <a:extLst>
              <a:ext uri="{FF2B5EF4-FFF2-40B4-BE49-F238E27FC236}">
                <a16:creationId xmlns:a16="http://schemas.microsoft.com/office/drawing/2014/main" id="{F5E57A75-5517-6947-8E7D-614E41F834D9}"/>
              </a:ext>
            </a:extLst>
          </p:cNvPr>
          <p:cNvSpPr>
            <a:spLocks noGrp="1"/>
          </p:cNvSpPr>
          <p:nvPr>
            <p:ph type="body" sz="quarter" idx="12" hasCustomPrompt="1"/>
          </p:nvPr>
        </p:nvSpPr>
        <p:spPr>
          <a:xfrm>
            <a:off x="10307404" y="7246430"/>
            <a:ext cx="6791876" cy="2183320"/>
          </a:xfrm>
        </p:spPr>
        <p:txBody>
          <a:bodyPr>
            <a:noAutofit/>
          </a:bodyPr>
          <a:lstStyle>
            <a:lvl1pPr marL="0" indent="0">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three lines or less</a:t>
            </a:r>
          </a:p>
        </p:txBody>
      </p:sp>
      <p:sp>
        <p:nvSpPr>
          <p:cNvPr id="10" name="intersection">
            <a:extLst>
              <a:ext uri="{FF2B5EF4-FFF2-40B4-BE49-F238E27FC236}">
                <a16:creationId xmlns:a16="http://schemas.microsoft.com/office/drawing/2014/main" id="{B5F8207E-A274-3C49-A928-6C845C7AE8C3}"/>
              </a:ext>
              <a:ext uri="{C183D7F6-B498-43B3-948B-1728B52AA6E4}">
                <adec:decorative xmlns:adec="http://schemas.microsoft.com/office/drawing/2017/decorative" val="1"/>
              </a:ext>
            </a:extLst>
          </p:cNvPr>
          <p:cNvSpPr/>
          <p:nvPr/>
        </p:nvSpPr>
        <p:spPr>
          <a:xfrm rot="10800000" flipH="1">
            <a:off x="6745550"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Picture Placeholder 22">
            <a:extLst>
              <a:ext uri="{FF2B5EF4-FFF2-40B4-BE49-F238E27FC236}">
                <a16:creationId xmlns:a16="http://schemas.microsoft.com/office/drawing/2014/main" id="{4F36DB0D-57C4-2E42-B38A-3B3F26A8C6D6}"/>
              </a:ext>
              <a:ext uri="{C183D7F6-B498-43B3-948B-1728B52AA6E4}">
                <adec:decorative xmlns:adec="http://schemas.microsoft.com/office/drawing/2017/decorative" val="1"/>
              </a:ext>
            </a:extLst>
          </p:cNvPr>
          <p:cNvSpPr>
            <a:spLocks noGrp="1"/>
          </p:cNvSpPr>
          <p:nvPr>
            <p:ph type="pic" sz="quarter" idx="10" hasCustomPrompt="1"/>
          </p:nvPr>
        </p:nvSpPr>
        <p:spPr>
          <a:xfrm>
            <a:off x="-83226" y="0"/>
            <a:ext cx="8925600" cy="13716000"/>
          </a:xfrm>
          <a:custGeom>
            <a:avLst/>
            <a:gdLst>
              <a:gd name="connsiteX0" fmla="*/ 0 w 8925601"/>
              <a:gd name="connsiteY0" fmla="*/ 0 h 13716000"/>
              <a:gd name="connsiteX1" fmla="*/ 8925601 w 8925601"/>
              <a:gd name="connsiteY1" fmla="*/ 0 h 13716000"/>
              <a:gd name="connsiteX2" fmla="*/ 8925601 w 8925601"/>
              <a:gd name="connsiteY2" fmla="*/ 2605020 h 13716000"/>
              <a:gd name="connsiteX3" fmla="*/ 8749018 w 8925601"/>
              <a:gd name="connsiteY3" fmla="*/ 2743786 h 13716000"/>
              <a:gd name="connsiteX4" fmla="*/ 6828776 w 8925601"/>
              <a:gd name="connsiteY4" fmla="*/ 6815571 h 13716000"/>
              <a:gd name="connsiteX5" fmla="*/ 8749018 w 8925601"/>
              <a:gd name="connsiteY5" fmla="*/ 10887355 h 13716000"/>
              <a:gd name="connsiteX6" fmla="*/ 8925601 w 8925601"/>
              <a:gd name="connsiteY6" fmla="*/ 11026123 h 13716000"/>
              <a:gd name="connsiteX7" fmla="*/ 8925601 w 8925601"/>
              <a:gd name="connsiteY7" fmla="*/ 13716000 h 13716000"/>
              <a:gd name="connsiteX8" fmla="*/ 0 w 8925601"/>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25601" h="13716000">
                <a:moveTo>
                  <a:pt x="0" y="0"/>
                </a:moveTo>
                <a:lnTo>
                  <a:pt x="8925601" y="0"/>
                </a:lnTo>
                <a:lnTo>
                  <a:pt x="8925601" y="2605020"/>
                </a:lnTo>
                <a:lnTo>
                  <a:pt x="8749018" y="2743786"/>
                </a:lnTo>
                <a:cubicBezTo>
                  <a:pt x="7576278" y="3711618"/>
                  <a:pt x="6828776" y="5176301"/>
                  <a:pt x="6828776" y="6815571"/>
                </a:cubicBezTo>
                <a:cubicBezTo>
                  <a:pt x="6828776" y="8454842"/>
                  <a:pt x="7576278" y="9919525"/>
                  <a:pt x="8749018" y="10887355"/>
                </a:cubicBezTo>
                <a:lnTo>
                  <a:pt x="8925601" y="11026123"/>
                </a:lnTo>
                <a:lnTo>
                  <a:pt x="8925601" y="13716000"/>
                </a:lnTo>
                <a:lnTo>
                  <a:pt x="0" y="13716000"/>
                </a:lnTo>
                <a:close/>
              </a:path>
            </a:pathLst>
          </a:custGeom>
          <a:pattFill prst="wdUpDiag">
            <a:fgClr>
              <a:srgbClr val="FADFD9"/>
            </a:fgClr>
            <a:bgClr>
              <a:schemeClr val="bg1"/>
            </a:bgClr>
          </a:pattFill>
        </p:spPr>
        <p:txBody>
          <a:bodyPr wrap="square" rIns="1554480" anchor="ctr" anchorCtr="0">
            <a:noAutofit/>
          </a:bodyPr>
          <a:lstStyle>
            <a:lvl1pPr marL="0" indent="0" algn="ctr">
              <a:buNone/>
              <a:defRPr b="0">
                <a:solidFill>
                  <a:schemeClr val="tx1"/>
                </a:solidFill>
              </a:defRPr>
            </a:lvl1pPr>
          </a:lstStyle>
          <a:p>
            <a:r>
              <a:rPr lang="en-US"/>
              <a:t>Drag and drop</a:t>
            </a:r>
          </a:p>
          <a:p>
            <a:r>
              <a:rPr lang="en-US"/>
              <a:t>image here</a:t>
            </a:r>
          </a:p>
        </p:txBody>
      </p:sp>
      <p:pic>
        <p:nvPicPr>
          <p:cNvPr id="9" name="Logo">
            <a:extLst>
              <a:ext uri="{FF2B5EF4-FFF2-40B4-BE49-F238E27FC236}">
                <a16:creationId xmlns:a16="http://schemas.microsoft.com/office/drawing/2014/main" id="{0AD05BDE-EFDD-AA41-80FC-0B0DC563F70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1632798"/>
            <a:ext cx="2182620" cy="552276"/>
          </a:xfrm>
          <a:prstGeom prst="rect">
            <a:avLst/>
          </a:prstGeom>
        </p:spPr>
      </p:pic>
      <p:sp>
        <p:nvSpPr>
          <p:cNvPr id="12" name="Folded Corner 11">
            <a:extLst>
              <a:ext uri="{FF2B5EF4-FFF2-40B4-BE49-F238E27FC236}">
                <a16:creationId xmlns:a16="http://schemas.microsoft.com/office/drawing/2014/main" id="{68E9C3D3-C2D2-1C44-AFEE-759C2FD5071F}"/>
              </a:ext>
              <a:ext uri="{C183D7F6-B498-43B3-948B-1728B52AA6E4}">
                <adec:decorative xmlns:adec="http://schemas.microsoft.com/office/drawing/2017/decorative" val="1"/>
              </a:ext>
            </a:extLst>
          </p:cNvPr>
          <p:cNvSpPr/>
          <p:nvPr/>
        </p:nvSpPr>
        <p:spPr>
          <a:xfrm>
            <a:off x="0" y="-2743199"/>
            <a:ext cx="10593387" cy="220269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 Portrait image flush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a:p>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1605941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ed_title and image 3">
    <p:bg>
      <p:bgPr>
        <a:solidFill>
          <a:srgbClr val="FCE2BA"/>
        </a:solidFill>
        <a:effectLst/>
      </p:bgPr>
    </p:bg>
    <p:spTree>
      <p:nvGrpSpPr>
        <p:cNvPr id="1" name=""/>
        <p:cNvGrpSpPr/>
        <p:nvPr/>
      </p:nvGrpSpPr>
      <p:grpSpPr>
        <a:xfrm>
          <a:off x="0" y="0"/>
          <a:ext cx="0" cy="0"/>
          <a:chOff x="0" y="0"/>
          <a:chExt cx="0" cy="0"/>
        </a:xfrm>
      </p:grpSpPr>
      <p:sp>
        <p:nvSpPr>
          <p:cNvPr id="25" name="Oval 24">
            <a:extLst>
              <a:ext uri="{FF2B5EF4-FFF2-40B4-BE49-F238E27FC236}">
                <a16:creationId xmlns:a16="http://schemas.microsoft.com/office/drawing/2014/main" id="{AAE3ED00-D8B9-0148-B352-A30854113B49}"/>
              </a:ext>
              <a:ext uri="{C183D7F6-B498-43B3-948B-1728B52AA6E4}">
                <adec:decorative xmlns:adec="http://schemas.microsoft.com/office/drawing/2017/decorative" val="1"/>
              </a:ext>
            </a:extLst>
          </p:cNvPr>
          <p:cNvSpPr>
            <a:spLocks noChangeAspect="1"/>
          </p:cNvSpPr>
          <p:nvPr/>
        </p:nvSpPr>
        <p:spPr>
          <a:xfrm rot="10800000">
            <a:off x="6745520" y="1524002"/>
            <a:ext cx="10553466" cy="10553468"/>
          </a:xfrm>
          <a:prstGeom prst="ellipse">
            <a:avLst/>
          </a:pr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algn="ctr"/>
            <a:endParaRPr lang="en-US" sz="1800"/>
          </a:p>
        </p:txBody>
      </p:sp>
      <p:sp>
        <p:nvSpPr>
          <p:cNvPr id="3" name="Title">
            <a:extLst>
              <a:ext uri="{FF2B5EF4-FFF2-40B4-BE49-F238E27FC236}">
                <a16:creationId xmlns:a16="http://schemas.microsoft.com/office/drawing/2014/main" id="{3F17116F-84DB-B142-8004-B9BCC530217A}"/>
              </a:ext>
            </a:extLst>
          </p:cNvPr>
          <p:cNvSpPr>
            <a:spLocks noGrp="1"/>
          </p:cNvSpPr>
          <p:nvPr>
            <p:ph type="title" hasCustomPrompt="1"/>
          </p:nvPr>
        </p:nvSpPr>
        <p:spPr>
          <a:xfrm>
            <a:off x="10247439" y="3505202"/>
            <a:ext cx="9489950" cy="3638048"/>
          </a:xfrm>
          <a:noFill/>
        </p:spPr>
        <p:txBody>
          <a:bodyPr vert="horz" lIns="0" tIns="45720" rIns="0" bIns="45720" rtlCol="0" anchor="b" anchorCtr="0">
            <a:noAutofit/>
          </a:bodyPr>
          <a:lstStyle>
            <a:lvl1pPr>
              <a:defRPr lang="en-US" sz="9598">
                <a:solidFill>
                  <a:schemeClr val="tx2"/>
                </a:solidFill>
                <a:ea typeface="+mn-ea"/>
                <a:cs typeface="+mn-cs"/>
              </a:defRPr>
            </a:lvl1pPr>
          </a:lstStyle>
          <a:p>
            <a:pPr marL="0" lvl="0" indent="0">
              <a:spcBef>
                <a:spcPts val="2000"/>
              </a:spcBef>
              <a:buFont typeface="Arial" panose="020B0604020202020204" pitchFamily="34" charset="0"/>
            </a:pPr>
            <a:r>
              <a:rPr lang="en-US"/>
              <a:t>Enter slide title here in less than two lines</a:t>
            </a:r>
          </a:p>
        </p:txBody>
      </p:sp>
      <p:sp>
        <p:nvSpPr>
          <p:cNvPr id="14" name="Subtitle">
            <a:extLst>
              <a:ext uri="{FF2B5EF4-FFF2-40B4-BE49-F238E27FC236}">
                <a16:creationId xmlns:a16="http://schemas.microsoft.com/office/drawing/2014/main" id="{F5E57A75-5517-6947-8E7D-614E41F834D9}"/>
              </a:ext>
            </a:extLst>
          </p:cNvPr>
          <p:cNvSpPr>
            <a:spLocks noGrp="1"/>
          </p:cNvSpPr>
          <p:nvPr>
            <p:ph type="body" sz="quarter" idx="12" hasCustomPrompt="1"/>
          </p:nvPr>
        </p:nvSpPr>
        <p:spPr>
          <a:xfrm>
            <a:off x="10307404" y="7246431"/>
            <a:ext cx="6883316" cy="2202370"/>
          </a:xfrm>
        </p:spPr>
        <p:txBody>
          <a:bodyPr>
            <a:noAutofit/>
          </a:bodyPr>
          <a:lstStyle>
            <a:lvl1pPr marL="0" indent="0">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three lines or less</a:t>
            </a:r>
          </a:p>
        </p:txBody>
      </p:sp>
      <p:sp>
        <p:nvSpPr>
          <p:cNvPr id="10" name="intersection">
            <a:extLst>
              <a:ext uri="{FF2B5EF4-FFF2-40B4-BE49-F238E27FC236}">
                <a16:creationId xmlns:a16="http://schemas.microsoft.com/office/drawing/2014/main" id="{B5F8207E-A274-3C49-A928-6C845C7AE8C3}"/>
              </a:ext>
              <a:ext uri="{C183D7F6-B498-43B3-948B-1728B52AA6E4}">
                <adec:decorative xmlns:adec="http://schemas.microsoft.com/office/drawing/2017/decorative" val="1"/>
              </a:ext>
            </a:extLst>
          </p:cNvPr>
          <p:cNvSpPr/>
          <p:nvPr/>
        </p:nvSpPr>
        <p:spPr>
          <a:xfrm rot="10800000" flipH="1">
            <a:off x="6745550"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Picture Placeholder 22">
            <a:extLst>
              <a:ext uri="{FF2B5EF4-FFF2-40B4-BE49-F238E27FC236}">
                <a16:creationId xmlns:a16="http://schemas.microsoft.com/office/drawing/2014/main" id="{4F36DB0D-57C4-2E42-B38A-3B3F26A8C6D6}"/>
              </a:ext>
              <a:ext uri="{C183D7F6-B498-43B3-948B-1728B52AA6E4}">
                <adec:decorative xmlns:adec="http://schemas.microsoft.com/office/drawing/2017/decorative" val="1"/>
              </a:ext>
            </a:extLst>
          </p:cNvPr>
          <p:cNvSpPr>
            <a:spLocks noGrp="1"/>
          </p:cNvSpPr>
          <p:nvPr>
            <p:ph type="pic" sz="quarter" idx="10" hasCustomPrompt="1"/>
          </p:nvPr>
        </p:nvSpPr>
        <p:spPr>
          <a:xfrm>
            <a:off x="-83226" y="0"/>
            <a:ext cx="8925600" cy="13716000"/>
          </a:xfrm>
          <a:custGeom>
            <a:avLst/>
            <a:gdLst>
              <a:gd name="connsiteX0" fmla="*/ 0 w 8925601"/>
              <a:gd name="connsiteY0" fmla="*/ 0 h 13716000"/>
              <a:gd name="connsiteX1" fmla="*/ 8925601 w 8925601"/>
              <a:gd name="connsiteY1" fmla="*/ 0 h 13716000"/>
              <a:gd name="connsiteX2" fmla="*/ 8925601 w 8925601"/>
              <a:gd name="connsiteY2" fmla="*/ 2605020 h 13716000"/>
              <a:gd name="connsiteX3" fmla="*/ 8749018 w 8925601"/>
              <a:gd name="connsiteY3" fmla="*/ 2743786 h 13716000"/>
              <a:gd name="connsiteX4" fmla="*/ 6828776 w 8925601"/>
              <a:gd name="connsiteY4" fmla="*/ 6815571 h 13716000"/>
              <a:gd name="connsiteX5" fmla="*/ 8749018 w 8925601"/>
              <a:gd name="connsiteY5" fmla="*/ 10887355 h 13716000"/>
              <a:gd name="connsiteX6" fmla="*/ 8925601 w 8925601"/>
              <a:gd name="connsiteY6" fmla="*/ 11026123 h 13716000"/>
              <a:gd name="connsiteX7" fmla="*/ 8925601 w 8925601"/>
              <a:gd name="connsiteY7" fmla="*/ 13716000 h 13716000"/>
              <a:gd name="connsiteX8" fmla="*/ 0 w 8925601"/>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25601" h="13716000">
                <a:moveTo>
                  <a:pt x="0" y="0"/>
                </a:moveTo>
                <a:lnTo>
                  <a:pt x="8925601" y="0"/>
                </a:lnTo>
                <a:lnTo>
                  <a:pt x="8925601" y="2605020"/>
                </a:lnTo>
                <a:lnTo>
                  <a:pt x="8749018" y="2743786"/>
                </a:lnTo>
                <a:cubicBezTo>
                  <a:pt x="7576278" y="3711618"/>
                  <a:pt x="6828776" y="5176301"/>
                  <a:pt x="6828776" y="6815571"/>
                </a:cubicBezTo>
                <a:cubicBezTo>
                  <a:pt x="6828776" y="8454842"/>
                  <a:pt x="7576278" y="9919525"/>
                  <a:pt x="8749018" y="10887355"/>
                </a:cubicBezTo>
                <a:lnTo>
                  <a:pt x="8925601" y="11026123"/>
                </a:lnTo>
                <a:lnTo>
                  <a:pt x="8925601" y="13716000"/>
                </a:lnTo>
                <a:lnTo>
                  <a:pt x="0" y="13716000"/>
                </a:lnTo>
                <a:close/>
              </a:path>
            </a:pathLst>
          </a:custGeom>
          <a:pattFill prst="wdUpDiag">
            <a:fgClr>
              <a:srgbClr val="FADFD9"/>
            </a:fgClr>
            <a:bgClr>
              <a:schemeClr val="bg1"/>
            </a:bgClr>
          </a:pattFill>
        </p:spPr>
        <p:txBody>
          <a:bodyPr wrap="square" rIns="1554480" anchor="ctr" anchorCtr="0">
            <a:noAutofit/>
          </a:bodyPr>
          <a:lstStyle>
            <a:lvl1pPr marL="0" indent="0" algn="ctr">
              <a:buNone/>
              <a:defRPr b="0">
                <a:solidFill>
                  <a:schemeClr val="tx1"/>
                </a:solidFill>
              </a:defRPr>
            </a:lvl1pPr>
          </a:lstStyle>
          <a:p>
            <a:r>
              <a:rPr lang="en-US"/>
              <a:t>Drag and drop</a:t>
            </a:r>
          </a:p>
          <a:p>
            <a:r>
              <a:rPr lang="en-US"/>
              <a:t>image here</a:t>
            </a:r>
          </a:p>
        </p:txBody>
      </p:sp>
      <p:pic>
        <p:nvPicPr>
          <p:cNvPr id="9" name="Logo">
            <a:extLst>
              <a:ext uri="{FF2B5EF4-FFF2-40B4-BE49-F238E27FC236}">
                <a16:creationId xmlns:a16="http://schemas.microsoft.com/office/drawing/2014/main" id="{29D43188-80B6-CD4D-9A21-70C90178E28A}"/>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1632798"/>
            <a:ext cx="2182620" cy="552276"/>
          </a:xfrm>
          <a:prstGeom prst="rect">
            <a:avLst/>
          </a:prstGeom>
        </p:spPr>
      </p:pic>
      <p:sp>
        <p:nvSpPr>
          <p:cNvPr id="12" name="Folded Corner 11">
            <a:extLst>
              <a:ext uri="{FF2B5EF4-FFF2-40B4-BE49-F238E27FC236}">
                <a16:creationId xmlns:a16="http://schemas.microsoft.com/office/drawing/2014/main" id="{2BAC5DDF-A655-3541-8A38-F5F040E08CB3}"/>
              </a:ext>
              <a:ext uri="{C183D7F6-B498-43B3-948B-1728B52AA6E4}">
                <adec:decorative xmlns:adec="http://schemas.microsoft.com/office/drawing/2017/decorative" val="1"/>
              </a:ext>
            </a:extLst>
          </p:cNvPr>
          <p:cNvSpPr/>
          <p:nvPr/>
        </p:nvSpPr>
        <p:spPr>
          <a:xfrm>
            <a:off x="0" y="-2743199"/>
            <a:ext cx="10593387" cy="220269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 Portrait image flush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a:p>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4813358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ue_title and image 3">
    <p:bg>
      <p:bgPr>
        <a:solidFill>
          <a:srgbClr val="FCE2BA"/>
        </a:solidFill>
        <a:effectLst/>
      </p:bgPr>
    </p:bg>
    <p:spTree>
      <p:nvGrpSpPr>
        <p:cNvPr id="1" name=""/>
        <p:cNvGrpSpPr/>
        <p:nvPr/>
      </p:nvGrpSpPr>
      <p:grpSpPr>
        <a:xfrm>
          <a:off x="0" y="0"/>
          <a:ext cx="0" cy="0"/>
          <a:chOff x="0" y="0"/>
          <a:chExt cx="0" cy="0"/>
        </a:xfrm>
      </p:grpSpPr>
      <p:sp>
        <p:nvSpPr>
          <p:cNvPr id="25" name="Oval 24">
            <a:extLst>
              <a:ext uri="{FF2B5EF4-FFF2-40B4-BE49-F238E27FC236}">
                <a16:creationId xmlns:a16="http://schemas.microsoft.com/office/drawing/2014/main" id="{AAE3ED00-D8B9-0148-B352-A30854113B49}"/>
              </a:ext>
              <a:ext uri="{C183D7F6-B498-43B3-948B-1728B52AA6E4}">
                <adec:decorative xmlns:adec="http://schemas.microsoft.com/office/drawing/2017/decorative" val="1"/>
              </a:ext>
            </a:extLst>
          </p:cNvPr>
          <p:cNvSpPr>
            <a:spLocks noChangeAspect="1"/>
          </p:cNvSpPr>
          <p:nvPr/>
        </p:nvSpPr>
        <p:spPr>
          <a:xfrm rot="10800000">
            <a:off x="6745520" y="1524002"/>
            <a:ext cx="10553466" cy="10553468"/>
          </a:xfrm>
          <a:prstGeom prst="ellipse">
            <a:avLst/>
          </a:prstGeom>
          <a:solidFill>
            <a:srgbClr val="FDFA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algn="ctr"/>
            <a:endParaRPr lang="en-US" sz="1800"/>
          </a:p>
        </p:txBody>
      </p:sp>
      <p:sp>
        <p:nvSpPr>
          <p:cNvPr id="3" name="Title">
            <a:extLst>
              <a:ext uri="{FF2B5EF4-FFF2-40B4-BE49-F238E27FC236}">
                <a16:creationId xmlns:a16="http://schemas.microsoft.com/office/drawing/2014/main" id="{3F17116F-84DB-B142-8004-B9BCC530217A}"/>
              </a:ext>
            </a:extLst>
          </p:cNvPr>
          <p:cNvSpPr>
            <a:spLocks noGrp="1"/>
          </p:cNvSpPr>
          <p:nvPr>
            <p:ph type="title" hasCustomPrompt="1"/>
          </p:nvPr>
        </p:nvSpPr>
        <p:spPr>
          <a:xfrm>
            <a:off x="10247438" y="3505202"/>
            <a:ext cx="9566149" cy="3638048"/>
          </a:xfrm>
          <a:noFill/>
        </p:spPr>
        <p:txBody>
          <a:bodyPr vert="horz" lIns="0" tIns="45720" rIns="0" bIns="45720" rtlCol="0" anchor="b" anchorCtr="0">
            <a:noAutofit/>
          </a:bodyPr>
          <a:lstStyle>
            <a:lvl1pPr>
              <a:defRPr lang="en-US" sz="9598">
                <a:solidFill>
                  <a:schemeClr val="accent3"/>
                </a:solidFill>
                <a:ea typeface="+mn-ea"/>
                <a:cs typeface="+mn-cs"/>
              </a:defRPr>
            </a:lvl1pPr>
          </a:lstStyle>
          <a:p>
            <a:pPr marL="0" lvl="0" indent="0">
              <a:spcBef>
                <a:spcPts val="2000"/>
              </a:spcBef>
              <a:buFont typeface="Arial" panose="020B0604020202020204" pitchFamily="34" charset="0"/>
            </a:pPr>
            <a:r>
              <a:rPr lang="en-US"/>
              <a:t>Enter slide title here in less than two lines</a:t>
            </a:r>
          </a:p>
        </p:txBody>
      </p:sp>
      <p:sp>
        <p:nvSpPr>
          <p:cNvPr id="14" name="Subtitle">
            <a:extLst>
              <a:ext uri="{FF2B5EF4-FFF2-40B4-BE49-F238E27FC236}">
                <a16:creationId xmlns:a16="http://schemas.microsoft.com/office/drawing/2014/main" id="{F5E57A75-5517-6947-8E7D-614E41F834D9}"/>
              </a:ext>
            </a:extLst>
          </p:cNvPr>
          <p:cNvSpPr>
            <a:spLocks noGrp="1"/>
          </p:cNvSpPr>
          <p:nvPr>
            <p:ph type="body" sz="quarter" idx="12" hasCustomPrompt="1"/>
          </p:nvPr>
        </p:nvSpPr>
        <p:spPr>
          <a:xfrm>
            <a:off x="10307404" y="7246431"/>
            <a:ext cx="6548036" cy="2202370"/>
          </a:xfrm>
        </p:spPr>
        <p:txBody>
          <a:bodyPr>
            <a:noAutofit/>
          </a:bodyPr>
          <a:lstStyle>
            <a:lvl1pPr marL="0" indent="0">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three lines or less</a:t>
            </a:r>
          </a:p>
        </p:txBody>
      </p:sp>
      <p:sp>
        <p:nvSpPr>
          <p:cNvPr id="10" name="intersection">
            <a:extLst>
              <a:ext uri="{FF2B5EF4-FFF2-40B4-BE49-F238E27FC236}">
                <a16:creationId xmlns:a16="http://schemas.microsoft.com/office/drawing/2014/main" id="{B5F8207E-A274-3C49-A928-6C845C7AE8C3}"/>
              </a:ext>
              <a:ext uri="{C183D7F6-B498-43B3-948B-1728B52AA6E4}">
                <adec:decorative xmlns:adec="http://schemas.microsoft.com/office/drawing/2017/decorative" val="1"/>
              </a:ext>
            </a:extLst>
          </p:cNvPr>
          <p:cNvSpPr/>
          <p:nvPr/>
        </p:nvSpPr>
        <p:spPr>
          <a:xfrm rot="10800000" flipH="1">
            <a:off x="6745550"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Picture Placeholder 22">
            <a:extLst>
              <a:ext uri="{FF2B5EF4-FFF2-40B4-BE49-F238E27FC236}">
                <a16:creationId xmlns:a16="http://schemas.microsoft.com/office/drawing/2014/main" id="{4F36DB0D-57C4-2E42-B38A-3B3F26A8C6D6}"/>
              </a:ext>
              <a:ext uri="{C183D7F6-B498-43B3-948B-1728B52AA6E4}">
                <adec:decorative xmlns:adec="http://schemas.microsoft.com/office/drawing/2017/decorative" val="1"/>
              </a:ext>
            </a:extLst>
          </p:cNvPr>
          <p:cNvSpPr>
            <a:spLocks noGrp="1"/>
          </p:cNvSpPr>
          <p:nvPr>
            <p:ph type="pic" sz="quarter" idx="10" hasCustomPrompt="1"/>
          </p:nvPr>
        </p:nvSpPr>
        <p:spPr>
          <a:xfrm>
            <a:off x="-83226" y="0"/>
            <a:ext cx="8925600" cy="13716000"/>
          </a:xfrm>
          <a:custGeom>
            <a:avLst/>
            <a:gdLst>
              <a:gd name="connsiteX0" fmla="*/ 0 w 8925601"/>
              <a:gd name="connsiteY0" fmla="*/ 0 h 13716000"/>
              <a:gd name="connsiteX1" fmla="*/ 8925601 w 8925601"/>
              <a:gd name="connsiteY1" fmla="*/ 0 h 13716000"/>
              <a:gd name="connsiteX2" fmla="*/ 8925601 w 8925601"/>
              <a:gd name="connsiteY2" fmla="*/ 2605020 h 13716000"/>
              <a:gd name="connsiteX3" fmla="*/ 8749018 w 8925601"/>
              <a:gd name="connsiteY3" fmla="*/ 2743786 h 13716000"/>
              <a:gd name="connsiteX4" fmla="*/ 6828776 w 8925601"/>
              <a:gd name="connsiteY4" fmla="*/ 6815571 h 13716000"/>
              <a:gd name="connsiteX5" fmla="*/ 8749018 w 8925601"/>
              <a:gd name="connsiteY5" fmla="*/ 10887355 h 13716000"/>
              <a:gd name="connsiteX6" fmla="*/ 8925601 w 8925601"/>
              <a:gd name="connsiteY6" fmla="*/ 11026123 h 13716000"/>
              <a:gd name="connsiteX7" fmla="*/ 8925601 w 8925601"/>
              <a:gd name="connsiteY7" fmla="*/ 13716000 h 13716000"/>
              <a:gd name="connsiteX8" fmla="*/ 0 w 8925601"/>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25601" h="13716000">
                <a:moveTo>
                  <a:pt x="0" y="0"/>
                </a:moveTo>
                <a:lnTo>
                  <a:pt x="8925601" y="0"/>
                </a:lnTo>
                <a:lnTo>
                  <a:pt x="8925601" y="2605020"/>
                </a:lnTo>
                <a:lnTo>
                  <a:pt x="8749018" y="2743786"/>
                </a:lnTo>
                <a:cubicBezTo>
                  <a:pt x="7576278" y="3711618"/>
                  <a:pt x="6828776" y="5176301"/>
                  <a:pt x="6828776" y="6815571"/>
                </a:cubicBezTo>
                <a:cubicBezTo>
                  <a:pt x="6828776" y="8454842"/>
                  <a:pt x="7576278" y="9919525"/>
                  <a:pt x="8749018" y="10887355"/>
                </a:cubicBezTo>
                <a:lnTo>
                  <a:pt x="8925601" y="11026123"/>
                </a:lnTo>
                <a:lnTo>
                  <a:pt x="8925601" y="13716000"/>
                </a:lnTo>
                <a:lnTo>
                  <a:pt x="0" y="13716000"/>
                </a:lnTo>
                <a:close/>
              </a:path>
            </a:pathLst>
          </a:custGeom>
          <a:pattFill prst="wdUpDiag">
            <a:fgClr>
              <a:srgbClr val="FADFD9"/>
            </a:fgClr>
            <a:bgClr>
              <a:schemeClr val="bg1"/>
            </a:bgClr>
          </a:pattFill>
        </p:spPr>
        <p:txBody>
          <a:bodyPr wrap="square" rIns="1554480" anchor="ctr" anchorCtr="0">
            <a:noAutofit/>
          </a:bodyPr>
          <a:lstStyle>
            <a:lvl1pPr marL="0" indent="0" algn="ctr">
              <a:buNone/>
              <a:defRPr b="0">
                <a:solidFill>
                  <a:schemeClr val="tx1"/>
                </a:solidFill>
              </a:defRPr>
            </a:lvl1pPr>
          </a:lstStyle>
          <a:p>
            <a:r>
              <a:rPr lang="en-US"/>
              <a:t>Drag and drop</a:t>
            </a:r>
          </a:p>
          <a:p>
            <a:r>
              <a:rPr lang="en-US"/>
              <a:t>image here</a:t>
            </a:r>
          </a:p>
        </p:txBody>
      </p:sp>
      <p:pic>
        <p:nvPicPr>
          <p:cNvPr id="9" name="Logo">
            <a:extLst>
              <a:ext uri="{FF2B5EF4-FFF2-40B4-BE49-F238E27FC236}">
                <a16:creationId xmlns:a16="http://schemas.microsoft.com/office/drawing/2014/main" id="{39832A72-5040-BE45-A934-3C03CC2291A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1632798"/>
            <a:ext cx="2182620" cy="552276"/>
          </a:xfrm>
          <a:prstGeom prst="rect">
            <a:avLst/>
          </a:prstGeom>
        </p:spPr>
      </p:pic>
      <p:sp>
        <p:nvSpPr>
          <p:cNvPr id="12" name="Folded Corner 11">
            <a:extLst>
              <a:ext uri="{FF2B5EF4-FFF2-40B4-BE49-F238E27FC236}">
                <a16:creationId xmlns:a16="http://schemas.microsoft.com/office/drawing/2014/main" id="{4DD91685-D64A-C54F-B5AF-FF35646421F2}"/>
              </a:ext>
              <a:ext uri="{C183D7F6-B498-43B3-948B-1728B52AA6E4}">
                <adec:decorative xmlns:adec="http://schemas.microsoft.com/office/drawing/2017/decorative" val="1"/>
              </a:ext>
            </a:extLst>
          </p:cNvPr>
          <p:cNvSpPr/>
          <p:nvPr/>
        </p:nvSpPr>
        <p:spPr>
          <a:xfrm>
            <a:off x="0" y="-2743199"/>
            <a:ext cx="10593387" cy="220269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 Portrait image flush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a:p>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0456994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arkamber_title and image 3">
    <p:bg>
      <p:bgPr>
        <a:solidFill>
          <a:srgbClr val="FCE2BA"/>
        </a:solidFill>
        <a:effectLst/>
      </p:bgPr>
    </p:bg>
    <p:spTree>
      <p:nvGrpSpPr>
        <p:cNvPr id="1" name=""/>
        <p:cNvGrpSpPr/>
        <p:nvPr/>
      </p:nvGrpSpPr>
      <p:grpSpPr>
        <a:xfrm>
          <a:off x="0" y="0"/>
          <a:ext cx="0" cy="0"/>
          <a:chOff x="0" y="0"/>
          <a:chExt cx="0" cy="0"/>
        </a:xfrm>
      </p:grpSpPr>
      <p:sp>
        <p:nvSpPr>
          <p:cNvPr id="25" name="Oval 24">
            <a:extLst>
              <a:ext uri="{FF2B5EF4-FFF2-40B4-BE49-F238E27FC236}">
                <a16:creationId xmlns:a16="http://schemas.microsoft.com/office/drawing/2014/main" id="{AAE3ED00-D8B9-0148-B352-A30854113B49}"/>
              </a:ext>
              <a:ext uri="{C183D7F6-B498-43B3-948B-1728B52AA6E4}">
                <adec:decorative xmlns:adec="http://schemas.microsoft.com/office/drawing/2017/decorative" val="1"/>
              </a:ext>
            </a:extLst>
          </p:cNvPr>
          <p:cNvSpPr>
            <a:spLocks noChangeAspect="1"/>
          </p:cNvSpPr>
          <p:nvPr/>
        </p:nvSpPr>
        <p:spPr>
          <a:xfrm rot="10800000">
            <a:off x="6745520" y="1524002"/>
            <a:ext cx="10553466" cy="10553468"/>
          </a:xfrm>
          <a:prstGeom prst="ellipse">
            <a:avLst/>
          </a:pr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algn="ctr"/>
            <a:endParaRPr lang="en-US" sz="1800"/>
          </a:p>
        </p:txBody>
      </p:sp>
      <p:sp>
        <p:nvSpPr>
          <p:cNvPr id="3" name="Title">
            <a:extLst>
              <a:ext uri="{FF2B5EF4-FFF2-40B4-BE49-F238E27FC236}">
                <a16:creationId xmlns:a16="http://schemas.microsoft.com/office/drawing/2014/main" id="{3F17116F-84DB-B142-8004-B9BCC530217A}"/>
              </a:ext>
            </a:extLst>
          </p:cNvPr>
          <p:cNvSpPr>
            <a:spLocks noGrp="1"/>
          </p:cNvSpPr>
          <p:nvPr>
            <p:ph type="title" hasCustomPrompt="1"/>
          </p:nvPr>
        </p:nvSpPr>
        <p:spPr>
          <a:xfrm>
            <a:off x="10247439" y="3505202"/>
            <a:ext cx="9489950" cy="3638048"/>
          </a:xfrm>
          <a:noFill/>
        </p:spPr>
        <p:txBody>
          <a:bodyPr vert="horz" lIns="0" tIns="45720" rIns="0" bIns="45720" rtlCol="0" anchor="b" anchorCtr="0">
            <a:noAutofit/>
          </a:bodyPr>
          <a:lstStyle>
            <a:lvl1pPr>
              <a:defRPr lang="en-US" sz="9598">
                <a:solidFill>
                  <a:schemeClr val="accent2"/>
                </a:solidFill>
                <a:ea typeface="+mn-ea"/>
                <a:cs typeface="+mn-cs"/>
              </a:defRPr>
            </a:lvl1pPr>
          </a:lstStyle>
          <a:p>
            <a:pPr marL="0" lvl="0" indent="0">
              <a:spcBef>
                <a:spcPts val="2000"/>
              </a:spcBef>
              <a:buFont typeface="Arial" panose="020B0604020202020204" pitchFamily="34" charset="0"/>
            </a:pPr>
            <a:r>
              <a:rPr lang="en-US"/>
              <a:t>Enter slide title here in less than two lines</a:t>
            </a:r>
          </a:p>
        </p:txBody>
      </p:sp>
      <p:sp>
        <p:nvSpPr>
          <p:cNvPr id="14" name="Subtitle">
            <a:extLst>
              <a:ext uri="{FF2B5EF4-FFF2-40B4-BE49-F238E27FC236}">
                <a16:creationId xmlns:a16="http://schemas.microsoft.com/office/drawing/2014/main" id="{F5E57A75-5517-6947-8E7D-614E41F834D9}"/>
              </a:ext>
            </a:extLst>
          </p:cNvPr>
          <p:cNvSpPr>
            <a:spLocks noGrp="1"/>
          </p:cNvSpPr>
          <p:nvPr>
            <p:ph type="body" sz="quarter" idx="12" hasCustomPrompt="1"/>
          </p:nvPr>
        </p:nvSpPr>
        <p:spPr>
          <a:xfrm>
            <a:off x="10307404" y="7246431"/>
            <a:ext cx="6791876" cy="2202370"/>
          </a:xfrm>
        </p:spPr>
        <p:txBody>
          <a:bodyPr>
            <a:noAutofit/>
          </a:bodyPr>
          <a:lstStyle>
            <a:lvl1pPr marL="0" indent="0">
              <a:buNone/>
              <a:defRPr sz="5398">
                <a:solidFill>
                  <a:schemeClr val="accent6"/>
                </a:solidFill>
              </a:defRPr>
            </a:lvl1pPr>
            <a:lvl2pPr marL="914218" indent="0">
              <a:buNone/>
              <a:defRPr sz="5398"/>
            </a:lvl2pPr>
            <a:lvl3pPr marL="1828434" indent="0">
              <a:buNone/>
              <a:defRPr sz="5398"/>
            </a:lvl3pPr>
            <a:lvl4pPr marL="2742652" indent="0">
              <a:buNone/>
              <a:defRPr sz="5398"/>
            </a:lvl4pPr>
            <a:lvl5pPr marL="3656868" indent="0">
              <a:buNone/>
              <a:defRPr sz="5398"/>
            </a:lvl5pPr>
          </a:lstStyle>
          <a:p>
            <a:pPr lvl="0"/>
            <a:r>
              <a:rPr lang="en-US"/>
              <a:t>Enter subtitle here, in three lines or less</a:t>
            </a:r>
          </a:p>
        </p:txBody>
      </p:sp>
      <p:sp>
        <p:nvSpPr>
          <p:cNvPr id="10" name="intersection">
            <a:extLst>
              <a:ext uri="{FF2B5EF4-FFF2-40B4-BE49-F238E27FC236}">
                <a16:creationId xmlns:a16="http://schemas.microsoft.com/office/drawing/2014/main" id="{B5F8207E-A274-3C49-A928-6C845C7AE8C3}"/>
              </a:ext>
              <a:ext uri="{C183D7F6-B498-43B3-948B-1728B52AA6E4}">
                <adec:decorative xmlns:adec="http://schemas.microsoft.com/office/drawing/2017/decorative" val="1"/>
              </a:ext>
            </a:extLst>
          </p:cNvPr>
          <p:cNvSpPr/>
          <p:nvPr/>
        </p:nvSpPr>
        <p:spPr>
          <a:xfrm rot="10800000" flipH="1">
            <a:off x="6745550"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Picture Placeholder 22">
            <a:extLst>
              <a:ext uri="{FF2B5EF4-FFF2-40B4-BE49-F238E27FC236}">
                <a16:creationId xmlns:a16="http://schemas.microsoft.com/office/drawing/2014/main" id="{4F36DB0D-57C4-2E42-B38A-3B3F26A8C6D6}"/>
              </a:ext>
              <a:ext uri="{C183D7F6-B498-43B3-948B-1728B52AA6E4}">
                <adec:decorative xmlns:adec="http://schemas.microsoft.com/office/drawing/2017/decorative" val="1"/>
              </a:ext>
            </a:extLst>
          </p:cNvPr>
          <p:cNvSpPr>
            <a:spLocks noGrp="1"/>
          </p:cNvSpPr>
          <p:nvPr>
            <p:ph type="pic" sz="quarter" idx="10" hasCustomPrompt="1"/>
          </p:nvPr>
        </p:nvSpPr>
        <p:spPr>
          <a:xfrm>
            <a:off x="-83226" y="0"/>
            <a:ext cx="8925600" cy="13716000"/>
          </a:xfrm>
          <a:custGeom>
            <a:avLst/>
            <a:gdLst>
              <a:gd name="connsiteX0" fmla="*/ 0 w 8925601"/>
              <a:gd name="connsiteY0" fmla="*/ 0 h 13716000"/>
              <a:gd name="connsiteX1" fmla="*/ 8925601 w 8925601"/>
              <a:gd name="connsiteY1" fmla="*/ 0 h 13716000"/>
              <a:gd name="connsiteX2" fmla="*/ 8925601 w 8925601"/>
              <a:gd name="connsiteY2" fmla="*/ 2605020 h 13716000"/>
              <a:gd name="connsiteX3" fmla="*/ 8749018 w 8925601"/>
              <a:gd name="connsiteY3" fmla="*/ 2743786 h 13716000"/>
              <a:gd name="connsiteX4" fmla="*/ 6828776 w 8925601"/>
              <a:gd name="connsiteY4" fmla="*/ 6815571 h 13716000"/>
              <a:gd name="connsiteX5" fmla="*/ 8749018 w 8925601"/>
              <a:gd name="connsiteY5" fmla="*/ 10887355 h 13716000"/>
              <a:gd name="connsiteX6" fmla="*/ 8925601 w 8925601"/>
              <a:gd name="connsiteY6" fmla="*/ 11026123 h 13716000"/>
              <a:gd name="connsiteX7" fmla="*/ 8925601 w 8925601"/>
              <a:gd name="connsiteY7" fmla="*/ 13716000 h 13716000"/>
              <a:gd name="connsiteX8" fmla="*/ 0 w 8925601"/>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25601" h="13716000">
                <a:moveTo>
                  <a:pt x="0" y="0"/>
                </a:moveTo>
                <a:lnTo>
                  <a:pt x="8925601" y="0"/>
                </a:lnTo>
                <a:lnTo>
                  <a:pt x="8925601" y="2605020"/>
                </a:lnTo>
                <a:lnTo>
                  <a:pt x="8749018" y="2743786"/>
                </a:lnTo>
                <a:cubicBezTo>
                  <a:pt x="7576278" y="3711618"/>
                  <a:pt x="6828776" y="5176301"/>
                  <a:pt x="6828776" y="6815571"/>
                </a:cubicBezTo>
                <a:cubicBezTo>
                  <a:pt x="6828776" y="8454842"/>
                  <a:pt x="7576278" y="9919525"/>
                  <a:pt x="8749018" y="10887355"/>
                </a:cubicBezTo>
                <a:lnTo>
                  <a:pt x="8925601" y="11026123"/>
                </a:lnTo>
                <a:lnTo>
                  <a:pt x="8925601" y="13716000"/>
                </a:lnTo>
                <a:lnTo>
                  <a:pt x="0" y="13716000"/>
                </a:lnTo>
                <a:close/>
              </a:path>
            </a:pathLst>
          </a:custGeom>
          <a:pattFill prst="wdUpDiag">
            <a:fgClr>
              <a:srgbClr val="FADFD9"/>
            </a:fgClr>
            <a:bgClr>
              <a:schemeClr val="bg1"/>
            </a:bgClr>
          </a:pattFill>
        </p:spPr>
        <p:txBody>
          <a:bodyPr wrap="square" rIns="1554480" anchor="ctr" anchorCtr="0">
            <a:noAutofit/>
          </a:bodyPr>
          <a:lstStyle>
            <a:lvl1pPr marL="0" indent="0" algn="ctr">
              <a:buNone/>
              <a:defRPr b="0">
                <a:solidFill>
                  <a:schemeClr val="tx1"/>
                </a:solidFill>
              </a:defRPr>
            </a:lvl1pPr>
          </a:lstStyle>
          <a:p>
            <a:r>
              <a:rPr lang="en-US"/>
              <a:t>Drag and drop</a:t>
            </a:r>
          </a:p>
          <a:p>
            <a:r>
              <a:rPr lang="en-US"/>
              <a:t>image here</a:t>
            </a:r>
          </a:p>
        </p:txBody>
      </p:sp>
      <p:pic>
        <p:nvPicPr>
          <p:cNvPr id="9" name="Logo">
            <a:extLst>
              <a:ext uri="{FF2B5EF4-FFF2-40B4-BE49-F238E27FC236}">
                <a16:creationId xmlns:a16="http://schemas.microsoft.com/office/drawing/2014/main" id="{148F310D-874C-A545-B8AD-4ED154C787D3}"/>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1632798"/>
            <a:ext cx="2182620" cy="552276"/>
          </a:xfrm>
          <a:prstGeom prst="rect">
            <a:avLst/>
          </a:prstGeom>
        </p:spPr>
      </p:pic>
      <p:sp>
        <p:nvSpPr>
          <p:cNvPr id="12" name="Folded Corner 11">
            <a:extLst>
              <a:ext uri="{FF2B5EF4-FFF2-40B4-BE49-F238E27FC236}">
                <a16:creationId xmlns:a16="http://schemas.microsoft.com/office/drawing/2014/main" id="{5724D573-2F9E-4848-B976-500133BF7CD4}"/>
              </a:ext>
              <a:ext uri="{C183D7F6-B498-43B3-948B-1728B52AA6E4}">
                <adec:decorative xmlns:adec="http://schemas.microsoft.com/office/drawing/2017/decorative" val="1"/>
              </a:ext>
            </a:extLst>
          </p:cNvPr>
          <p:cNvSpPr/>
          <p:nvPr/>
        </p:nvSpPr>
        <p:spPr>
          <a:xfrm>
            <a:off x="0" y="-2743199"/>
            <a:ext cx="10593387" cy="220269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 </a:t>
            </a:r>
            <a:r>
              <a:rPr lang="en-US" sz="2400">
                <a:solidFill>
                  <a:schemeClr val="tx1"/>
                </a:solidFill>
                <a:latin typeface="Source Sans Pro" charset="0"/>
                <a:ea typeface="Source Sans Pro" charset="0"/>
                <a:cs typeface="Source Sans Pro" charset="0"/>
              </a:rPr>
              <a:t>: Portrait image flush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a:p>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4881645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green_title and image 4">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0142C14-4984-9141-AC18-0956B6FADA3C}"/>
              </a:ext>
              <a:ext uri="{C183D7F6-B498-43B3-948B-1728B52AA6E4}">
                <adec:decorative xmlns:adec="http://schemas.microsoft.com/office/drawing/2017/decorative" val="1"/>
              </a:ext>
            </a:extLst>
          </p:cNvPr>
          <p:cNvSpPr/>
          <p:nvPr/>
        </p:nvSpPr>
        <p:spPr>
          <a:xfrm>
            <a:off x="1" y="0"/>
            <a:ext cx="3759199"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24" name="Picture Placeholder 23">
            <a:extLst>
              <a:ext uri="{FF2B5EF4-FFF2-40B4-BE49-F238E27FC236}">
                <a16:creationId xmlns:a16="http://schemas.microsoft.com/office/drawing/2014/main" id="{E9341416-85D2-6C45-A8A2-F011ED574127}"/>
              </a:ext>
              <a:ext uri="{C183D7F6-B498-43B3-948B-1728B52AA6E4}">
                <adec:decorative xmlns:adec="http://schemas.microsoft.com/office/drawing/2017/decorative" val="1"/>
              </a:ext>
            </a:extLst>
          </p:cNvPr>
          <p:cNvSpPr>
            <a:spLocks noGrp="1"/>
          </p:cNvSpPr>
          <p:nvPr>
            <p:ph type="pic" sz="quarter" idx="14" hasCustomPrompt="1"/>
          </p:nvPr>
        </p:nvSpPr>
        <p:spPr>
          <a:xfrm>
            <a:off x="3768437" y="1575930"/>
            <a:ext cx="9045692" cy="10574308"/>
          </a:xfrm>
          <a:custGeom>
            <a:avLst/>
            <a:gdLst>
              <a:gd name="connsiteX0" fmla="*/ 3758537 w 9045691"/>
              <a:gd name="connsiteY0" fmla="*/ 0 h 10574308"/>
              <a:gd name="connsiteX1" fmla="*/ 9045691 w 9045691"/>
              <a:gd name="connsiteY1" fmla="*/ 5287155 h 10574308"/>
              <a:gd name="connsiteX2" fmla="*/ 3758537 w 9045691"/>
              <a:gd name="connsiteY2" fmla="*/ 10574308 h 10574308"/>
              <a:gd name="connsiteX3" fmla="*/ 19955 w 9045691"/>
              <a:gd name="connsiteY3" fmla="*/ 9025737 h 10574308"/>
              <a:gd name="connsiteX4" fmla="*/ 0 w 9045691"/>
              <a:gd name="connsiteY4" fmla="*/ 9004807 h 10574308"/>
              <a:gd name="connsiteX5" fmla="*/ 0 w 9045691"/>
              <a:gd name="connsiteY5" fmla="*/ 1569501 h 10574308"/>
              <a:gd name="connsiteX6" fmla="*/ 19955 w 9045691"/>
              <a:gd name="connsiteY6" fmla="*/ 1548572 h 10574308"/>
              <a:gd name="connsiteX7" fmla="*/ 3758537 w 9045691"/>
              <a:gd name="connsiteY7" fmla="*/ 0 h 10574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45691" h="10574308">
                <a:moveTo>
                  <a:pt x="3758537" y="0"/>
                </a:moveTo>
                <a:cubicBezTo>
                  <a:pt x="6678552" y="0"/>
                  <a:pt x="9045691" y="2367139"/>
                  <a:pt x="9045691" y="5287155"/>
                </a:cubicBezTo>
                <a:cubicBezTo>
                  <a:pt x="9045691" y="8207169"/>
                  <a:pt x="6678552" y="10574308"/>
                  <a:pt x="3758537" y="10574308"/>
                </a:cubicBezTo>
                <a:cubicBezTo>
                  <a:pt x="2298530" y="10574308"/>
                  <a:pt x="976741" y="9982523"/>
                  <a:pt x="19955" y="9025737"/>
                </a:cubicBezTo>
                <a:lnTo>
                  <a:pt x="0" y="9004807"/>
                </a:lnTo>
                <a:lnTo>
                  <a:pt x="0" y="1569501"/>
                </a:lnTo>
                <a:lnTo>
                  <a:pt x="19955" y="1548572"/>
                </a:lnTo>
                <a:cubicBezTo>
                  <a:pt x="976741" y="591785"/>
                  <a:pt x="2298530" y="0"/>
                  <a:pt x="3758537" y="0"/>
                </a:cubicBezTo>
                <a:close/>
              </a:path>
            </a:pathLst>
          </a:custGeom>
          <a:pattFill prst="wdUpDiag">
            <a:fgClr>
              <a:srgbClr val="FADFD8"/>
            </a:fgClr>
            <a:bgClr>
              <a:schemeClr val="bg1"/>
            </a:bgClr>
          </a:pattFill>
        </p:spPr>
        <p:txBody>
          <a:bodyPr wrap="square" lIns="822960" anchor="ctr">
            <a:noAutofit/>
          </a:bodyPr>
          <a:lstStyle>
            <a:lvl1pPr marL="0" marR="0" indent="0" algn="ctr" defTabSz="1828434" rtl="0" eaLnBrk="1" fontAlgn="auto" latinLnBrk="0" hangingPunct="1">
              <a:lnSpc>
                <a:spcPct val="90000"/>
              </a:lnSpc>
              <a:spcBef>
                <a:spcPts val="2000"/>
              </a:spcBef>
              <a:spcAft>
                <a:spcPts val="0"/>
              </a:spcAft>
              <a:buClrTx/>
              <a:buSzTx/>
              <a:buFont typeface="Arial" panose="020B0604020202020204" pitchFamily="34" charset="0"/>
              <a:buNone/>
              <a:tabLst/>
              <a:defRPr sz="5398"/>
            </a:lvl1pPr>
          </a:lstStyle>
          <a:p>
            <a:pPr marL="0" marR="0" lvl="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Drag and drop image here</a:t>
            </a:r>
          </a:p>
        </p:txBody>
      </p:sp>
      <p:sp>
        <p:nvSpPr>
          <p:cNvPr id="9" name="Freeform 8">
            <a:extLst>
              <a:ext uri="{FF2B5EF4-FFF2-40B4-BE49-F238E27FC236}">
                <a16:creationId xmlns:a16="http://schemas.microsoft.com/office/drawing/2014/main" id="{8CD66243-A727-ED45-B574-E48FD16DA03E}"/>
              </a:ext>
              <a:ext uri="{C183D7F6-B498-43B3-948B-1728B52AA6E4}">
                <adec:decorative xmlns:adec="http://schemas.microsoft.com/office/drawing/2017/decorative" val="1"/>
              </a:ext>
            </a:extLst>
          </p:cNvPr>
          <p:cNvSpPr/>
          <p:nvPr/>
        </p:nvSpPr>
        <p:spPr>
          <a:xfrm>
            <a:off x="2261509" y="3141825"/>
            <a:ext cx="1506928" cy="7432354"/>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2" name="Title 11">
            <a:extLst>
              <a:ext uri="{FF2B5EF4-FFF2-40B4-BE49-F238E27FC236}">
                <a16:creationId xmlns:a16="http://schemas.microsoft.com/office/drawing/2014/main" id="{61554924-C8A9-D24E-997F-DA6F62DFDD36}"/>
              </a:ext>
            </a:extLst>
          </p:cNvPr>
          <p:cNvSpPr>
            <a:spLocks noGrp="1"/>
          </p:cNvSpPr>
          <p:nvPr>
            <p:ph type="title" hasCustomPrompt="1"/>
          </p:nvPr>
        </p:nvSpPr>
        <p:spPr>
          <a:xfrm>
            <a:off x="14035411" y="4343400"/>
            <a:ext cx="8749979" cy="2773376"/>
          </a:xfrm>
          <a:noFill/>
        </p:spPr>
        <p:txBody>
          <a:bodyPr vert="horz" lIns="0" tIns="45720" rIns="0" bIns="45720" rtlCol="0" anchor="b" anchorCtr="0">
            <a:noAutofit/>
          </a:bodyPr>
          <a:lstStyle>
            <a:lvl1pPr>
              <a:defRPr lang="en-US" sz="9598" dirty="0">
                <a:solidFill>
                  <a:schemeClr val="accent1"/>
                </a:solidFill>
                <a:ea typeface="+mn-ea"/>
                <a:cs typeface="+mn-cs"/>
              </a:defRPr>
            </a:lvl1pPr>
          </a:lstStyle>
          <a:p>
            <a:pPr marL="0" lvl="0" indent="0">
              <a:spcBef>
                <a:spcPts val="2000"/>
              </a:spcBef>
              <a:buFontTx/>
            </a:pPr>
            <a:r>
              <a:rPr lang="en-US"/>
              <a:t>Enter slide title here in two lines</a:t>
            </a:r>
          </a:p>
        </p:txBody>
      </p:sp>
      <p:sp>
        <p:nvSpPr>
          <p:cNvPr id="7" name="Text Placeholder 17">
            <a:extLst>
              <a:ext uri="{FF2B5EF4-FFF2-40B4-BE49-F238E27FC236}">
                <a16:creationId xmlns:a16="http://schemas.microsoft.com/office/drawing/2014/main" id="{57CB4192-2D78-B642-8E4A-935DBA256C37}"/>
              </a:ext>
            </a:extLst>
          </p:cNvPr>
          <p:cNvSpPr>
            <a:spLocks noGrp="1"/>
          </p:cNvSpPr>
          <p:nvPr>
            <p:ph type="body" sz="quarter" idx="13" hasCustomPrompt="1"/>
          </p:nvPr>
        </p:nvSpPr>
        <p:spPr>
          <a:xfrm>
            <a:off x="14035411" y="7116776"/>
            <a:ext cx="8749979" cy="2620700"/>
          </a:xfrm>
        </p:spPr>
        <p:txBody>
          <a:bodyPr>
            <a:normAutofit/>
          </a:bodyPr>
          <a:lstStyle>
            <a:lvl1pPr marL="0" indent="0">
              <a:lnSpc>
                <a:spcPts val="6478"/>
              </a:lnSpc>
              <a:buFontTx/>
              <a:buNone/>
              <a:defRPr sz="5398" baseline="0"/>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here in two lines or less</a:t>
            </a:r>
          </a:p>
        </p:txBody>
      </p:sp>
      <p:sp>
        <p:nvSpPr>
          <p:cNvPr id="11" name="Folded Corner 10">
            <a:extLst>
              <a:ext uri="{FF2B5EF4-FFF2-40B4-BE49-F238E27FC236}">
                <a16:creationId xmlns:a16="http://schemas.microsoft.com/office/drawing/2014/main" id="{B0E8D85E-D782-194C-B0A1-AD06F240BDAD}"/>
              </a:ext>
              <a:ext uri="{C183D7F6-B498-43B3-948B-1728B52AA6E4}">
                <adec:decorative xmlns:adec="http://schemas.microsoft.com/office/drawing/2017/decorative" val="1"/>
              </a:ext>
            </a:extLst>
          </p:cNvPr>
          <p:cNvSpPr/>
          <p:nvPr/>
        </p:nvSpPr>
        <p:spPr>
          <a:xfrm>
            <a:off x="0" y="-3810001"/>
            <a:ext cx="10593387" cy="3311238"/>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Image Layout Option</a:t>
            </a:r>
            <a:r>
              <a:rPr lang="en-US" sz="2400">
                <a:solidFill>
                  <a:schemeClr val="tx1"/>
                </a:solidFill>
                <a:latin typeface="Source Sans Pro" charset="0"/>
                <a:ea typeface="Source Sans Pro" charset="0"/>
                <a:cs typeface="Source Sans Pro" charset="0"/>
              </a:rPr>
              <a:t>: Circle image with color intersection, titles on right.</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Move and crop as needed. Replace text placeholder with your own words.</a:t>
            </a:r>
          </a:p>
          <a:p>
            <a:endParaRPr lang="en-US" sz="2400">
              <a:solidFill>
                <a:schemeClr val="tx1"/>
              </a:solidFill>
              <a:latin typeface="Source Sans Pro" charset="0"/>
              <a:ea typeface="Source Sans Pro" charset="0"/>
              <a:cs typeface="Source Sans Pro" charset="0"/>
            </a:endParaRPr>
          </a:p>
          <a:p>
            <a:r>
              <a:rPr lang="en-US" sz="2400">
                <a:solidFill>
                  <a:schemeClr val="tx1"/>
                </a:solidFill>
                <a:latin typeface="Source Sans Pro" charset="0"/>
                <a:ea typeface="Source Sans Pro" charset="0"/>
                <a:cs typeface="Source Sans Pro" charset="0"/>
              </a:rPr>
              <a:t>Do not put any cropped image (such as a circle) into circular placeholder.</a:t>
            </a:r>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pic>
        <p:nvPicPr>
          <p:cNvPr id="8" name="Logo">
            <a:extLst>
              <a:ext uri="{FF2B5EF4-FFF2-40B4-BE49-F238E27FC236}">
                <a16:creationId xmlns:a16="http://schemas.microsoft.com/office/drawing/2014/main" id="{ACAF39D2-F325-384E-AD0F-35700A408592}"/>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1632798"/>
            <a:ext cx="2182620" cy="552276"/>
          </a:xfrm>
          <a:prstGeom prst="rect">
            <a:avLst/>
          </a:prstGeom>
        </p:spPr>
      </p:pic>
    </p:spTree>
    <p:extLst>
      <p:ext uri="{BB962C8B-B14F-4D97-AF65-F5344CB8AC3E}">
        <p14:creationId xmlns:p14="http://schemas.microsoft.com/office/powerpoint/2010/main" val="22949550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mber_title and image 4">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635ACCF7-3C47-BB4F-AF7F-71F0B4AB44D7}"/>
              </a:ext>
              <a:ext uri="{C183D7F6-B498-43B3-948B-1728B52AA6E4}">
                <adec:decorative xmlns:adec="http://schemas.microsoft.com/office/drawing/2017/decorative" val="1"/>
              </a:ext>
            </a:extLst>
          </p:cNvPr>
          <p:cNvGrpSpPr/>
          <p:nvPr/>
        </p:nvGrpSpPr>
        <p:grpSpPr>
          <a:xfrm>
            <a:off x="9238" y="0"/>
            <a:ext cx="3759199" cy="13716000"/>
            <a:chOff x="9236" y="0"/>
            <a:chExt cx="3759200" cy="13715999"/>
          </a:xfrm>
        </p:grpSpPr>
        <p:sp>
          <p:nvSpPr>
            <p:cNvPr id="20" name="Rectangle 19">
              <a:extLst>
                <a:ext uri="{FF2B5EF4-FFF2-40B4-BE49-F238E27FC236}">
                  <a16:creationId xmlns:a16="http://schemas.microsoft.com/office/drawing/2014/main" id="{1D2C9B0F-FBE2-8C48-B5B1-3C3885F3BDDE}"/>
                </a:ext>
                <a:ext uri="{C183D7F6-B498-43B3-948B-1728B52AA6E4}">
                  <adec:decorative xmlns:adec="http://schemas.microsoft.com/office/drawing/2017/decorative" val="1"/>
                </a:ext>
              </a:extLst>
            </p:cNvPr>
            <p:cNvSpPr/>
            <p:nvPr/>
          </p:nvSpPr>
          <p:spPr>
            <a:xfrm>
              <a:off x="9236" y="0"/>
              <a:ext cx="3759200" cy="13715999"/>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21" name="Freeform 20">
              <a:extLst>
                <a:ext uri="{FF2B5EF4-FFF2-40B4-BE49-F238E27FC236}">
                  <a16:creationId xmlns:a16="http://schemas.microsoft.com/office/drawing/2014/main" id="{C4E92395-EB86-874A-B076-AF17357782A7}"/>
                </a:ext>
                <a:ext uri="{C183D7F6-B498-43B3-948B-1728B52AA6E4}">
                  <adec:decorative xmlns:adec="http://schemas.microsoft.com/office/drawing/2017/decorative" val="1"/>
                </a:ext>
              </a:extLst>
            </p:cNvPr>
            <p:cNvSpPr/>
            <p:nvPr/>
          </p:nvSpPr>
          <p:spPr>
            <a:xfrm>
              <a:off x="2267961" y="3156359"/>
              <a:ext cx="1493978" cy="7368477"/>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grpSp>
      <p:sp>
        <p:nvSpPr>
          <p:cNvPr id="22" name="Title 11">
            <a:extLst>
              <a:ext uri="{FF2B5EF4-FFF2-40B4-BE49-F238E27FC236}">
                <a16:creationId xmlns:a16="http://schemas.microsoft.com/office/drawing/2014/main" id="{514407B6-6008-9F4D-AA8B-50D1AAD03286}"/>
              </a:ext>
            </a:extLst>
          </p:cNvPr>
          <p:cNvSpPr>
            <a:spLocks noGrp="1"/>
          </p:cNvSpPr>
          <p:nvPr>
            <p:ph type="title" hasCustomPrompt="1"/>
          </p:nvPr>
        </p:nvSpPr>
        <p:spPr>
          <a:xfrm>
            <a:off x="14035411" y="4343400"/>
            <a:ext cx="8749979" cy="2773376"/>
          </a:xfrm>
          <a:noFill/>
        </p:spPr>
        <p:txBody>
          <a:bodyPr vert="horz" lIns="0" tIns="45720" rIns="0" bIns="45720" rtlCol="0" anchor="b" anchorCtr="0">
            <a:noAutofit/>
          </a:bodyPr>
          <a:lstStyle>
            <a:lvl1pPr>
              <a:defRPr lang="en-US" sz="9598" dirty="0">
                <a:solidFill>
                  <a:schemeClr val="accent2"/>
                </a:solidFill>
                <a:ea typeface="+mn-ea"/>
                <a:cs typeface="+mn-cs"/>
              </a:defRPr>
            </a:lvl1pPr>
          </a:lstStyle>
          <a:p>
            <a:pPr marL="0" lvl="0" indent="0">
              <a:spcBef>
                <a:spcPts val="2000"/>
              </a:spcBef>
              <a:buFontTx/>
            </a:pPr>
            <a:r>
              <a:rPr lang="en-US"/>
              <a:t>Enter slide title here in two lines</a:t>
            </a:r>
          </a:p>
        </p:txBody>
      </p:sp>
      <p:sp>
        <p:nvSpPr>
          <p:cNvPr id="23" name="Text Placeholder 17">
            <a:extLst>
              <a:ext uri="{FF2B5EF4-FFF2-40B4-BE49-F238E27FC236}">
                <a16:creationId xmlns:a16="http://schemas.microsoft.com/office/drawing/2014/main" id="{38DC42F4-9C2A-C947-A0DC-D7173E28B10B}"/>
              </a:ext>
            </a:extLst>
          </p:cNvPr>
          <p:cNvSpPr>
            <a:spLocks noGrp="1"/>
          </p:cNvSpPr>
          <p:nvPr>
            <p:ph type="body" sz="quarter" idx="13" hasCustomPrompt="1"/>
          </p:nvPr>
        </p:nvSpPr>
        <p:spPr>
          <a:xfrm>
            <a:off x="14035411" y="7116776"/>
            <a:ext cx="8749979" cy="2620700"/>
          </a:xfrm>
        </p:spPr>
        <p:txBody>
          <a:bodyPr>
            <a:normAutofit/>
          </a:bodyPr>
          <a:lstStyle>
            <a:lvl1pPr marL="0" marR="0" indent="0" algn="l" defTabSz="1828434" rtl="0" eaLnBrk="1" fontAlgn="auto" latinLnBrk="0" hangingPunct="1">
              <a:lnSpc>
                <a:spcPts val="6478"/>
              </a:lnSpc>
              <a:spcBef>
                <a:spcPts val="2000"/>
              </a:spcBef>
              <a:spcAft>
                <a:spcPts val="0"/>
              </a:spcAft>
              <a:buClrTx/>
              <a:buSzTx/>
              <a:buFontTx/>
              <a:buNone/>
              <a:tabLst/>
              <a:defRPr sz="5398" baseline="0"/>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here in two lines or less</a:t>
            </a:r>
          </a:p>
        </p:txBody>
      </p:sp>
      <p:sp>
        <p:nvSpPr>
          <p:cNvPr id="11" name="Picture Placeholder 10">
            <a:extLst>
              <a:ext uri="{FF2B5EF4-FFF2-40B4-BE49-F238E27FC236}">
                <a16:creationId xmlns:a16="http://schemas.microsoft.com/office/drawing/2014/main" id="{4CD03B56-B78A-F24B-A129-AC70C0AC20CF}"/>
              </a:ext>
              <a:ext uri="{C183D7F6-B498-43B3-948B-1728B52AA6E4}">
                <adec:decorative xmlns:adec="http://schemas.microsoft.com/office/drawing/2017/decorative" val="1"/>
              </a:ext>
            </a:extLst>
          </p:cNvPr>
          <p:cNvSpPr>
            <a:spLocks noGrp="1"/>
          </p:cNvSpPr>
          <p:nvPr>
            <p:ph type="pic" sz="quarter" idx="14" hasCustomPrompt="1"/>
          </p:nvPr>
        </p:nvSpPr>
        <p:spPr>
          <a:xfrm>
            <a:off x="3768437" y="1575930"/>
            <a:ext cx="9045692" cy="10574308"/>
          </a:xfrm>
          <a:custGeom>
            <a:avLst/>
            <a:gdLst>
              <a:gd name="connsiteX0" fmla="*/ 3758537 w 9045691"/>
              <a:gd name="connsiteY0" fmla="*/ 0 h 10574308"/>
              <a:gd name="connsiteX1" fmla="*/ 9045691 w 9045691"/>
              <a:gd name="connsiteY1" fmla="*/ 5287155 h 10574308"/>
              <a:gd name="connsiteX2" fmla="*/ 3758537 w 9045691"/>
              <a:gd name="connsiteY2" fmla="*/ 10574308 h 10574308"/>
              <a:gd name="connsiteX3" fmla="*/ 19955 w 9045691"/>
              <a:gd name="connsiteY3" fmla="*/ 9025737 h 10574308"/>
              <a:gd name="connsiteX4" fmla="*/ 0 w 9045691"/>
              <a:gd name="connsiteY4" fmla="*/ 9004807 h 10574308"/>
              <a:gd name="connsiteX5" fmla="*/ 0 w 9045691"/>
              <a:gd name="connsiteY5" fmla="*/ 1569501 h 10574308"/>
              <a:gd name="connsiteX6" fmla="*/ 19955 w 9045691"/>
              <a:gd name="connsiteY6" fmla="*/ 1548572 h 10574308"/>
              <a:gd name="connsiteX7" fmla="*/ 3758537 w 9045691"/>
              <a:gd name="connsiteY7" fmla="*/ 0 h 10574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45691" h="10574308">
                <a:moveTo>
                  <a:pt x="3758537" y="0"/>
                </a:moveTo>
                <a:cubicBezTo>
                  <a:pt x="6678552" y="0"/>
                  <a:pt x="9045691" y="2367139"/>
                  <a:pt x="9045691" y="5287155"/>
                </a:cubicBezTo>
                <a:cubicBezTo>
                  <a:pt x="9045691" y="8207169"/>
                  <a:pt x="6678552" y="10574308"/>
                  <a:pt x="3758537" y="10574308"/>
                </a:cubicBezTo>
                <a:cubicBezTo>
                  <a:pt x="2298530" y="10574308"/>
                  <a:pt x="976741" y="9982523"/>
                  <a:pt x="19955" y="9025737"/>
                </a:cubicBezTo>
                <a:lnTo>
                  <a:pt x="0" y="9004807"/>
                </a:lnTo>
                <a:lnTo>
                  <a:pt x="0" y="1569501"/>
                </a:lnTo>
                <a:lnTo>
                  <a:pt x="19955" y="1548572"/>
                </a:lnTo>
                <a:cubicBezTo>
                  <a:pt x="976741" y="591785"/>
                  <a:pt x="2298530" y="0"/>
                  <a:pt x="3758537" y="0"/>
                </a:cubicBezTo>
                <a:close/>
              </a:path>
            </a:pathLst>
          </a:custGeom>
          <a:pattFill prst="wdUpDiag">
            <a:fgClr>
              <a:srgbClr val="FADFD8"/>
            </a:fgClr>
            <a:bgClr>
              <a:schemeClr val="bg1"/>
            </a:bgClr>
          </a:pattFill>
        </p:spPr>
        <p:txBody>
          <a:bodyPr wrap="square" lIns="822960" anchor="ctr">
            <a:noAutofit/>
          </a:bodyPr>
          <a:lstStyle>
            <a:lvl1pPr marL="0" marR="0" indent="0" algn="ctr" defTabSz="1828434" rtl="0" eaLnBrk="1" fontAlgn="auto" latinLnBrk="0" hangingPunct="1">
              <a:lnSpc>
                <a:spcPct val="90000"/>
              </a:lnSpc>
              <a:spcBef>
                <a:spcPts val="2000"/>
              </a:spcBef>
              <a:spcAft>
                <a:spcPts val="0"/>
              </a:spcAft>
              <a:buClrTx/>
              <a:buSzTx/>
              <a:buFont typeface="Arial" panose="020B0604020202020204" pitchFamily="34" charset="0"/>
              <a:buNone/>
              <a:tabLst/>
              <a:defRPr sz="5398"/>
            </a:lvl1pPr>
          </a:lstStyle>
          <a:p>
            <a:pPr marL="0" marR="0" lvl="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Drag and drop image here</a:t>
            </a:r>
          </a:p>
        </p:txBody>
      </p:sp>
      <p:pic>
        <p:nvPicPr>
          <p:cNvPr id="10" name="Logo">
            <a:extLst>
              <a:ext uri="{FF2B5EF4-FFF2-40B4-BE49-F238E27FC236}">
                <a16:creationId xmlns:a16="http://schemas.microsoft.com/office/drawing/2014/main" id="{003D7295-9545-F24F-8F14-F3CC78657B53}"/>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1632798"/>
            <a:ext cx="2182620" cy="552276"/>
          </a:xfrm>
          <a:prstGeom prst="rect">
            <a:avLst/>
          </a:prstGeom>
        </p:spPr>
      </p:pic>
      <p:sp>
        <p:nvSpPr>
          <p:cNvPr id="12" name="Folded Corner 11">
            <a:extLst>
              <a:ext uri="{FF2B5EF4-FFF2-40B4-BE49-F238E27FC236}">
                <a16:creationId xmlns:a16="http://schemas.microsoft.com/office/drawing/2014/main" id="{51F6B6A3-D643-DB42-AB20-10543BF2132F}"/>
              </a:ext>
              <a:ext uri="{C183D7F6-B498-43B3-948B-1728B52AA6E4}">
                <adec:decorative xmlns:adec="http://schemas.microsoft.com/office/drawing/2017/decorative" val="1"/>
              </a:ext>
            </a:extLst>
          </p:cNvPr>
          <p:cNvSpPr/>
          <p:nvPr/>
        </p:nvSpPr>
        <p:spPr>
          <a:xfrm>
            <a:off x="0" y="-3810001"/>
            <a:ext cx="10593387" cy="3311238"/>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Image Layout Option</a:t>
            </a:r>
            <a:r>
              <a:rPr lang="en-US" sz="2400">
                <a:solidFill>
                  <a:schemeClr val="tx1"/>
                </a:solidFill>
                <a:latin typeface="Source Sans Pro" charset="0"/>
                <a:ea typeface="Source Sans Pro" charset="0"/>
                <a:cs typeface="Source Sans Pro" charset="0"/>
              </a:rPr>
              <a:t>: Circle image with color intersection, titles on right.</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Move and crop as needed. Replace text placeholder with your own words.</a:t>
            </a:r>
          </a:p>
          <a:p>
            <a:endParaRPr lang="en-US" sz="2400">
              <a:solidFill>
                <a:schemeClr val="tx1"/>
              </a:solidFill>
              <a:latin typeface="Source Sans Pro" charset="0"/>
              <a:ea typeface="Source Sans Pro" charset="0"/>
              <a:cs typeface="Source Sans Pro" charset="0"/>
            </a:endParaRPr>
          </a:p>
          <a:p>
            <a:r>
              <a:rPr lang="en-US" sz="2400">
                <a:solidFill>
                  <a:schemeClr val="tx1"/>
                </a:solidFill>
                <a:latin typeface="Source Sans Pro" charset="0"/>
                <a:ea typeface="Source Sans Pro" charset="0"/>
                <a:cs typeface="Source Sans Pro" charset="0"/>
              </a:rPr>
              <a:t>Do not put any cropped image (such as a circle) into circular placeholder.</a:t>
            </a:r>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2357011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red_title and image 4">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504754B-2E3B-F142-98BF-7F9381505D4F}"/>
              </a:ext>
              <a:ext uri="{C183D7F6-B498-43B3-948B-1728B52AA6E4}">
                <adec:decorative xmlns:adec="http://schemas.microsoft.com/office/drawing/2017/decorative" val="1"/>
              </a:ext>
            </a:extLst>
          </p:cNvPr>
          <p:cNvGrpSpPr/>
          <p:nvPr/>
        </p:nvGrpSpPr>
        <p:grpSpPr>
          <a:xfrm>
            <a:off x="9238" y="0"/>
            <a:ext cx="3759199" cy="13716000"/>
            <a:chOff x="9236" y="0"/>
            <a:chExt cx="3759200" cy="13715999"/>
          </a:xfrm>
          <a:solidFill>
            <a:schemeClr val="tx2"/>
          </a:solidFill>
        </p:grpSpPr>
        <p:sp>
          <p:nvSpPr>
            <p:cNvPr id="13" name="Rectangle 12">
              <a:extLst>
                <a:ext uri="{FF2B5EF4-FFF2-40B4-BE49-F238E27FC236}">
                  <a16:creationId xmlns:a16="http://schemas.microsoft.com/office/drawing/2014/main" id="{7A070FD8-1A59-0F4F-9C1F-157AA05E0C65}"/>
                </a:ext>
                <a:ext uri="{C183D7F6-B498-43B3-948B-1728B52AA6E4}">
                  <adec:decorative xmlns:adec="http://schemas.microsoft.com/office/drawing/2017/decorative" val="1"/>
                </a:ext>
              </a:extLst>
            </p:cNvPr>
            <p:cNvSpPr/>
            <p:nvPr/>
          </p:nvSpPr>
          <p:spPr>
            <a:xfrm>
              <a:off x="9236" y="0"/>
              <a:ext cx="3759200" cy="13715999"/>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14" name="Freeform 13">
              <a:extLst>
                <a:ext uri="{FF2B5EF4-FFF2-40B4-BE49-F238E27FC236}">
                  <a16:creationId xmlns:a16="http://schemas.microsoft.com/office/drawing/2014/main" id="{29A2F08E-1CD2-1E42-844F-7EFE80C2AE4C}"/>
                </a:ext>
                <a:ext uri="{C183D7F6-B498-43B3-948B-1728B52AA6E4}">
                  <adec:decorative xmlns:adec="http://schemas.microsoft.com/office/drawing/2017/decorative" val="1"/>
                </a:ext>
              </a:extLst>
            </p:cNvPr>
            <p:cNvSpPr/>
            <p:nvPr/>
          </p:nvSpPr>
          <p:spPr>
            <a:xfrm>
              <a:off x="2267961" y="3156359"/>
              <a:ext cx="1493978" cy="7368477"/>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grpSp>
      <p:sp>
        <p:nvSpPr>
          <p:cNvPr id="15" name="Title 11">
            <a:extLst>
              <a:ext uri="{FF2B5EF4-FFF2-40B4-BE49-F238E27FC236}">
                <a16:creationId xmlns:a16="http://schemas.microsoft.com/office/drawing/2014/main" id="{8DDD9790-A385-FC41-AB77-BD2F12DEC0BA}"/>
              </a:ext>
            </a:extLst>
          </p:cNvPr>
          <p:cNvSpPr>
            <a:spLocks noGrp="1"/>
          </p:cNvSpPr>
          <p:nvPr>
            <p:ph type="title" hasCustomPrompt="1"/>
          </p:nvPr>
        </p:nvSpPr>
        <p:spPr>
          <a:xfrm>
            <a:off x="14035411" y="4343400"/>
            <a:ext cx="8749979" cy="2773376"/>
          </a:xfrm>
          <a:noFill/>
        </p:spPr>
        <p:txBody>
          <a:bodyPr vert="horz" lIns="0" tIns="45720" rIns="0" bIns="45720" rtlCol="0" anchor="b" anchorCtr="0">
            <a:noAutofit/>
          </a:bodyPr>
          <a:lstStyle>
            <a:lvl1pPr>
              <a:defRPr lang="en-US" sz="9598" dirty="0">
                <a:solidFill>
                  <a:schemeClr val="tx2"/>
                </a:solidFill>
                <a:ea typeface="+mn-ea"/>
                <a:cs typeface="+mn-cs"/>
              </a:defRPr>
            </a:lvl1pPr>
          </a:lstStyle>
          <a:p>
            <a:pPr marL="0" lvl="0" indent="0">
              <a:spcBef>
                <a:spcPts val="2000"/>
              </a:spcBef>
              <a:buFontTx/>
            </a:pPr>
            <a:r>
              <a:rPr lang="en-US"/>
              <a:t>Enter slide title here in two lines</a:t>
            </a:r>
          </a:p>
        </p:txBody>
      </p:sp>
      <p:sp>
        <p:nvSpPr>
          <p:cNvPr id="16" name="Text Placeholder 17">
            <a:extLst>
              <a:ext uri="{FF2B5EF4-FFF2-40B4-BE49-F238E27FC236}">
                <a16:creationId xmlns:a16="http://schemas.microsoft.com/office/drawing/2014/main" id="{A73A5716-1A71-6E47-BA7C-6C2841CE7A24}"/>
              </a:ext>
            </a:extLst>
          </p:cNvPr>
          <p:cNvSpPr>
            <a:spLocks noGrp="1"/>
          </p:cNvSpPr>
          <p:nvPr>
            <p:ph type="body" sz="quarter" idx="13" hasCustomPrompt="1"/>
          </p:nvPr>
        </p:nvSpPr>
        <p:spPr>
          <a:xfrm>
            <a:off x="14035411" y="7116776"/>
            <a:ext cx="8749979" cy="2620700"/>
          </a:xfrm>
        </p:spPr>
        <p:txBody>
          <a:bodyPr>
            <a:normAutofit/>
          </a:bodyPr>
          <a:lstStyle>
            <a:lvl1pPr marL="0" indent="0">
              <a:lnSpc>
                <a:spcPts val="6478"/>
              </a:lnSpc>
              <a:buFontTx/>
              <a:buNone/>
              <a:defRPr sz="5398" baseline="0"/>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here in two lines or less</a:t>
            </a:r>
          </a:p>
        </p:txBody>
      </p:sp>
      <p:sp>
        <p:nvSpPr>
          <p:cNvPr id="12" name="Picture Placeholder 11">
            <a:extLst>
              <a:ext uri="{FF2B5EF4-FFF2-40B4-BE49-F238E27FC236}">
                <a16:creationId xmlns:a16="http://schemas.microsoft.com/office/drawing/2014/main" id="{3FDEA5C4-4777-B44C-856A-8A740352C17E}"/>
              </a:ext>
              <a:ext uri="{C183D7F6-B498-43B3-948B-1728B52AA6E4}">
                <adec:decorative xmlns:adec="http://schemas.microsoft.com/office/drawing/2017/decorative" val="1"/>
              </a:ext>
            </a:extLst>
          </p:cNvPr>
          <p:cNvSpPr>
            <a:spLocks noGrp="1"/>
          </p:cNvSpPr>
          <p:nvPr>
            <p:ph type="pic" sz="quarter" idx="14" hasCustomPrompt="1"/>
          </p:nvPr>
        </p:nvSpPr>
        <p:spPr>
          <a:xfrm>
            <a:off x="3768437" y="1575930"/>
            <a:ext cx="9045692" cy="10574308"/>
          </a:xfrm>
          <a:custGeom>
            <a:avLst/>
            <a:gdLst>
              <a:gd name="connsiteX0" fmla="*/ 3758537 w 9045691"/>
              <a:gd name="connsiteY0" fmla="*/ 0 h 10574308"/>
              <a:gd name="connsiteX1" fmla="*/ 9045691 w 9045691"/>
              <a:gd name="connsiteY1" fmla="*/ 5287155 h 10574308"/>
              <a:gd name="connsiteX2" fmla="*/ 3758537 w 9045691"/>
              <a:gd name="connsiteY2" fmla="*/ 10574308 h 10574308"/>
              <a:gd name="connsiteX3" fmla="*/ 19955 w 9045691"/>
              <a:gd name="connsiteY3" fmla="*/ 9025737 h 10574308"/>
              <a:gd name="connsiteX4" fmla="*/ 0 w 9045691"/>
              <a:gd name="connsiteY4" fmla="*/ 9004807 h 10574308"/>
              <a:gd name="connsiteX5" fmla="*/ 0 w 9045691"/>
              <a:gd name="connsiteY5" fmla="*/ 1569501 h 10574308"/>
              <a:gd name="connsiteX6" fmla="*/ 19955 w 9045691"/>
              <a:gd name="connsiteY6" fmla="*/ 1548572 h 10574308"/>
              <a:gd name="connsiteX7" fmla="*/ 3758537 w 9045691"/>
              <a:gd name="connsiteY7" fmla="*/ 0 h 10574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45691" h="10574308">
                <a:moveTo>
                  <a:pt x="3758537" y="0"/>
                </a:moveTo>
                <a:cubicBezTo>
                  <a:pt x="6678552" y="0"/>
                  <a:pt x="9045691" y="2367139"/>
                  <a:pt x="9045691" y="5287155"/>
                </a:cubicBezTo>
                <a:cubicBezTo>
                  <a:pt x="9045691" y="8207169"/>
                  <a:pt x="6678552" y="10574308"/>
                  <a:pt x="3758537" y="10574308"/>
                </a:cubicBezTo>
                <a:cubicBezTo>
                  <a:pt x="2298530" y="10574308"/>
                  <a:pt x="976741" y="9982523"/>
                  <a:pt x="19955" y="9025737"/>
                </a:cubicBezTo>
                <a:lnTo>
                  <a:pt x="0" y="9004807"/>
                </a:lnTo>
                <a:lnTo>
                  <a:pt x="0" y="1569501"/>
                </a:lnTo>
                <a:lnTo>
                  <a:pt x="19955" y="1548572"/>
                </a:lnTo>
                <a:cubicBezTo>
                  <a:pt x="976741" y="591785"/>
                  <a:pt x="2298530" y="0"/>
                  <a:pt x="3758537" y="0"/>
                </a:cubicBezTo>
                <a:close/>
              </a:path>
            </a:pathLst>
          </a:custGeom>
          <a:pattFill prst="wdUpDiag">
            <a:fgClr>
              <a:srgbClr val="FADFD8"/>
            </a:fgClr>
            <a:bgClr>
              <a:schemeClr val="bg1"/>
            </a:bgClr>
          </a:pattFill>
        </p:spPr>
        <p:txBody>
          <a:bodyPr wrap="square" lIns="822960" anchor="ctr">
            <a:noAutofit/>
          </a:bodyPr>
          <a:lstStyle>
            <a:lvl1pPr marL="0" marR="0" indent="0" algn="ctr" defTabSz="1828434" rtl="0" eaLnBrk="1" fontAlgn="auto" latinLnBrk="0" hangingPunct="1">
              <a:lnSpc>
                <a:spcPct val="90000"/>
              </a:lnSpc>
              <a:spcBef>
                <a:spcPts val="2000"/>
              </a:spcBef>
              <a:spcAft>
                <a:spcPts val="0"/>
              </a:spcAft>
              <a:buClrTx/>
              <a:buSzTx/>
              <a:buFont typeface="Arial" panose="020B0604020202020204" pitchFamily="34" charset="0"/>
              <a:buNone/>
              <a:tabLst/>
              <a:defRPr sz="5398"/>
            </a:lvl1pPr>
          </a:lstStyle>
          <a:p>
            <a:pPr marL="0" marR="0" lvl="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Drag and drop image here</a:t>
            </a:r>
          </a:p>
        </p:txBody>
      </p:sp>
      <p:pic>
        <p:nvPicPr>
          <p:cNvPr id="11" name="Logo">
            <a:extLst>
              <a:ext uri="{FF2B5EF4-FFF2-40B4-BE49-F238E27FC236}">
                <a16:creationId xmlns:a16="http://schemas.microsoft.com/office/drawing/2014/main" id="{02C9B188-676F-5B40-9F96-F34C176BA33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1632798"/>
            <a:ext cx="2182620" cy="552276"/>
          </a:xfrm>
          <a:prstGeom prst="rect">
            <a:avLst/>
          </a:prstGeom>
        </p:spPr>
      </p:pic>
      <p:sp>
        <p:nvSpPr>
          <p:cNvPr id="17" name="Folded Corner 16">
            <a:extLst>
              <a:ext uri="{FF2B5EF4-FFF2-40B4-BE49-F238E27FC236}">
                <a16:creationId xmlns:a16="http://schemas.microsoft.com/office/drawing/2014/main" id="{A6E84270-BB12-0A46-B75C-11B8E813C444}"/>
              </a:ext>
              <a:ext uri="{C183D7F6-B498-43B3-948B-1728B52AA6E4}">
                <adec:decorative xmlns:adec="http://schemas.microsoft.com/office/drawing/2017/decorative" val="1"/>
              </a:ext>
            </a:extLst>
          </p:cNvPr>
          <p:cNvSpPr/>
          <p:nvPr/>
        </p:nvSpPr>
        <p:spPr>
          <a:xfrm>
            <a:off x="0" y="-3810001"/>
            <a:ext cx="10593387" cy="3311238"/>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Image Layout Option</a:t>
            </a:r>
            <a:r>
              <a:rPr lang="en-US" sz="2400">
                <a:solidFill>
                  <a:schemeClr val="tx1"/>
                </a:solidFill>
                <a:latin typeface="Source Sans Pro" charset="0"/>
                <a:ea typeface="Source Sans Pro" charset="0"/>
                <a:cs typeface="Source Sans Pro" charset="0"/>
              </a:rPr>
              <a:t>: Circle image with color intersection, titles on right.</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Move and crop as needed. Replace text placeholder with your own words.</a:t>
            </a:r>
          </a:p>
          <a:p>
            <a:endParaRPr lang="en-US" sz="2400">
              <a:solidFill>
                <a:schemeClr val="tx1"/>
              </a:solidFill>
              <a:latin typeface="Source Sans Pro" charset="0"/>
              <a:ea typeface="Source Sans Pro" charset="0"/>
              <a:cs typeface="Source Sans Pro" charset="0"/>
            </a:endParaRPr>
          </a:p>
          <a:p>
            <a:r>
              <a:rPr lang="en-US" sz="2400">
                <a:solidFill>
                  <a:schemeClr val="tx1"/>
                </a:solidFill>
                <a:latin typeface="Source Sans Pro" charset="0"/>
                <a:ea typeface="Source Sans Pro" charset="0"/>
                <a:cs typeface="Source Sans Pro" charset="0"/>
              </a:rPr>
              <a:t>Do not put any cropped image (such as a circle) into circular placeholder.</a:t>
            </a:r>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5003719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ue_title and image 4">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89A58D8-67F6-AB45-B61D-9846841E8FC6}"/>
              </a:ext>
              <a:ext uri="{C183D7F6-B498-43B3-948B-1728B52AA6E4}">
                <adec:decorative xmlns:adec="http://schemas.microsoft.com/office/drawing/2017/decorative" val="1"/>
              </a:ext>
            </a:extLst>
          </p:cNvPr>
          <p:cNvGrpSpPr/>
          <p:nvPr/>
        </p:nvGrpSpPr>
        <p:grpSpPr>
          <a:xfrm>
            <a:off x="9238" y="0"/>
            <a:ext cx="3759199" cy="13716000"/>
            <a:chOff x="9236" y="0"/>
            <a:chExt cx="3759200" cy="13715999"/>
          </a:xfrm>
        </p:grpSpPr>
        <p:sp>
          <p:nvSpPr>
            <p:cNvPr id="12" name="Rectangle 11">
              <a:extLst>
                <a:ext uri="{FF2B5EF4-FFF2-40B4-BE49-F238E27FC236}">
                  <a16:creationId xmlns:a16="http://schemas.microsoft.com/office/drawing/2014/main" id="{334C05AE-61FE-F845-90A8-0A052B3E7D79}"/>
                </a:ext>
                <a:ext uri="{C183D7F6-B498-43B3-948B-1728B52AA6E4}">
                  <adec:decorative xmlns:adec="http://schemas.microsoft.com/office/drawing/2017/decorative" val="1"/>
                </a:ext>
              </a:extLst>
            </p:cNvPr>
            <p:cNvSpPr/>
            <p:nvPr/>
          </p:nvSpPr>
          <p:spPr>
            <a:xfrm>
              <a:off x="9236" y="0"/>
              <a:ext cx="3759200" cy="13715999"/>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F2EDE6"/>
                </a:solidFill>
                <a:latin typeface="Community Light" panose="02000303040000020003" pitchFamily="2" charset="0"/>
              </a:endParaRPr>
            </a:p>
          </p:txBody>
        </p:sp>
        <p:sp>
          <p:nvSpPr>
            <p:cNvPr id="14" name="Freeform 13">
              <a:extLst>
                <a:ext uri="{FF2B5EF4-FFF2-40B4-BE49-F238E27FC236}">
                  <a16:creationId xmlns:a16="http://schemas.microsoft.com/office/drawing/2014/main" id="{752021BB-4AC5-E547-8B1C-95616D4FC233}"/>
                </a:ext>
                <a:ext uri="{C183D7F6-B498-43B3-948B-1728B52AA6E4}">
                  <adec:decorative xmlns:adec="http://schemas.microsoft.com/office/drawing/2017/decorative" val="1"/>
                </a:ext>
              </a:extLst>
            </p:cNvPr>
            <p:cNvSpPr/>
            <p:nvPr/>
          </p:nvSpPr>
          <p:spPr>
            <a:xfrm>
              <a:off x="2267961" y="3156359"/>
              <a:ext cx="1493978" cy="7368477"/>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solidFill>
                  <a:srgbClr val="F2EDE6"/>
                </a:solidFill>
              </a:endParaRPr>
            </a:p>
          </p:txBody>
        </p:sp>
      </p:grpSp>
      <p:sp>
        <p:nvSpPr>
          <p:cNvPr id="15" name="Title 11">
            <a:extLst>
              <a:ext uri="{FF2B5EF4-FFF2-40B4-BE49-F238E27FC236}">
                <a16:creationId xmlns:a16="http://schemas.microsoft.com/office/drawing/2014/main" id="{536CBD41-B8D8-0E46-B38D-A8C717C306CC}"/>
              </a:ext>
            </a:extLst>
          </p:cNvPr>
          <p:cNvSpPr>
            <a:spLocks noGrp="1"/>
          </p:cNvSpPr>
          <p:nvPr>
            <p:ph type="title" hasCustomPrompt="1"/>
          </p:nvPr>
        </p:nvSpPr>
        <p:spPr>
          <a:xfrm>
            <a:off x="14035411" y="4343400"/>
            <a:ext cx="8749979" cy="2773376"/>
          </a:xfrm>
          <a:noFill/>
        </p:spPr>
        <p:txBody>
          <a:bodyPr vert="horz" lIns="0" tIns="45720" rIns="0" bIns="45720" rtlCol="0" anchor="b" anchorCtr="0">
            <a:noAutofit/>
          </a:bodyPr>
          <a:lstStyle>
            <a:lvl1pPr>
              <a:defRPr lang="en-US" sz="9598" dirty="0">
                <a:solidFill>
                  <a:schemeClr val="bg2"/>
                </a:solidFill>
                <a:ea typeface="+mn-ea"/>
                <a:cs typeface="+mn-cs"/>
              </a:defRPr>
            </a:lvl1pPr>
          </a:lstStyle>
          <a:p>
            <a:pPr marL="0" lvl="0" indent="0">
              <a:spcBef>
                <a:spcPts val="2000"/>
              </a:spcBef>
              <a:buFontTx/>
            </a:pPr>
            <a:r>
              <a:rPr lang="en-US"/>
              <a:t>Enter slide title here in two lines</a:t>
            </a:r>
          </a:p>
        </p:txBody>
      </p:sp>
      <p:sp>
        <p:nvSpPr>
          <p:cNvPr id="16" name="Text Placeholder 17">
            <a:extLst>
              <a:ext uri="{FF2B5EF4-FFF2-40B4-BE49-F238E27FC236}">
                <a16:creationId xmlns:a16="http://schemas.microsoft.com/office/drawing/2014/main" id="{D7A649BB-22F5-C645-AC39-37D58CC38698}"/>
              </a:ext>
            </a:extLst>
          </p:cNvPr>
          <p:cNvSpPr>
            <a:spLocks noGrp="1"/>
          </p:cNvSpPr>
          <p:nvPr>
            <p:ph type="body" sz="quarter" idx="13" hasCustomPrompt="1"/>
          </p:nvPr>
        </p:nvSpPr>
        <p:spPr>
          <a:xfrm>
            <a:off x="14035411" y="7116776"/>
            <a:ext cx="8749979" cy="2620700"/>
          </a:xfrm>
        </p:spPr>
        <p:txBody>
          <a:bodyPr>
            <a:normAutofit/>
          </a:bodyPr>
          <a:lstStyle>
            <a:lvl1pPr marL="0" indent="0">
              <a:lnSpc>
                <a:spcPts val="6478"/>
              </a:lnSpc>
              <a:buFontTx/>
              <a:buNone/>
              <a:defRPr sz="5398" baseline="0"/>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here in two lines or less</a:t>
            </a:r>
          </a:p>
        </p:txBody>
      </p:sp>
      <p:sp>
        <p:nvSpPr>
          <p:cNvPr id="2" name="TextBox 1">
            <a:extLst>
              <a:ext uri="{FF2B5EF4-FFF2-40B4-BE49-F238E27FC236}">
                <a16:creationId xmlns:a16="http://schemas.microsoft.com/office/drawing/2014/main" id="{07BAEA5F-91E5-C142-9F34-69D1836C466C}"/>
              </a:ext>
            </a:extLst>
          </p:cNvPr>
          <p:cNvSpPr txBox="1"/>
          <p:nvPr/>
        </p:nvSpPr>
        <p:spPr>
          <a:xfrm>
            <a:off x="34386253" y="-8373980"/>
            <a:ext cx="0" cy="0"/>
          </a:xfrm>
          <a:prstGeom prst="rect">
            <a:avLst/>
          </a:prstGeom>
          <a:noFill/>
        </p:spPr>
        <p:txBody>
          <a:bodyPr wrap="none" lIns="0" tIns="0" rIns="0" bIns="0" rtlCol="0">
            <a:noAutofit/>
          </a:bodyPr>
          <a:lstStyle/>
          <a:p>
            <a:pPr algn="l"/>
            <a:endParaRPr lang="en-US" sz="1800">
              <a:latin typeface="LKN Sans" panose="02000503040000020003" pitchFamily="2" charset="0"/>
            </a:endParaRPr>
          </a:p>
        </p:txBody>
      </p:sp>
      <p:sp>
        <p:nvSpPr>
          <p:cNvPr id="18" name="Picture Placeholder 17">
            <a:extLst>
              <a:ext uri="{FF2B5EF4-FFF2-40B4-BE49-F238E27FC236}">
                <a16:creationId xmlns:a16="http://schemas.microsoft.com/office/drawing/2014/main" id="{A215BC2E-E9F2-514D-AF8B-2354A2B3B550}"/>
              </a:ext>
              <a:ext uri="{C183D7F6-B498-43B3-948B-1728B52AA6E4}">
                <adec:decorative xmlns:adec="http://schemas.microsoft.com/office/drawing/2017/decorative" val="1"/>
              </a:ext>
            </a:extLst>
          </p:cNvPr>
          <p:cNvSpPr>
            <a:spLocks noGrp="1"/>
          </p:cNvSpPr>
          <p:nvPr>
            <p:ph type="pic" sz="quarter" idx="14" hasCustomPrompt="1"/>
          </p:nvPr>
        </p:nvSpPr>
        <p:spPr>
          <a:xfrm>
            <a:off x="3768437" y="1575930"/>
            <a:ext cx="9045692" cy="10574308"/>
          </a:xfrm>
          <a:custGeom>
            <a:avLst/>
            <a:gdLst>
              <a:gd name="connsiteX0" fmla="*/ 3758537 w 9045691"/>
              <a:gd name="connsiteY0" fmla="*/ 0 h 10574308"/>
              <a:gd name="connsiteX1" fmla="*/ 9045691 w 9045691"/>
              <a:gd name="connsiteY1" fmla="*/ 5287155 h 10574308"/>
              <a:gd name="connsiteX2" fmla="*/ 3758537 w 9045691"/>
              <a:gd name="connsiteY2" fmla="*/ 10574308 h 10574308"/>
              <a:gd name="connsiteX3" fmla="*/ 19955 w 9045691"/>
              <a:gd name="connsiteY3" fmla="*/ 9025737 h 10574308"/>
              <a:gd name="connsiteX4" fmla="*/ 0 w 9045691"/>
              <a:gd name="connsiteY4" fmla="*/ 9004807 h 10574308"/>
              <a:gd name="connsiteX5" fmla="*/ 0 w 9045691"/>
              <a:gd name="connsiteY5" fmla="*/ 1569501 h 10574308"/>
              <a:gd name="connsiteX6" fmla="*/ 19955 w 9045691"/>
              <a:gd name="connsiteY6" fmla="*/ 1548572 h 10574308"/>
              <a:gd name="connsiteX7" fmla="*/ 3758537 w 9045691"/>
              <a:gd name="connsiteY7" fmla="*/ 0 h 10574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45691" h="10574308">
                <a:moveTo>
                  <a:pt x="3758537" y="0"/>
                </a:moveTo>
                <a:cubicBezTo>
                  <a:pt x="6678552" y="0"/>
                  <a:pt x="9045691" y="2367139"/>
                  <a:pt x="9045691" y="5287155"/>
                </a:cubicBezTo>
                <a:cubicBezTo>
                  <a:pt x="9045691" y="8207169"/>
                  <a:pt x="6678552" y="10574308"/>
                  <a:pt x="3758537" y="10574308"/>
                </a:cubicBezTo>
                <a:cubicBezTo>
                  <a:pt x="2298530" y="10574308"/>
                  <a:pt x="976741" y="9982523"/>
                  <a:pt x="19955" y="9025737"/>
                </a:cubicBezTo>
                <a:lnTo>
                  <a:pt x="0" y="9004807"/>
                </a:lnTo>
                <a:lnTo>
                  <a:pt x="0" y="1569501"/>
                </a:lnTo>
                <a:lnTo>
                  <a:pt x="19955" y="1548572"/>
                </a:lnTo>
                <a:cubicBezTo>
                  <a:pt x="976741" y="591785"/>
                  <a:pt x="2298530" y="0"/>
                  <a:pt x="3758537" y="0"/>
                </a:cubicBezTo>
                <a:close/>
              </a:path>
            </a:pathLst>
          </a:custGeom>
          <a:pattFill prst="wdUpDiag">
            <a:fgClr>
              <a:srgbClr val="FADFD8"/>
            </a:fgClr>
            <a:bgClr>
              <a:schemeClr val="bg1"/>
            </a:bgClr>
          </a:pattFill>
        </p:spPr>
        <p:txBody>
          <a:bodyPr wrap="square" lIns="822960" anchor="ctr">
            <a:noAutofit/>
          </a:bodyPr>
          <a:lstStyle>
            <a:lvl1pPr marL="0" marR="0" indent="0" algn="ctr" defTabSz="1828434" rtl="0" eaLnBrk="1" fontAlgn="auto" latinLnBrk="0" hangingPunct="1">
              <a:lnSpc>
                <a:spcPct val="90000"/>
              </a:lnSpc>
              <a:spcBef>
                <a:spcPts val="2000"/>
              </a:spcBef>
              <a:spcAft>
                <a:spcPts val="0"/>
              </a:spcAft>
              <a:buClrTx/>
              <a:buSzTx/>
              <a:buFont typeface="Arial" panose="020B0604020202020204" pitchFamily="34" charset="0"/>
              <a:buNone/>
              <a:tabLst/>
              <a:defRPr sz="5398"/>
            </a:lvl1pPr>
          </a:lstStyle>
          <a:p>
            <a:pPr marL="0" marR="0" lvl="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Drag and drop image here</a:t>
            </a:r>
          </a:p>
        </p:txBody>
      </p:sp>
      <p:pic>
        <p:nvPicPr>
          <p:cNvPr id="13" name="Logo">
            <a:extLst>
              <a:ext uri="{FF2B5EF4-FFF2-40B4-BE49-F238E27FC236}">
                <a16:creationId xmlns:a16="http://schemas.microsoft.com/office/drawing/2014/main" id="{B3310DF0-1093-D343-9FBF-81B59E7B526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1632798"/>
            <a:ext cx="2182620" cy="552276"/>
          </a:xfrm>
          <a:prstGeom prst="rect">
            <a:avLst/>
          </a:prstGeom>
        </p:spPr>
      </p:pic>
      <p:sp>
        <p:nvSpPr>
          <p:cNvPr id="17" name="Folded Corner 16">
            <a:extLst>
              <a:ext uri="{FF2B5EF4-FFF2-40B4-BE49-F238E27FC236}">
                <a16:creationId xmlns:a16="http://schemas.microsoft.com/office/drawing/2014/main" id="{50DA27D6-46D0-5440-8488-CEEB998EDAAD}"/>
              </a:ext>
              <a:ext uri="{C183D7F6-B498-43B3-948B-1728B52AA6E4}">
                <adec:decorative xmlns:adec="http://schemas.microsoft.com/office/drawing/2017/decorative" val="1"/>
              </a:ext>
            </a:extLst>
          </p:cNvPr>
          <p:cNvSpPr/>
          <p:nvPr/>
        </p:nvSpPr>
        <p:spPr>
          <a:xfrm>
            <a:off x="0" y="-3810001"/>
            <a:ext cx="10593387" cy="3311238"/>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Image Layout Option</a:t>
            </a:r>
            <a:r>
              <a:rPr lang="en-US" sz="2400">
                <a:solidFill>
                  <a:schemeClr val="tx1"/>
                </a:solidFill>
                <a:latin typeface="Source Sans Pro" charset="0"/>
                <a:ea typeface="Source Sans Pro" charset="0"/>
                <a:cs typeface="Source Sans Pro" charset="0"/>
              </a:rPr>
              <a:t>: Circle image with color intersection, titles on right.</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Move and crop as needed. Replace text placeholder with your own words.</a:t>
            </a:r>
          </a:p>
          <a:p>
            <a:endParaRPr lang="en-US" sz="2400">
              <a:solidFill>
                <a:schemeClr val="tx1"/>
              </a:solidFill>
              <a:latin typeface="Source Sans Pro" charset="0"/>
              <a:ea typeface="Source Sans Pro" charset="0"/>
              <a:cs typeface="Source Sans Pro" charset="0"/>
            </a:endParaRPr>
          </a:p>
          <a:p>
            <a:r>
              <a:rPr lang="en-US" sz="2400">
                <a:solidFill>
                  <a:schemeClr val="tx1"/>
                </a:solidFill>
                <a:latin typeface="Source Sans Pro" charset="0"/>
                <a:ea typeface="Source Sans Pro" charset="0"/>
                <a:cs typeface="Source Sans Pro" charset="0"/>
              </a:rPr>
              <a:t>Do not put any cropped image (such as a circle) into circular placeholder.</a:t>
            </a:r>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8687830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arkamber_title and image 4">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E888362-C886-AB42-8E2B-A047CFEECAD6}"/>
              </a:ext>
              <a:ext uri="{C183D7F6-B498-43B3-948B-1728B52AA6E4}">
                <adec:decorative xmlns:adec="http://schemas.microsoft.com/office/drawing/2017/decorative" val="1"/>
              </a:ext>
            </a:extLst>
          </p:cNvPr>
          <p:cNvGrpSpPr/>
          <p:nvPr/>
        </p:nvGrpSpPr>
        <p:grpSpPr>
          <a:xfrm>
            <a:off x="9238" y="0"/>
            <a:ext cx="3759199" cy="13716000"/>
            <a:chOff x="9236" y="0"/>
            <a:chExt cx="3759200" cy="13715999"/>
          </a:xfrm>
        </p:grpSpPr>
        <p:sp>
          <p:nvSpPr>
            <p:cNvPr id="13" name="Rectangle 12">
              <a:extLst>
                <a:ext uri="{FF2B5EF4-FFF2-40B4-BE49-F238E27FC236}">
                  <a16:creationId xmlns:a16="http://schemas.microsoft.com/office/drawing/2014/main" id="{5420D07D-30A7-974C-9527-E05816E9ACDB}"/>
                </a:ext>
                <a:ext uri="{C183D7F6-B498-43B3-948B-1728B52AA6E4}">
                  <adec:decorative xmlns:adec="http://schemas.microsoft.com/office/drawing/2017/decorative" val="1"/>
                </a:ext>
              </a:extLst>
            </p:cNvPr>
            <p:cNvSpPr/>
            <p:nvPr/>
          </p:nvSpPr>
          <p:spPr>
            <a:xfrm>
              <a:off x="9236" y="0"/>
              <a:ext cx="3759200" cy="13715999"/>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14" name="Freeform 13">
              <a:extLst>
                <a:ext uri="{FF2B5EF4-FFF2-40B4-BE49-F238E27FC236}">
                  <a16:creationId xmlns:a16="http://schemas.microsoft.com/office/drawing/2014/main" id="{92454B7B-2F70-5C46-A3D6-E07D57CD06A3}"/>
                </a:ext>
                <a:ext uri="{C183D7F6-B498-43B3-948B-1728B52AA6E4}">
                  <adec:decorative xmlns:adec="http://schemas.microsoft.com/office/drawing/2017/decorative" val="1"/>
                </a:ext>
              </a:extLst>
            </p:cNvPr>
            <p:cNvSpPr/>
            <p:nvPr/>
          </p:nvSpPr>
          <p:spPr>
            <a:xfrm>
              <a:off x="2267961" y="3156359"/>
              <a:ext cx="1493978" cy="7368477"/>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grpSp>
      <p:sp>
        <p:nvSpPr>
          <p:cNvPr id="15" name="Title 11">
            <a:extLst>
              <a:ext uri="{FF2B5EF4-FFF2-40B4-BE49-F238E27FC236}">
                <a16:creationId xmlns:a16="http://schemas.microsoft.com/office/drawing/2014/main" id="{BC81A0B8-8054-0D47-8837-A884E4FFD534}"/>
              </a:ext>
            </a:extLst>
          </p:cNvPr>
          <p:cNvSpPr>
            <a:spLocks noGrp="1"/>
          </p:cNvSpPr>
          <p:nvPr>
            <p:ph type="title" hasCustomPrompt="1"/>
          </p:nvPr>
        </p:nvSpPr>
        <p:spPr>
          <a:xfrm>
            <a:off x="14035411" y="4343400"/>
            <a:ext cx="8749979" cy="2773376"/>
          </a:xfrm>
          <a:noFill/>
        </p:spPr>
        <p:txBody>
          <a:bodyPr vert="horz" lIns="0" tIns="45720" rIns="0" bIns="45720" rtlCol="0" anchor="b" anchorCtr="0">
            <a:noAutofit/>
          </a:bodyPr>
          <a:lstStyle>
            <a:lvl1pPr>
              <a:defRPr lang="en-US" sz="9598" dirty="0">
                <a:solidFill>
                  <a:schemeClr val="accent2"/>
                </a:solidFill>
                <a:ea typeface="+mn-ea"/>
                <a:cs typeface="+mn-cs"/>
              </a:defRPr>
            </a:lvl1pPr>
          </a:lstStyle>
          <a:p>
            <a:pPr marL="0" lvl="0" indent="0">
              <a:spcBef>
                <a:spcPts val="2000"/>
              </a:spcBef>
              <a:buFontTx/>
            </a:pPr>
            <a:r>
              <a:rPr lang="en-US"/>
              <a:t>Enter slide title here in two lines</a:t>
            </a:r>
          </a:p>
        </p:txBody>
      </p:sp>
      <p:sp>
        <p:nvSpPr>
          <p:cNvPr id="16" name="Text Placeholder 17">
            <a:extLst>
              <a:ext uri="{FF2B5EF4-FFF2-40B4-BE49-F238E27FC236}">
                <a16:creationId xmlns:a16="http://schemas.microsoft.com/office/drawing/2014/main" id="{B5DF0057-100B-1D45-85C8-35AE0BAA2945}"/>
              </a:ext>
            </a:extLst>
          </p:cNvPr>
          <p:cNvSpPr>
            <a:spLocks noGrp="1"/>
          </p:cNvSpPr>
          <p:nvPr>
            <p:ph type="body" sz="quarter" idx="13" hasCustomPrompt="1"/>
          </p:nvPr>
        </p:nvSpPr>
        <p:spPr>
          <a:xfrm>
            <a:off x="14035411" y="7116776"/>
            <a:ext cx="8749979" cy="2620700"/>
          </a:xfrm>
        </p:spPr>
        <p:txBody>
          <a:bodyPr>
            <a:normAutofit/>
          </a:bodyPr>
          <a:lstStyle>
            <a:lvl1pPr marL="0" indent="0">
              <a:lnSpc>
                <a:spcPts val="6478"/>
              </a:lnSpc>
              <a:buFontTx/>
              <a:buNone/>
              <a:defRPr sz="5398" baseline="0"/>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here in two lines or less</a:t>
            </a:r>
          </a:p>
        </p:txBody>
      </p:sp>
      <p:sp>
        <p:nvSpPr>
          <p:cNvPr id="11" name="Picture Placeholder 10">
            <a:extLst>
              <a:ext uri="{FF2B5EF4-FFF2-40B4-BE49-F238E27FC236}">
                <a16:creationId xmlns:a16="http://schemas.microsoft.com/office/drawing/2014/main" id="{A756B464-D8AE-6340-A54B-C589E6E52ECC}"/>
              </a:ext>
              <a:ext uri="{C183D7F6-B498-43B3-948B-1728B52AA6E4}">
                <adec:decorative xmlns:adec="http://schemas.microsoft.com/office/drawing/2017/decorative" val="1"/>
              </a:ext>
            </a:extLst>
          </p:cNvPr>
          <p:cNvSpPr>
            <a:spLocks noGrp="1"/>
          </p:cNvSpPr>
          <p:nvPr>
            <p:ph type="pic" sz="quarter" idx="14" hasCustomPrompt="1"/>
          </p:nvPr>
        </p:nvSpPr>
        <p:spPr>
          <a:xfrm>
            <a:off x="3768437" y="1575930"/>
            <a:ext cx="9045692" cy="10574308"/>
          </a:xfrm>
          <a:custGeom>
            <a:avLst/>
            <a:gdLst>
              <a:gd name="connsiteX0" fmla="*/ 3758537 w 9045691"/>
              <a:gd name="connsiteY0" fmla="*/ 0 h 10574308"/>
              <a:gd name="connsiteX1" fmla="*/ 9045691 w 9045691"/>
              <a:gd name="connsiteY1" fmla="*/ 5287155 h 10574308"/>
              <a:gd name="connsiteX2" fmla="*/ 3758537 w 9045691"/>
              <a:gd name="connsiteY2" fmla="*/ 10574308 h 10574308"/>
              <a:gd name="connsiteX3" fmla="*/ 19955 w 9045691"/>
              <a:gd name="connsiteY3" fmla="*/ 9025737 h 10574308"/>
              <a:gd name="connsiteX4" fmla="*/ 0 w 9045691"/>
              <a:gd name="connsiteY4" fmla="*/ 9004807 h 10574308"/>
              <a:gd name="connsiteX5" fmla="*/ 0 w 9045691"/>
              <a:gd name="connsiteY5" fmla="*/ 1569501 h 10574308"/>
              <a:gd name="connsiteX6" fmla="*/ 19955 w 9045691"/>
              <a:gd name="connsiteY6" fmla="*/ 1548572 h 10574308"/>
              <a:gd name="connsiteX7" fmla="*/ 3758537 w 9045691"/>
              <a:gd name="connsiteY7" fmla="*/ 0 h 10574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45691" h="10574308">
                <a:moveTo>
                  <a:pt x="3758537" y="0"/>
                </a:moveTo>
                <a:cubicBezTo>
                  <a:pt x="6678552" y="0"/>
                  <a:pt x="9045691" y="2367139"/>
                  <a:pt x="9045691" y="5287155"/>
                </a:cubicBezTo>
                <a:cubicBezTo>
                  <a:pt x="9045691" y="8207169"/>
                  <a:pt x="6678552" y="10574308"/>
                  <a:pt x="3758537" y="10574308"/>
                </a:cubicBezTo>
                <a:cubicBezTo>
                  <a:pt x="2298530" y="10574308"/>
                  <a:pt x="976741" y="9982523"/>
                  <a:pt x="19955" y="9025737"/>
                </a:cubicBezTo>
                <a:lnTo>
                  <a:pt x="0" y="9004807"/>
                </a:lnTo>
                <a:lnTo>
                  <a:pt x="0" y="1569501"/>
                </a:lnTo>
                <a:lnTo>
                  <a:pt x="19955" y="1548572"/>
                </a:lnTo>
                <a:cubicBezTo>
                  <a:pt x="976741" y="591785"/>
                  <a:pt x="2298530" y="0"/>
                  <a:pt x="3758537" y="0"/>
                </a:cubicBezTo>
                <a:close/>
              </a:path>
            </a:pathLst>
          </a:custGeom>
          <a:pattFill prst="wdUpDiag">
            <a:fgClr>
              <a:srgbClr val="FADFD8"/>
            </a:fgClr>
            <a:bgClr>
              <a:schemeClr val="bg1"/>
            </a:bgClr>
          </a:pattFill>
        </p:spPr>
        <p:txBody>
          <a:bodyPr wrap="square" lIns="822960" anchor="ctr">
            <a:noAutofit/>
          </a:bodyPr>
          <a:lstStyle>
            <a:lvl1pPr marL="0" marR="0" indent="0" algn="ctr" defTabSz="1828434" rtl="0" eaLnBrk="1" fontAlgn="auto" latinLnBrk="0" hangingPunct="1">
              <a:lnSpc>
                <a:spcPct val="90000"/>
              </a:lnSpc>
              <a:spcBef>
                <a:spcPts val="2000"/>
              </a:spcBef>
              <a:spcAft>
                <a:spcPts val="0"/>
              </a:spcAft>
              <a:buClrTx/>
              <a:buSzTx/>
              <a:buFont typeface="Arial" panose="020B0604020202020204" pitchFamily="34" charset="0"/>
              <a:buNone/>
              <a:tabLst/>
              <a:defRPr sz="5398"/>
            </a:lvl1pPr>
          </a:lstStyle>
          <a:p>
            <a:pPr marL="0" marR="0" lvl="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Drag and drop image here</a:t>
            </a:r>
          </a:p>
        </p:txBody>
      </p:sp>
      <p:pic>
        <p:nvPicPr>
          <p:cNvPr id="10" name="Logo">
            <a:extLst>
              <a:ext uri="{FF2B5EF4-FFF2-40B4-BE49-F238E27FC236}">
                <a16:creationId xmlns:a16="http://schemas.microsoft.com/office/drawing/2014/main" id="{448BA539-73AE-BA4B-8ADA-61B2A1E43428}"/>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7428" y="11632798"/>
            <a:ext cx="2182620" cy="552276"/>
          </a:xfrm>
          <a:prstGeom prst="rect">
            <a:avLst/>
          </a:prstGeom>
        </p:spPr>
      </p:pic>
      <p:sp>
        <p:nvSpPr>
          <p:cNvPr id="17" name="Folded Corner 16">
            <a:extLst>
              <a:ext uri="{FF2B5EF4-FFF2-40B4-BE49-F238E27FC236}">
                <a16:creationId xmlns:a16="http://schemas.microsoft.com/office/drawing/2014/main" id="{A7B728CB-3D38-9A4E-A479-ABB2B324CF55}"/>
              </a:ext>
              <a:ext uri="{C183D7F6-B498-43B3-948B-1728B52AA6E4}">
                <adec:decorative xmlns:adec="http://schemas.microsoft.com/office/drawing/2017/decorative" val="1"/>
              </a:ext>
            </a:extLst>
          </p:cNvPr>
          <p:cNvSpPr/>
          <p:nvPr/>
        </p:nvSpPr>
        <p:spPr>
          <a:xfrm>
            <a:off x="0" y="-3810001"/>
            <a:ext cx="10593387" cy="3311238"/>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Image Layout Option</a:t>
            </a:r>
            <a:r>
              <a:rPr lang="en-US" sz="2400">
                <a:solidFill>
                  <a:schemeClr val="tx1"/>
                </a:solidFill>
                <a:latin typeface="Source Sans Pro" charset="0"/>
                <a:ea typeface="Source Sans Pro" charset="0"/>
                <a:cs typeface="Source Sans Pro" charset="0"/>
              </a:rPr>
              <a:t>: Circle image with color intersection, titles on right.</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Move and crop as needed. Replace text placeholder with your own words.</a:t>
            </a:r>
          </a:p>
          <a:p>
            <a:endParaRPr lang="en-US" sz="2400">
              <a:solidFill>
                <a:schemeClr val="tx1"/>
              </a:solidFill>
              <a:latin typeface="Source Sans Pro" charset="0"/>
              <a:ea typeface="Source Sans Pro" charset="0"/>
              <a:cs typeface="Source Sans Pro" charset="0"/>
            </a:endParaRPr>
          </a:p>
          <a:p>
            <a:r>
              <a:rPr lang="en-US" sz="2400">
                <a:solidFill>
                  <a:schemeClr val="tx1"/>
                </a:solidFill>
                <a:latin typeface="Source Sans Pro" charset="0"/>
                <a:ea typeface="Source Sans Pro" charset="0"/>
                <a:cs typeface="Source Sans Pro" charset="0"/>
              </a:rPr>
              <a:t>Do not put any cropped image (such as a circle) into circular placeholder.</a:t>
            </a:r>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1397690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_title and image 5">
    <p:spTree>
      <p:nvGrpSpPr>
        <p:cNvPr id="1" name=""/>
        <p:cNvGrpSpPr/>
        <p:nvPr/>
      </p:nvGrpSpPr>
      <p:grpSpPr>
        <a:xfrm>
          <a:off x="0" y="0"/>
          <a:ext cx="0" cy="0"/>
          <a:chOff x="0" y="0"/>
          <a:chExt cx="0" cy="0"/>
        </a:xfrm>
      </p:grpSpPr>
      <p:sp>
        <p:nvSpPr>
          <p:cNvPr id="13" name="Oval 12">
            <a:extLst>
              <a:ext uri="{FF2B5EF4-FFF2-40B4-BE49-F238E27FC236}">
                <a16:creationId xmlns:a16="http://schemas.microsoft.com/office/drawing/2014/main" id="{60FD15D4-43BC-9E4B-A5A7-40B14FF50D96}"/>
              </a:ext>
              <a:ext uri="{C183D7F6-B498-43B3-948B-1728B52AA6E4}">
                <adec:decorative xmlns:adec="http://schemas.microsoft.com/office/drawing/2017/decorative" val="1"/>
              </a:ext>
            </a:extLst>
          </p:cNvPr>
          <p:cNvSpPr/>
          <p:nvPr/>
        </p:nvSpPr>
        <p:spPr>
          <a:xfrm flipH="1">
            <a:off x="3743970" y="1538838"/>
            <a:ext cx="10553468" cy="10553468"/>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itle 1">
            <a:extLst>
              <a:ext uri="{FF2B5EF4-FFF2-40B4-BE49-F238E27FC236}">
                <a16:creationId xmlns:a16="http://schemas.microsoft.com/office/drawing/2014/main" id="{D21881EB-41C7-D046-870E-756F67A2CBB5}"/>
              </a:ext>
            </a:extLst>
          </p:cNvPr>
          <p:cNvSpPr>
            <a:spLocks noGrp="1"/>
          </p:cNvSpPr>
          <p:nvPr>
            <p:ph type="title" hasCustomPrompt="1"/>
          </p:nvPr>
        </p:nvSpPr>
        <p:spPr>
          <a:xfrm>
            <a:off x="1495947" y="3124200"/>
            <a:ext cx="8866574" cy="3497008"/>
          </a:xfrm>
          <a:noFill/>
        </p:spPr>
        <p:txBody>
          <a:bodyPr vert="horz" lIns="0" tIns="45720" rIns="0" bIns="45720" rtlCol="0" anchor="b" anchorCtr="0">
            <a:noAutofit/>
          </a:bodyPr>
          <a:lstStyle>
            <a:lvl1pPr>
              <a:defRPr lang="en-US" sz="9598" b="0" i="0">
                <a:solidFill>
                  <a:schemeClr val="accent1"/>
                </a:solidFill>
                <a:ea typeface="+mn-ea"/>
                <a:cs typeface="+mn-cs"/>
              </a:defRPr>
            </a:lvl1pPr>
          </a:lstStyle>
          <a:p>
            <a:pPr marL="0" lvl="0" indent="0">
              <a:spcBef>
                <a:spcPts val="2000"/>
              </a:spcBef>
              <a:buFont typeface="Arial" panose="020B0604020202020204" pitchFamily="34" charset="0"/>
            </a:pPr>
            <a:r>
              <a:rPr lang="en-US"/>
              <a:t>Enter slide title here in two lines</a:t>
            </a:r>
          </a:p>
        </p:txBody>
      </p:sp>
      <p:sp>
        <p:nvSpPr>
          <p:cNvPr id="15" name="Text Placeholder 17">
            <a:extLst>
              <a:ext uri="{FF2B5EF4-FFF2-40B4-BE49-F238E27FC236}">
                <a16:creationId xmlns:a16="http://schemas.microsoft.com/office/drawing/2014/main" id="{09EEE842-BDB1-BC40-817A-F09D539D623F}"/>
              </a:ext>
            </a:extLst>
          </p:cNvPr>
          <p:cNvSpPr>
            <a:spLocks noGrp="1"/>
          </p:cNvSpPr>
          <p:nvPr>
            <p:ph type="body" sz="quarter" idx="17" hasCustomPrompt="1"/>
          </p:nvPr>
        </p:nvSpPr>
        <p:spPr>
          <a:xfrm>
            <a:off x="1496625" y="6858000"/>
            <a:ext cx="8866574" cy="2620700"/>
          </a:xfrm>
        </p:spPr>
        <p:txBody>
          <a:bodyPr>
            <a:normAutofit/>
          </a:bodyPr>
          <a:lstStyle>
            <a:lvl1pPr marL="0" indent="0">
              <a:lnSpc>
                <a:spcPts val="6478"/>
              </a:lnSpc>
              <a:buFontTx/>
              <a:buNone/>
              <a:defRPr sz="5398" baseline="0"/>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or descriptor here, in no more than 2 lines</a:t>
            </a:r>
          </a:p>
        </p:txBody>
      </p:sp>
      <p:sp>
        <p:nvSpPr>
          <p:cNvPr id="7" name="Folded Corner 6">
            <a:extLst>
              <a:ext uri="{FF2B5EF4-FFF2-40B4-BE49-F238E27FC236}">
                <a16:creationId xmlns:a16="http://schemas.microsoft.com/office/drawing/2014/main" id="{02B61E83-48D7-1D43-A658-AF66197D5BA1}"/>
              </a:ext>
              <a:ext uri="{C183D7F6-B498-43B3-948B-1728B52AA6E4}">
                <adec:decorative xmlns:adec="http://schemas.microsoft.com/office/drawing/2017/decorative" val="1"/>
              </a:ext>
            </a:extLst>
          </p:cNvPr>
          <p:cNvSpPr/>
          <p:nvPr/>
        </p:nvSpPr>
        <p:spPr>
          <a:xfrm>
            <a:off x="0" y="-1371600"/>
            <a:ext cx="9831388" cy="9629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For titles on the left with half page image, flush right.</a:t>
            </a:r>
          </a:p>
          <a:p>
            <a:endParaRPr lang="en-US" sz="2400">
              <a:solidFill>
                <a:schemeClr val="tx1"/>
              </a:solidFill>
              <a:latin typeface="Source Sans Pro" charset="0"/>
              <a:ea typeface="Source Sans Pro" charset="0"/>
              <a:cs typeface="Source Sans Pro" charset="0"/>
            </a:endParaRPr>
          </a:p>
        </p:txBody>
      </p:sp>
      <p:sp>
        <p:nvSpPr>
          <p:cNvPr id="8" name="Picture Placeholder 7">
            <a:extLst>
              <a:ext uri="{FF2B5EF4-FFF2-40B4-BE49-F238E27FC236}">
                <a16:creationId xmlns:a16="http://schemas.microsoft.com/office/drawing/2014/main" id="{CA68A181-0A51-6D43-AF6F-05F08AEFC47A}"/>
              </a:ext>
              <a:ext uri="{C183D7F6-B498-43B3-948B-1728B52AA6E4}">
                <adec:decorative xmlns:adec="http://schemas.microsoft.com/office/drawing/2017/decorative" val="1"/>
              </a:ext>
            </a:extLst>
          </p:cNvPr>
          <p:cNvSpPr>
            <a:spLocks noGrp="1"/>
          </p:cNvSpPr>
          <p:nvPr>
            <p:ph type="pic" sz="quarter" idx="19" hasCustomPrompt="1"/>
          </p:nvPr>
        </p:nvSpPr>
        <p:spPr>
          <a:xfrm>
            <a:off x="12193588" y="0"/>
            <a:ext cx="12193590" cy="13716000"/>
          </a:xfrm>
          <a:custGeom>
            <a:avLst/>
            <a:gdLst>
              <a:gd name="connsiteX0" fmla="*/ 0 w 12193589"/>
              <a:gd name="connsiteY0" fmla="*/ 0 h 13716000"/>
              <a:gd name="connsiteX1" fmla="*/ 12193589 w 12193589"/>
              <a:gd name="connsiteY1" fmla="*/ 0 h 13716000"/>
              <a:gd name="connsiteX2" fmla="*/ 12193589 w 12193589"/>
              <a:gd name="connsiteY2" fmla="*/ 13716000 h 13716000"/>
              <a:gd name="connsiteX3" fmla="*/ 0 w 12193589"/>
              <a:gd name="connsiteY3" fmla="*/ 13716000 h 13716000"/>
              <a:gd name="connsiteX4" fmla="*/ 0 w 12193589"/>
              <a:gd name="connsiteY4" fmla="*/ 11026124 h 13716000"/>
              <a:gd name="connsiteX5" fmla="*/ 176583 w 12193589"/>
              <a:gd name="connsiteY5" fmla="*/ 10887357 h 13716000"/>
              <a:gd name="connsiteX6" fmla="*/ 2096825 w 12193589"/>
              <a:gd name="connsiteY6" fmla="*/ 6815574 h 13716000"/>
              <a:gd name="connsiteX7" fmla="*/ 176583 w 12193589"/>
              <a:gd name="connsiteY7" fmla="*/ 2743788 h 13716000"/>
              <a:gd name="connsiteX8" fmla="*/ 0 w 12193589"/>
              <a:gd name="connsiteY8" fmla="*/ 260502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9" h="13716000">
                <a:moveTo>
                  <a:pt x="0" y="0"/>
                </a:moveTo>
                <a:lnTo>
                  <a:pt x="12193589" y="0"/>
                </a:lnTo>
                <a:lnTo>
                  <a:pt x="12193589" y="13716000"/>
                </a:lnTo>
                <a:lnTo>
                  <a:pt x="0" y="13716000"/>
                </a:lnTo>
                <a:lnTo>
                  <a:pt x="0" y="11026124"/>
                </a:lnTo>
                <a:lnTo>
                  <a:pt x="176583" y="10887357"/>
                </a:lnTo>
                <a:cubicBezTo>
                  <a:pt x="1349323" y="9919526"/>
                  <a:pt x="2096825" y="8454843"/>
                  <a:pt x="2096825" y="6815574"/>
                </a:cubicBezTo>
                <a:cubicBezTo>
                  <a:pt x="2096825" y="5176301"/>
                  <a:pt x="1349323" y="3711618"/>
                  <a:pt x="176583" y="2743788"/>
                </a:cubicBezTo>
                <a:lnTo>
                  <a:pt x="0" y="2605020"/>
                </a:lnTo>
                <a:close/>
              </a:path>
            </a:pathLst>
          </a:custGeom>
          <a:pattFill prst="wdUpDiag">
            <a:fgClr>
              <a:srgbClr val="FADFD8"/>
            </a:fgClr>
            <a:bgClr>
              <a:schemeClr val="bg1"/>
            </a:bgClr>
          </a:pattFill>
        </p:spPr>
        <p:txBody>
          <a:bodyPr wrap="square" lIns="2926080" anchor="ctr" anchorCtr="0">
            <a:noAutofit/>
          </a:bodyPr>
          <a:lstStyle>
            <a:lvl1pPr marL="0" marR="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lvl1pPr>
          </a:lstStyle>
          <a:p>
            <a:pPr marL="0" marR="0" lvl="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Drag and drop image here</a:t>
            </a:r>
          </a:p>
          <a:p>
            <a:endParaRPr lang="en-US"/>
          </a:p>
        </p:txBody>
      </p:sp>
      <p:sp>
        <p:nvSpPr>
          <p:cNvPr id="9" name="Freeform 8">
            <a:extLst>
              <a:ext uri="{FF2B5EF4-FFF2-40B4-BE49-F238E27FC236}">
                <a16:creationId xmlns:a16="http://schemas.microsoft.com/office/drawing/2014/main" id="{A62C5586-1FEF-3C4D-AB27-7203A38C8AB2}"/>
              </a:ext>
              <a:ext uri="{C183D7F6-B498-43B3-948B-1728B52AA6E4}">
                <adec:decorative xmlns:adec="http://schemas.microsoft.com/office/drawing/2017/decorative" val="1"/>
              </a:ext>
            </a:extLst>
          </p:cNvPr>
          <p:cNvSpPr/>
          <p:nvPr/>
        </p:nvSpPr>
        <p:spPr>
          <a:xfrm flipH="1">
            <a:off x="12193589"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1" name="Logo">
            <a:extLst>
              <a:ext uri="{FF2B5EF4-FFF2-40B4-BE49-F238E27FC236}">
                <a16:creationId xmlns:a16="http://schemas.microsoft.com/office/drawing/2014/main" id="{E5629F89-AE60-E84A-8D73-5AAD7AE6991A}"/>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5589" y="1524000"/>
            <a:ext cx="2182620" cy="552276"/>
          </a:xfrm>
          <a:prstGeom prst="rect">
            <a:avLst/>
          </a:prstGeom>
        </p:spPr>
      </p:pic>
    </p:spTree>
    <p:extLst>
      <p:ext uri="{BB962C8B-B14F-4D97-AF65-F5344CB8AC3E}">
        <p14:creationId xmlns:p14="http://schemas.microsoft.com/office/powerpoint/2010/main" val="32906764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amber_title and image 5">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39A4D01-BF7E-3044-8521-AA78172E012C}"/>
              </a:ext>
              <a:ext uri="{C183D7F6-B498-43B3-948B-1728B52AA6E4}">
                <adec:decorative xmlns:adec="http://schemas.microsoft.com/office/drawing/2017/decorative" val="1"/>
              </a:ext>
            </a:extLst>
          </p:cNvPr>
          <p:cNvSpPr/>
          <p:nvPr/>
        </p:nvSpPr>
        <p:spPr>
          <a:xfrm flipH="1">
            <a:off x="3740188" y="1538838"/>
            <a:ext cx="10553468" cy="10553468"/>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8" name="Title 1">
            <a:extLst>
              <a:ext uri="{FF2B5EF4-FFF2-40B4-BE49-F238E27FC236}">
                <a16:creationId xmlns:a16="http://schemas.microsoft.com/office/drawing/2014/main" id="{332E49E1-BE6D-9944-B340-8D44A94E6B40}"/>
              </a:ext>
            </a:extLst>
          </p:cNvPr>
          <p:cNvSpPr>
            <a:spLocks noGrp="1"/>
          </p:cNvSpPr>
          <p:nvPr>
            <p:ph type="title" hasCustomPrompt="1"/>
          </p:nvPr>
        </p:nvSpPr>
        <p:spPr>
          <a:xfrm>
            <a:off x="1495947" y="3124200"/>
            <a:ext cx="8866574" cy="3497008"/>
          </a:xfrm>
          <a:noFill/>
        </p:spPr>
        <p:txBody>
          <a:bodyPr vert="horz" lIns="0" tIns="45720" rIns="0" bIns="45720" rtlCol="0" anchor="b" anchorCtr="0">
            <a:noAutofit/>
          </a:bodyPr>
          <a:lstStyle>
            <a:lvl1pPr>
              <a:defRPr lang="en-US" sz="9598" b="0" i="0">
                <a:solidFill>
                  <a:schemeClr val="accent2"/>
                </a:solidFill>
                <a:ea typeface="+mn-ea"/>
                <a:cs typeface="+mn-cs"/>
              </a:defRPr>
            </a:lvl1pPr>
          </a:lstStyle>
          <a:p>
            <a:pPr marL="0" lvl="0" indent="0">
              <a:spcBef>
                <a:spcPts val="2000"/>
              </a:spcBef>
              <a:buFont typeface="Arial" panose="020B0604020202020204" pitchFamily="34" charset="0"/>
            </a:pPr>
            <a:r>
              <a:rPr lang="en-US"/>
              <a:t>Enter slide title here in two lines</a:t>
            </a:r>
          </a:p>
        </p:txBody>
      </p:sp>
      <p:sp>
        <p:nvSpPr>
          <p:cNvPr id="15" name="Freeform 14">
            <a:extLst>
              <a:ext uri="{FF2B5EF4-FFF2-40B4-BE49-F238E27FC236}">
                <a16:creationId xmlns:a16="http://schemas.microsoft.com/office/drawing/2014/main" id="{A96CF555-8D95-FD41-8314-6D681A948E2E}"/>
              </a:ext>
              <a:ext uri="{C183D7F6-B498-43B3-948B-1728B52AA6E4}">
                <adec:decorative xmlns:adec="http://schemas.microsoft.com/office/drawing/2017/decorative" val="1"/>
              </a:ext>
            </a:extLst>
          </p:cNvPr>
          <p:cNvSpPr/>
          <p:nvPr/>
        </p:nvSpPr>
        <p:spPr>
          <a:xfrm flipH="1">
            <a:off x="12193589"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17">
            <a:extLst>
              <a:ext uri="{FF2B5EF4-FFF2-40B4-BE49-F238E27FC236}">
                <a16:creationId xmlns:a16="http://schemas.microsoft.com/office/drawing/2014/main" id="{B7BAE53F-3006-FD46-960B-49F0CBA2AF27}"/>
              </a:ext>
            </a:extLst>
          </p:cNvPr>
          <p:cNvSpPr>
            <a:spLocks noGrp="1"/>
          </p:cNvSpPr>
          <p:nvPr>
            <p:ph type="body" sz="quarter" idx="17" hasCustomPrompt="1"/>
          </p:nvPr>
        </p:nvSpPr>
        <p:spPr>
          <a:xfrm>
            <a:off x="1496625" y="6858000"/>
            <a:ext cx="8866574" cy="2620700"/>
          </a:xfrm>
        </p:spPr>
        <p:txBody>
          <a:bodyPr>
            <a:normAutofit/>
          </a:bodyPr>
          <a:lstStyle>
            <a:lvl1pPr marL="0" indent="0">
              <a:lnSpc>
                <a:spcPts val="6478"/>
              </a:lnSpc>
              <a:buFontTx/>
              <a:buNone/>
              <a:defRPr sz="5398" baseline="0">
                <a:solidFill>
                  <a:schemeClr val="accent6"/>
                </a:solidFill>
              </a:defRPr>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or descriptor here, in no more than 2 lines</a:t>
            </a:r>
          </a:p>
        </p:txBody>
      </p:sp>
      <p:sp>
        <p:nvSpPr>
          <p:cNvPr id="10" name="Picture Placeholder 7">
            <a:extLst>
              <a:ext uri="{FF2B5EF4-FFF2-40B4-BE49-F238E27FC236}">
                <a16:creationId xmlns:a16="http://schemas.microsoft.com/office/drawing/2014/main" id="{004F4C62-2A32-354F-AD6C-F1A8116868AA}"/>
              </a:ext>
              <a:ext uri="{C183D7F6-B498-43B3-948B-1728B52AA6E4}">
                <adec:decorative xmlns:adec="http://schemas.microsoft.com/office/drawing/2017/decorative" val="1"/>
              </a:ext>
            </a:extLst>
          </p:cNvPr>
          <p:cNvSpPr>
            <a:spLocks noGrp="1"/>
          </p:cNvSpPr>
          <p:nvPr>
            <p:ph type="pic" sz="quarter" idx="19" hasCustomPrompt="1"/>
          </p:nvPr>
        </p:nvSpPr>
        <p:spPr>
          <a:xfrm>
            <a:off x="12193588" y="0"/>
            <a:ext cx="12193590" cy="13716000"/>
          </a:xfrm>
          <a:custGeom>
            <a:avLst/>
            <a:gdLst>
              <a:gd name="connsiteX0" fmla="*/ 0 w 12193589"/>
              <a:gd name="connsiteY0" fmla="*/ 0 h 13716000"/>
              <a:gd name="connsiteX1" fmla="*/ 12193589 w 12193589"/>
              <a:gd name="connsiteY1" fmla="*/ 0 h 13716000"/>
              <a:gd name="connsiteX2" fmla="*/ 12193589 w 12193589"/>
              <a:gd name="connsiteY2" fmla="*/ 13716000 h 13716000"/>
              <a:gd name="connsiteX3" fmla="*/ 0 w 12193589"/>
              <a:gd name="connsiteY3" fmla="*/ 13716000 h 13716000"/>
              <a:gd name="connsiteX4" fmla="*/ 0 w 12193589"/>
              <a:gd name="connsiteY4" fmla="*/ 11026124 h 13716000"/>
              <a:gd name="connsiteX5" fmla="*/ 176583 w 12193589"/>
              <a:gd name="connsiteY5" fmla="*/ 10887357 h 13716000"/>
              <a:gd name="connsiteX6" fmla="*/ 2096825 w 12193589"/>
              <a:gd name="connsiteY6" fmla="*/ 6815574 h 13716000"/>
              <a:gd name="connsiteX7" fmla="*/ 176583 w 12193589"/>
              <a:gd name="connsiteY7" fmla="*/ 2743788 h 13716000"/>
              <a:gd name="connsiteX8" fmla="*/ 0 w 12193589"/>
              <a:gd name="connsiteY8" fmla="*/ 260502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9" h="13716000">
                <a:moveTo>
                  <a:pt x="0" y="0"/>
                </a:moveTo>
                <a:lnTo>
                  <a:pt x="12193589" y="0"/>
                </a:lnTo>
                <a:lnTo>
                  <a:pt x="12193589" y="13716000"/>
                </a:lnTo>
                <a:lnTo>
                  <a:pt x="0" y="13716000"/>
                </a:lnTo>
                <a:lnTo>
                  <a:pt x="0" y="11026124"/>
                </a:lnTo>
                <a:lnTo>
                  <a:pt x="176583" y="10887357"/>
                </a:lnTo>
                <a:cubicBezTo>
                  <a:pt x="1349323" y="9919526"/>
                  <a:pt x="2096825" y="8454843"/>
                  <a:pt x="2096825" y="6815574"/>
                </a:cubicBezTo>
                <a:cubicBezTo>
                  <a:pt x="2096825" y="5176301"/>
                  <a:pt x="1349323" y="3711618"/>
                  <a:pt x="176583" y="2743788"/>
                </a:cubicBezTo>
                <a:lnTo>
                  <a:pt x="0" y="2605020"/>
                </a:lnTo>
                <a:close/>
              </a:path>
            </a:pathLst>
          </a:custGeom>
          <a:pattFill prst="wdUpDiag">
            <a:fgClr>
              <a:srgbClr val="FADFD8"/>
            </a:fgClr>
            <a:bgClr>
              <a:schemeClr val="bg1"/>
            </a:bgClr>
          </a:pattFill>
        </p:spPr>
        <p:txBody>
          <a:bodyPr wrap="square" lIns="2926080" anchor="ctr" anchorCtr="0">
            <a:noAutofit/>
          </a:bodyPr>
          <a:lstStyle>
            <a:lvl1pPr marL="0" marR="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lvl1pPr>
          </a:lstStyle>
          <a:p>
            <a:pPr marL="0" marR="0" lvl="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Drag and drop image here</a:t>
            </a:r>
          </a:p>
          <a:p>
            <a:endParaRPr lang="en-US"/>
          </a:p>
        </p:txBody>
      </p:sp>
      <p:sp>
        <p:nvSpPr>
          <p:cNvPr id="12" name="Folded Corner 11">
            <a:extLst>
              <a:ext uri="{FF2B5EF4-FFF2-40B4-BE49-F238E27FC236}">
                <a16:creationId xmlns:a16="http://schemas.microsoft.com/office/drawing/2014/main" id="{39FE23DF-DE78-504C-A68B-D9EA8119938D}"/>
              </a:ext>
              <a:ext uri="{C183D7F6-B498-43B3-948B-1728B52AA6E4}">
                <adec:decorative xmlns:adec="http://schemas.microsoft.com/office/drawing/2017/decorative" val="1"/>
              </a:ext>
            </a:extLst>
          </p:cNvPr>
          <p:cNvSpPr/>
          <p:nvPr/>
        </p:nvSpPr>
        <p:spPr>
          <a:xfrm>
            <a:off x="0" y="-1371600"/>
            <a:ext cx="9831388" cy="9629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For titles on the left with half page image, flush right.</a:t>
            </a:r>
          </a:p>
          <a:p>
            <a:endParaRPr lang="en-US" sz="2400">
              <a:solidFill>
                <a:schemeClr val="tx1"/>
              </a:solidFill>
              <a:latin typeface="Source Sans Pro" charset="0"/>
              <a:ea typeface="Source Sans Pro" charset="0"/>
              <a:cs typeface="Source Sans Pro" charset="0"/>
            </a:endParaRPr>
          </a:p>
        </p:txBody>
      </p:sp>
      <p:pic>
        <p:nvPicPr>
          <p:cNvPr id="13" name="Logo">
            <a:extLst>
              <a:ext uri="{FF2B5EF4-FFF2-40B4-BE49-F238E27FC236}">
                <a16:creationId xmlns:a16="http://schemas.microsoft.com/office/drawing/2014/main" id="{06AD62E3-63F9-7148-8B8B-2B265392B03B}"/>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5589" y="1524000"/>
            <a:ext cx="2182620" cy="552276"/>
          </a:xfrm>
          <a:prstGeom prst="rect">
            <a:avLst/>
          </a:prstGeom>
        </p:spPr>
      </p:pic>
    </p:spTree>
    <p:extLst>
      <p:ext uri="{BB962C8B-B14F-4D97-AF65-F5344CB8AC3E}">
        <p14:creationId xmlns:p14="http://schemas.microsoft.com/office/powerpoint/2010/main" val="28620003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ed_title and image 5">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1FB05332-26F0-1B41-A2F5-7952E711107A}"/>
              </a:ext>
              <a:ext uri="{C183D7F6-B498-43B3-948B-1728B52AA6E4}">
                <adec:decorative xmlns:adec="http://schemas.microsoft.com/office/drawing/2017/decorative" val="1"/>
              </a:ext>
            </a:extLst>
          </p:cNvPr>
          <p:cNvSpPr/>
          <p:nvPr/>
        </p:nvSpPr>
        <p:spPr>
          <a:xfrm flipH="1">
            <a:off x="3718019" y="1538838"/>
            <a:ext cx="10553468" cy="1055346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CE2BA"/>
              </a:solidFill>
            </a:endParaRPr>
          </a:p>
        </p:txBody>
      </p:sp>
      <p:sp>
        <p:nvSpPr>
          <p:cNvPr id="12" name="Title 1">
            <a:extLst>
              <a:ext uri="{FF2B5EF4-FFF2-40B4-BE49-F238E27FC236}">
                <a16:creationId xmlns:a16="http://schemas.microsoft.com/office/drawing/2014/main" id="{447FA71C-1875-3444-B2F6-EAACED3F396C}"/>
              </a:ext>
            </a:extLst>
          </p:cNvPr>
          <p:cNvSpPr>
            <a:spLocks noGrp="1"/>
          </p:cNvSpPr>
          <p:nvPr>
            <p:ph type="title" hasCustomPrompt="1"/>
          </p:nvPr>
        </p:nvSpPr>
        <p:spPr>
          <a:xfrm>
            <a:off x="1495947" y="3124200"/>
            <a:ext cx="8866574" cy="3497008"/>
          </a:xfrm>
          <a:noFill/>
        </p:spPr>
        <p:txBody>
          <a:bodyPr vert="horz" lIns="0" tIns="45720" rIns="0" bIns="45720" rtlCol="0" anchor="b" anchorCtr="0">
            <a:noAutofit/>
          </a:bodyPr>
          <a:lstStyle>
            <a:lvl1pPr>
              <a:defRPr lang="en-US" sz="9598" b="0" i="0">
                <a:solidFill>
                  <a:schemeClr val="tx2"/>
                </a:solidFill>
                <a:ea typeface="+mn-ea"/>
                <a:cs typeface="+mn-cs"/>
              </a:defRPr>
            </a:lvl1pPr>
          </a:lstStyle>
          <a:p>
            <a:pPr marL="0" lvl="0" indent="0">
              <a:spcBef>
                <a:spcPts val="2000"/>
              </a:spcBef>
              <a:buFont typeface="Arial" panose="020B0604020202020204" pitchFamily="34" charset="0"/>
            </a:pPr>
            <a:r>
              <a:rPr lang="en-US"/>
              <a:t>Enter slide title here in two lines</a:t>
            </a:r>
          </a:p>
        </p:txBody>
      </p:sp>
      <p:sp>
        <p:nvSpPr>
          <p:cNvPr id="13" name="Text Placeholder 17">
            <a:extLst>
              <a:ext uri="{FF2B5EF4-FFF2-40B4-BE49-F238E27FC236}">
                <a16:creationId xmlns:a16="http://schemas.microsoft.com/office/drawing/2014/main" id="{3771B648-5805-3344-BA06-1369626BAEE0}"/>
              </a:ext>
            </a:extLst>
          </p:cNvPr>
          <p:cNvSpPr>
            <a:spLocks noGrp="1"/>
          </p:cNvSpPr>
          <p:nvPr>
            <p:ph type="body" sz="quarter" idx="17" hasCustomPrompt="1"/>
          </p:nvPr>
        </p:nvSpPr>
        <p:spPr>
          <a:xfrm>
            <a:off x="1496625" y="6858000"/>
            <a:ext cx="8866574" cy="2620700"/>
          </a:xfrm>
        </p:spPr>
        <p:txBody>
          <a:bodyPr>
            <a:normAutofit/>
          </a:bodyPr>
          <a:lstStyle>
            <a:lvl1pPr marL="0" indent="0">
              <a:lnSpc>
                <a:spcPts val="6478"/>
              </a:lnSpc>
              <a:buFontTx/>
              <a:buNone/>
              <a:defRPr sz="5398" baseline="0"/>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or descriptor here, in no more than 2 lines</a:t>
            </a:r>
          </a:p>
        </p:txBody>
      </p:sp>
      <p:sp>
        <p:nvSpPr>
          <p:cNvPr id="9" name="Freeform 8">
            <a:extLst>
              <a:ext uri="{FF2B5EF4-FFF2-40B4-BE49-F238E27FC236}">
                <a16:creationId xmlns:a16="http://schemas.microsoft.com/office/drawing/2014/main" id="{8BAA9D10-7CFD-D940-BD59-BB9C6D24E73F}"/>
              </a:ext>
              <a:ext uri="{C183D7F6-B498-43B3-948B-1728B52AA6E4}">
                <adec:decorative xmlns:adec="http://schemas.microsoft.com/office/drawing/2017/decorative" val="1"/>
              </a:ext>
            </a:extLst>
          </p:cNvPr>
          <p:cNvSpPr/>
          <p:nvPr/>
        </p:nvSpPr>
        <p:spPr>
          <a:xfrm flipH="1">
            <a:off x="12196964"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Picture Placeholder 7">
            <a:extLst>
              <a:ext uri="{FF2B5EF4-FFF2-40B4-BE49-F238E27FC236}">
                <a16:creationId xmlns:a16="http://schemas.microsoft.com/office/drawing/2014/main" id="{B1935EF1-FB0B-654C-845E-45CF9A07CEF1}"/>
              </a:ext>
              <a:ext uri="{C183D7F6-B498-43B3-948B-1728B52AA6E4}">
                <adec:decorative xmlns:adec="http://schemas.microsoft.com/office/drawing/2017/decorative" val="1"/>
              </a:ext>
            </a:extLst>
          </p:cNvPr>
          <p:cNvSpPr>
            <a:spLocks noGrp="1"/>
          </p:cNvSpPr>
          <p:nvPr>
            <p:ph type="pic" sz="quarter" idx="19" hasCustomPrompt="1"/>
          </p:nvPr>
        </p:nvSpPr>
        <p:spPr>
          <a:xfrm>
            <a:off x="12193588" y="0"/>
            <a:ext cx="12193590" cy="13716000"/>
          </a:xfrm>
          <a:custGeom>
            <a:avLst/>
            <a:gdLst>
              <a:gd name="connsiteX0" fmla="*/ 0 w 12193589"/>
              <a:gd name="connsiteY0" fmla="*/ 0 h 13716000"/>
              <a:gd name="connsiteX1" fmla="*/ 12193589 w 12193589"/>
              <a:gd name="connsiteY1" fmla="*/ 0 h 13716000"/>
              <a:gd name="connsiteX2" fmla="*/ 12193589 w 12193589"/>
              <a:gd name="connsiteY2" fmla="*/ 13716000 h 13716000"/>
              <a:gd name="connsiteX3" fmla="*/ 0 w 12193589"/>
              <a:gd name="connsiteY3" fmla="*/ 13716000 h 13716000"/>
              <a:gd name="connsiteX4" fmla="*/ 0 w 12193589"/>
              <a:gd name="connsiteY4" fmla="*/ 11026124 h 13716000"/>
              <a:gd name="connsiteX5" fmla="*/ 176583 w 12193589"/>
              <a:gd name="connsiteY5" fmla="*/ 10887357 h 13716000"/>
              <a:gd name="connsiteX6" fmla="*/ 2096825 w 12193589"/>
              <a:gd name="connsiteY6" fmla="*/ 6815574 h 13716000"/>
              <a:gd name="connsiteX7" fmla="*/ 176583 w 12193589"/>
              <a:gd name="connsiteY7" fmla="*/ 2743788 h 13716000"/>
              <a:gd name="connsiteX8" fmla="*/ 0 w 12193589"/>
              <a:gd name="connsiteY8" fmla="*/ 260502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9" h="13716000">
                <a:moveTo>
                  <a:pt x="0" y="0"/>
                </a:moveTo>
                <a:lnTo>
                  <a:pt x="12193589" y="0"/>
                </a:lnTo>
                <a:lnTo>
                  <a:pt x="12193589" y="13716000"/>
                </a:lnTo>
                <a:lnTo>
                  <a:pt x="0" y="13716000"/>
                </a:lnTo>
                <a:lnTo>
                  <a:pt x="0" y="11026124"/>
                </a:lnTo>
                <a:lnTo>
                  <a:pt x="176583" y="10887357"/>
                </a:lnTo>
                <a:cubicBezTo>
                  <a:pt x="1349323" y="9919526"/>
                  <a:pt x="2096825" y="8454843"/>
                  <a:pt x="2096825" y="6815574"/>
                </a:cubicBezTo>
                <a:cubicBezTo>
                  <a:pt x="2096825" y="5176301"/>
                  <a:pt x="1349323" y="3711618"/>
                  <a:pt x="176583" y="2743788"/>
                </a:cubicBezTo>
                <a:lnTo>
                  <a:pt x="0" y="2605020"/>
                </a:lnTo>
                <a:close/>
              </a:path>
            </a:pathLst>
          </a:custGeom>
          <a:pattFill prst="wdUpDiag">
            <a:fgClr>
              <a:srgbClr val="FADFD8"/>
            </a:fgClr>
            <a:bgClr>
              <a:schemeClr val="bg1"/>
            </a:bgClr>
          </a:pattFill>
        </p:spPr>
        <p:txBody>
          <a:bodyPr wrap="square" lIns="2926080" anchor="ctr" anchorCtr="0">
            <a:noAutofit/>
          </a:bodyPr>
          <a:lstStyle>
            <a:lvl1pPr marL="0" marR="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lvl1pPr>
          </a:lstStyle>
          <a:p>
            <a:pPr marL="0" marR="0" lvl="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Drag and drop image here</a:t>
            </a:r>
          </a:p>
          <a:p>
            <a:endParaRPr lang="en-US"/>
          </a:p>
        </p:txBody>
      </p:sp>
      <p:sp>
        <p:nvSpPr>
          <p:cNvPr id="11" name="Freeform 10">
            <a:extLst>
              <a:ext uri="{FF2B5EF4-FFF2-40B4-BE49-F238E27FC236}">
                <a16:creationId xmlns:a16="http://schemas.microsoft.com/office/drawing/2014/main" id="{D04AA9F1-122C-E142-87E6-BB36FBE527CA}"/>
              </a:ext>
              <a:ext uri="{C183D7F6-B498-43B3-948B-1728B52AA6E4}">
                <adec:decorative xmlns:adec="http://schemas.microsoft.com/office/drawing/2017/decorative" val="1"/>
              </a:ext>
            </a:extLst>
          </p:cNvPr>
          <p:cNvSpPr/>
          <p:nvPr/>
        </p:nvSpPr>
        <p:spPr>
          <a:xfrm flipH="1">
            <a:off x="12193589"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Folded Corner 13">
            <a:extLst>
              <a:ext uri="{FF2B5EF4-FFF2-40B4-BE49-F238E27FC236}">
                <a16:creationId xmlns:a16="http://schemas.microsoft.com/office/drawing/2014/main" id="{ADB2DCB9-19BF-6D4A-954B-E73C7DF7CCCF}"/>
              </a:ext>
              <a:ext uri="{C183D7F6-B498-43B3-948B-1728B52AA6E4}">
                <adec:decorative xmlns:adec="http://schemas.microsoft.com/office/drawing/2017/decorative" val="1"/>
              </a:ext>
            </a:extLst>
          </p:cNvPr>
          <p:cNvSpPr/>
          <p:nvPr/>
        </p:nvSpPr>
        <p:spPr>
          <a:xfrm>
            <a:off x="0" y="-1371600"/>
            <a:ext cx="9831388" cy="9629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For titles on the left with half page image, flush right.</a:t>
            </a:r>
          </a:p>
          <a:p>
            <a:endParaRPr lang="en-US" sz="2400">
              <a:solidFill>
                <a:schemeClr val="tx1"/>
              </a:solidFill>
              <a:latin typeface="Source Sans Pro" charset="0"/>
              <a:ea typeface="Source Sans Pro" charset="0"/>
              <a:cs typeface="Source Sans Pro" charset="0"/>
            </a:endParaRPr>
          </a:p>
        </p:txBody>
      </p:sp>
      <p:pic>
        <p:nvPicPr>
          <p:cNvPr id="16" name="Logo">
            <a:extLst>
              <a:ext uri="{FF2B5EF4-FFF2-40B4-BE49-F238E27FC236}">
                <a16:creationId xmlns:a16="http://schemas.microsoft.com/office/drawing/2014/main" id="{D964A6DD-96BD-A643-A230-04E0D200E83E}"/>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5589" y="1524000"/>
            <a:ext cx="2182620" cy="552276"/>
          </a:xfrm>
          <a:prstGeom prst="rect">
            <a:avLst/>
          </a:prstGeom>
        </p:spPr>
      </p:pic>
    </p:spTree>
    <p:extLst>
      <p:ext uri="{BB962C8B-B14F-4D97-AF65-F5344CB8AC3E}">
        <p14:creationId xmlns:p14="http://schemas.microsoft.com/office/powerpoint/2010/main" val="7233662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lue_title and image 5">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838FE91-D9AE-8C41-85F2-32E639FFE230}"/>
              </a:ext>
              <a:ext uri="{C183D7F6-B498-43B3-948B-1728B52AA6E4}">
                <adec:decorative xmlns:adec="http://schemas.microsoft.com/office/drawing/2017/decorative" val="1"/>
              </a:ext>
            </a:extLst>
          </p:cNvPr>
          <p:cNvSpPr/>
          <p:nvPr/>
        </p:nvSpPr>
        <p:spPr>
          <a:xfrm flipH="1">
            <a:off x="3718019" y="1538838"/>
            <a:ext cx="10553468" cy="10553468"/>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Title 1">
            <a:extLst>
              <a:ext uri="{FF2B5EF4-FFF2-40B4-BE49-F238E27FC236}">
                <a16:creationId xmlns:a16="http://schemas.microsoft.com/office/drawing/2014/main" id="{356E794B-F769-8D4D-92F3-E7FD0C3FC1D5}"/>
              </a:ext>
            </a:extLst>
          </p:cNvPr>
          <p:cNvSpPr>
            <a:spLocks noGrp="1"/>
          </p:cNvSpPr>
          <p:nvPr>
            <p:ph type="title" hasCustomPrompt="1"/>
          </p:nvPr>
        </p:nvSpPr>
        <p:spPr>
          <a:xfrm>
            <a:off x="1495947" y="3124200"/>
            <a:ext cx="8866574" cy="3497008"/>
          </a:xfrm>
          <a:noFill/>
        </p:spPr>
        <p:txBody>
          <a:bodyPr vert="horz" lIns="0" tIns="45720" rIns="0" bIns="45720" rtlCol="0" anchor="b" anchorCtr="0">
            <a:noAutofit/>
          </a:bodyPr>
          <a:lstStyle>
            <a:lvl1pPr>
              <a:defRPr lang="en-US" sz="9598" b="0" i="0">
                <a:solidFill>
                  <a:schemeClr val="bg2"/>
                </a:solidFill>
                <a:ea typeface="+mn-ea"/>
                <a:cs typeface="+mn-cs"/>
              </a:defRPr>
            </a:lvl1pPr>
          </a:lstStyle>
          <a:p>
            <a:pPr marL="0" lvl="0" indent="0">
              <a:spcBef>
                <a:spcPts val="2000"/>
              </a:spcBef>
              <a:buFont typeface="Arial" panose="020B0604020202020204" pitchFamily="34" charset="0"/>
            </a:pPr>
            <a:r>
              <a:rPr lang="en-US"/>
              <a:t>Enter slide title here in two lines</a:t>
            </a:r>
          </a:p>
        </p:txBody>
      </p:sp>
      <p:sp>
        <p:nvSpPr>
          <p:cNvPr id="14" name="Text Placeholder 17">
            <a:extLst>
              <a:ext uri="{FF2B5EF4-FFF2-40B4-BE49-F238E27FC236}">
                <a16:creationId xmlns:a16="http://schemas.microsoft.com/office/drawing/2014/main" id="{DE19D150-0DCA-EE49-A123-0B9C6393B97B}"/>
              </a:ext>
            </a:extLst>
          </p:cNvPr>
          <p:cNvSpPr>
            <a:spLocks noGrp="1"/>
          </p:cNvSpPr>
          <p:nvPr>
            <p:ph type="body" sz="quarter" idx="17" hasCustomPrompt="1"/>
          </p:nvPr>
        </p:nvSpPr>
        <p:spPr>
          <a:xfrm>
            <a:off x="1496625" y="6858000"/>
            <a:ext cx="8866574" cy="2620700"/>
          </a:xfrm>
        </p:spPr>
        <p:txBody>
          <a:bodyPr>
            <a:normAutofit/>
          </a:bodyPr>
          <a:lstStyle>
            <a:lvl1pPr marL="0" indent="0">
              <a:lnSpc>
                <a:spcPts val="6478"/>
              </a:lnSpc>
              <a:buFontTx/>
              <a:buNone/>
              <a:defRPr sz="5398" baseline="0"/>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or descriptor here, in no more than 2 lines</a:t>
            </a:r>
          </a:p>
        </p:txBody>
      </p:sp>
      <p:sp>
        <p:nvSpPr>
          <p:cNvPr id="11" name="Freeform 10">
            <a:extLst>
              <a:ext uri="{FF2B5EF4-FFF2-40B4-BE49-F238E27FC236}">
                <a16:creationId xmlns:a16="http://schemas.microsoft.com/office/drawing/2014/main" id="{12864CCF-1E59-7145-A0FB-9B2784BE1F78}"/>
              </a:ext>
              <a:ext uri="{C183D7F6-B498-43B3-948B-1728B52AA6E4}">
                <adec:decorative xmlns:adec="http://schemas.microsoft.com/office/drawing/2017/decorative" val="1"/>
              </a:ext>
            </a:extLst>
          </p:cNvPr>
          <p:cNvSpPr/>
          <p:nvPr/>
        </p:nvSpPr>
        <p:spPr>
          <a:xfrm flipH="1">
            <a:off x="12193589"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Picture Placeholder 7">
            <a:extLst>
              <a:ext uri="{FF2B5EF4-FFF2-40B4-BE49-F238E27FC236}">
                <a16:creationId xmlns:a16="http://schemas.microsoft.com/office/drawing/2014/main" id="{D08D59C3-A364-D449-BEBF-B267845BE0D9}"/>
              </a:ext>
              <a:ext uri="{C183D7F6-B498-43B3-948B-1728B52AA6E4}">
                <adec:decorative xmlns:adec="http://schemas.microsoft.com/office/drawing/2017/decorative" val="1"/>
              </a:ext>
            </a:extLst>
          </p:cNvPr>
          <p:cNvSpPr>
            <a:spLocks noGrp="1"/>
          </p:cNvSpPr>
          <p:nvPr>
            <p:ph type="pic" sz="quarter" idx="19" hasCustomPrompt="1"/>
          </p:nvPr>
        </p:nvSpPr>
        <p:spPr>
          <a:xfrm>
            <a:off x="12193588" y="0"/>
            <a:ext cx="12193590" cy="13716000"/>
          </a:xfrm>
          <a:custGeom>
            <a:avLst/>
            <a:gdLst>
              <a:gd name="connsiteX0" fmla="*/ 0 w 12193589"/>
              <a:gd name="connsiteY0" fmla="*/ 0 h 13716000"/>
              <a:gd name="connsiteX1" fmla="*/ 12193589 w 12193589"/>
              <a:gd name="connsiteY1" fmla="*/ 0 h 13716000"/>
              <a:gd name="connsiteX2" fmla="*/ 12193589 w 12193589"/>
              <a:gd name="connsiteY2" fmla="*/ 13716000 h 13716000"/>
              <a:gd name="connsiteX3" fmla="*/ 0 w 12193589"/>
              <a:gd name="connsiteY3" fmla="*/ 13716000 h 13716000"/>
              <a:gd name="connsiteX4" fmla="*/ 0 w 12193589"/>
              <a:gd name="connsiteY4" fmla="*/ 11026124 h 13716000"/>
              <a:gd name="connsiteX5" fmla="*/ 176583 w 12193589"/>
              <a:gd name="connsiteY5" fmla="*/ 10887357 h 13716000"/>
              <a:gd name="connsiteX6" fmla="*/ 2096825 w 12193589"/>
              <a:gd name="connsiteY6" fmla="*/ 6815574 h 13716000"/>
              <a:gd name="connsiteX7" fmla="*/ 176583 w 12193589"/>
              <a:gd name="connsiteY7" fmla="*/ 2743788 h 13716000"/>
              <a:gd name="connsiteX8" fmla="*/ 0 w 12193589"/>
              <a:gd name="connsiteY8" fmla="*/ 260502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9" h="13716000">
                <a:moveTo>
                  <a:pt x="0" y="0"/>
                </a:moveTo>
                <a:lnTo>
                  <a:pt x="12193589" y="0"/>
                </a:lnTo>
                <a:lnTo>
                  <a:pt x="12193589" y="13716000"/>
                </a:lnTo>
                <a:lnTo>
                  <a:pt x="0" y="13716000"/>
                </a:lnTo>
                <a:lnTo>
                  <a:pt x="0" y="11026124"/>
                </a:lnTo>
                <a:lnTo>
                  <a:pt x="176583" y="10887357"/>
                </a:lnTo>
                <a:cubicBezTo>
                  <a:pt x="1349323" y="9919526"/>
                  <a:pt x="2096825" y="8454843"/>
                  <a:pt x="2096825" y="6815574"/>
                </a:cubicBezTo>
                <a:cubicBezTo>
                  <a:pt x="2096825" y="5176301"/>
                  <a:pt x="1349323" y="3711618"/>
                  <a:pt x="176583" y="2743788"/>
                </a:cubicBezTo>
                <a:lnTo>
                  <a:pt x="0" y="2605020"/>
                </a:lnTo>
                <a:close/>
              </a:path>
            </a:pathLst>
          </a:custGeom>
          <a:pattFill prst="wdUpDiag">
            <a:fgClr>
              <a:srgbClr val="FADFD8"/>
            </a:fgClr>
            <a:bgClr>
              <a:schemeClr val="bg1"/>
            </a:bgClr>
          </a:pattFill>
        </p:spPr>
        <p:txBody>
          <a:bodyPr wrap="square" lIns="2926080" anchor="ctr" anchorCtr="0">
            <a:noAutofit/>
          </a:bodyPr>
          <a:lstStyle>
            <a:lvl1pPr marL="0" marR="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lvl1pPr>
          </a:lstStyle>
          <a:p>
            <a:pPr marL="0" marR="0" lvl="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Drag and drop image here</a:t>
            </a:r>
          </a:p>
          <a:p>
            <a:endParaRPr lang="en-US"/>
          </a:p>
        </p:txBody>
      </p:sp>
      <p:pic>
        <p:nvPicPr>
          <p:cNvPr id="9" name="Logo">
            <a:extLst>
              <a:ext uri="{FF2B5EF4-FFF2-40B4-BE49-F238E27FC236}">
                <a16:creationId xmlns:a16="http://schemas.microsoft.com/office/drawing/2014/main" id="{B97486E5-BEA5-6943-8C79-9D37DC5FB75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5589" y="1524000"/>
            <a:ext cx="2182620" cy="552276"/>
          </a:xfrm>
          <a:prstGeom prst="rect">
            <a:avLst/>
          </a:prstGeom>
        </p:spPr>
      </p:pic>
      <p:sp>
        <p:nvSpPr>
          <p:cNvPr id="10" name="Folded Corner 9">
            <a:extLst>
              <a:ext uri="{FF2B5EF4-FFF2-40B4-BE49-F238E27FC236}">
                <a16:creationId xmlns:a16="http://schemas.microsoft.com/office/drawing/2014/main" id="{5E4CA760-2E68-0943-96C7-955107EED2EA}"/>
              </a:ext>
              <a:ext uri="{C183D7F6-B498-43B3-948B-1728B52AA6E4}">
                <adec:decorative xmlns:adec="http://schemas.microsoft.com/office/drawing/2017/decorative" val="1"/>
              </a:ext>
            </a:extLst>
          </p:cNvPr>
          <p:cNvSpPr/>
          <p:nvPr/>
        </p:nvSpPr>
        <p:spPr>
          <a:xfrm>
            <a:off x="0" y="-1371600"/>
            <a:ext cx="9831388" cy="9629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For titles on the left with half page image, flush right.</a:t>
            </a: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0891119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arkamber_title and image 5">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AFE13941-A239-C149-ABCC-BF410065C0E8}"/>
              </a:ext>
              <a:ext uri="{C183D7F6-B498-43B3-948B-1728B52AA6E4}">
                <adec:decorative xmlns:adec="http://schemas.microsoft.com/office/drawing/2017/decorative" val="1"/>
              </a:ext>
            </a:extLst>
          </p:cNvPr>
          <p:cNvSpPr/>
          <p:nvPr/>
        </p:nvSpPr>
        <p:spPr>
          <a:xfrm flipH="1">
            <a:off x="3718019" y="1538838"/>
            <a:ext cx="10553468" cy="10553468"/>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Title 1">
            <a:extLst>
              <a:ext uri="{FF2B5EF4-FFF2-40B4-BE49-F238E27FC236}">
                <a16:creationId xmlns:a16="http://schemas.microsoft.com/office/drawing/2014/main" id="{FFB66CC9-422C-0648-A8A3-7AE27C8E73EC}"/>
              </a:ext>
            </a:extLst>
          </p:cNvPr>
          <p:cNvSpPr>
            <a:spLocks noGrp="1"/>
          </p:cNvSpPr>
          <p:nvPr>
            <p:ph type="title" hasCustomPrompt="1"/>
          </p:nvPr>
        </p:nvSpPr>
        <p:spPr>
          <a:xfrm>
            <a:off x="1495947" y="3124200"/>
            <a:ext cx="8866574" cy="3497008"/>
          </a:xfrm>
          <a:noFill/>
        </p:spPr>
        <p:txBody>
          <a:bodyPr vert="horz" lIns="0" tIns="45720" rIns="0" bIns="45720" rtlCol="0" anchor="b" anchorCtr="0">
            <a:noAutofit/>
          </a:bodyPr>
          <a:lstStyle>
            <a:lvl1pPr>
              <a:defRPr lang="en-US" sz="9598" b="0" i="0">
                <a:solidFill>
                  <a:schemeClr val="accent2"/>
                </a:solidFill>
                <a:ea typeface="+mn-ea"/>
                <a:cs typeface="+mn-cs"/>
              </a:defRPr>
            </a:lvl1pPr>
          </a:lstStyle>
          <a:p>
            <a:pPr marL="0" lvl="0" indent="0">
              <a:spcBef>
                <a:spcPts val="2000"/>
              </a:spcBef>
              <a:buFont typeface="Arial" panose="020B0604020202020204" pitchFamily="34" charset="0"/>
            </a:pPr>
            <a:r>
              <a:rPr lang="en-US"/>
              <a:t>Enter slide title here in two lines</a:t>
            </a:r>
          </a:p>
        </p:txBody>
      </p:sp>
      <p:sp>
        <p:nvSpPr>
          <p:cNvPr id="20" name="Text Placeholder 17">
            <a:extLst>
              <a:ext uri="{FF2B5EF4-FFF2-40B4-BE49-F238E27FC236}">
                <a16:creationId xmlns:a16="http://schemas.microsoft.com/office/drawing/2014/main" id="{4123D94E-77C9-F540-834C-6A6E5C9FBECF}"/>
              </a:ext>
            </a:extLst>
          </p:cNvPr>
          <p:cNvSpPr>
            <a:spLocks noGrp="1"/>
          </p:cNvSpPr>
          <p:nvPr>
            <p:ph type="body" sz="quarter" idx="17" hasCustomPrompt="1"/>
          </p:nvPr>
        </p:nvSpPr>
        <p:spPr>
          <a:xfrm>
            <a:off x="1496625" y="6858000"/>
            <a:ext cx="8866574" cy="2620700"/>
          </a:xfrm>
        </p:spPr>
        <p:txBody>
          <a:bodyPr>
            <a:normAutofit/>
          </a:bodyPr>
          <a:lstStyle>
            <a:lvl1pPr marL="0" indent="0">
              <a:lnSpc>
                <a:spcPts val="6478"/>
              </a:lnSpc>
              <a:buFontTx/>
              <a:buNone/>
              <a:defRPr sz="5398" baseline="0"/>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or descriptor here, in no more than 2 lines</a:t>
            </a:r>
          </a:p>
        </p:txBody>
      </p:sp>
      <p:sp>
        <p:nvSpPr>
          <p:cNvPr id="11" name="Freeform 10">
            <a:extLst>
              <a:ext uri="{FF2B5EF4-FFF2-40B4-BE49-F238E27FC236}">
                <a16:creationId xmlns:a16="http://schemas.microsoft.com/office/drawing/2014/main" id="{E49617DB-B546-F641-A02C-5ED902D308F7}"/>
              </a:ext>
              <a:ext uri="{C183D7F6-B498-43B3-948B-1728B52AA6E4}">
                <adec:decorative xmlns:adec="http://schemas.microsoft.com/office/drawing/2017/decorative" val="1"/>
              </a:ext>
            </a:extLst>
          </p:cNvPr>
          <p:cNvSpPr/>
          <p:nvPr/>
        </p:nvSpPr>
        <p:spPr>
          <a:xfrm flipH="1">
            <a:off x="12193589" y="2605020"/>
            <a:ext cx="2096825" cy="8421104"/>
          </a:xfrm>
          <a:custGeom>
            <a:avLst/>
            <a:gdLst>
              <a:gd name="connsiteX0" fmla="*/ 2096825 w 2096825"/>
              <a:gd name="connsiteY0" fmla="*/ 0 h 8421104"/>
              <a:gd name="connsiteX1" fmla="*/ 2096825 w 2096825"/>
              <a:gd name="connsiteY1" fmla="*/ 8421104 h 8421104"/>
              <a:gd name="connsiteX2" fmla="*/ 1920242 w 2096825"/>
              <a:gd name="connsiteY2" fmla="*/ 8282337 h 8421104"/>
              <a:gd name="connsiteX3" fmla="*/ 0 w 2096825"/>
              <a:gd name="connsiteY3" fmla="*/ 4210553 h 8421104"/>
              <a:gd name="connsiteX4" fmla="*/ 1920242 w 2096825"/>
              <a:gd name="connsiteY4" fmla="*/ 138768 h 8421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825" h="8421104">
                <a:moveTo>
                  <a:pt x="2096825" y="0"/>
                </a:moveTo>
                <a:lnTo>
                  <a:pt x="2096825" y="8421104"/>
                </a:lnTo>
                <a:lnTo>
                  <a:pt x="1920242" y="8282337"/>
                </a:lnTo>
                <a:cubicBezTo>
                  <a:pt x="747502" y="7314506"/>
                  <a:pt x="0" y="5849823"/>
                  <a:pt x="0" y="4210553"/>
                </a:cubicBezTo>
                <a:cubicBezTo>
                  <a:pt x="0" y="2571281"/>
                  <a:pt x="747502" y="1106598"/>
                  <a:pt x="1920242" y="13876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Picture Placeholder 7">
            <a:extLst>
              <a:ext uri="{FF2B5EF4-FFF2-40B4-BE49-F238E27FC236}">
                <a16:creationId xmlns:a16="http://schemas.microsoft.com/office/drawing/2014/main" id="{95090241-623C-624E-9242-F5E36CBA7A78}"/>
              </a:ext>
              <a:ext uri="{C183D7F6-B498-43B3-948B-1728B52AA6E4}">
                <adec:decorative xmlns:adec="http://schemas.microsoft.com/office/drawing/2017/decorative" val="1"/>
              </a:ext>
            </a:extLst>
          </p:cNvPr>
          <p:cNvSpPr>
            <a:spLocks noGrp="1"/>
          </p:cNvSpPr>
          <p:nvPr>
            <p:ph type="pic" sz="quarter" idx="19" hasCustomPrompt="1"/>
          </p:nvPr>
        </p:nvSpPr>
        <p:spPr>
          <a:xfrm>
            <a:off x="12193588" y="0"/>
            <a:ext cx="12193590" cy="13716000"/>
          </a:xfrm>
          <a:custGeom>
            <a:avLst/>
            <a:gdLst>
              <a:gd name="connsiteX0" fmla="*/ 0 w 12193589"/>
              <a:gd name="connsiteY0" fmla="*/ 0 h 13716000"/>
              <a:gd name="connsiteX1" fmla="*/ 12193589 w 12193589"/>
              <a:gd name="connsiteY1" fmla="*/ 0 h 13716000"/>
              <a:gd name="connsiteX2" fmla="*/ 12193589 w 12193589"/>
              <a:gd name="connsiteY2" fmla="*/ 13716000 h 13716000"/>
              <a:gd name="connsiteX3" fmla="*/ 0 w 12193589"/>
              <a:gd name="connsiteY3" fmla="*/ 13716000 h 13716000"/>
              <a:gd name="connsiteX4" fmla="*/ 0 w 12193589"/>
              <a:gd name="connsiteY4" fmla="*/ 11026124 h 13716000"/>
              <a:gd name="connsiteX5" fmla="*/ 176583 w 12193589"/>
              <a:gd name="connsiteY5" fmla="*/ 10887357 h 13716000"/>
              <a:gd name="connsiteX6" fmla="*/ 2096825 w 12193589"/>
              <a:gd name="connsiteY6" fmla="*/ 6815574 h 13716000"/>
              <a:gd name="connsiteX7" fmla="*/ 176583 w 12193589"/>
              <a:gd name="connsiteY7" fmla="*/ 2743788 h 13716000"/>
              <a:gd name="connsiteX8" fmla="*/ 0 w 12193589"/>
              <a:gd name="connsiteY8" fmla="*/ 260502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9" h="13716000">
                <a:moveTo>
                  <a:pt x="0" y="0"/>
                </a:moveTo>
                <a:lnTo>
                  <a:pt x="12193589" y="0"/>
                </a:lnTo>
                <a:lnTo>
                  <a:pt x="12193589" y="13716000"/>
                </a:lnTo>
                <a:lnTo>
                  <a:pt x="0" y="13716000"/>
                </a:lnTo>
                <a:lnTo>
                  <a:pt x="0" y="11026124"/>
                </a:lnTo>
                <a:lnTo>
                  <a:pt x="176583" y="10887357"/>
                </a:lnTo>
                <a:cubicBezTo>
                  <a:pt x="1349323" y="9919526"/>
                  <a:pt x="2096825" y="8454843"/>
                  <a:pt x="2096825" y="6815574"/>
                </a:cubicBezTo>
                <a:cubicBezTo>
                  <a:pt x="2096825" y="5176301"/>
                  <a:pt x="1349323" y="3711618"/>
                  <a:pt x="176583" y="2743788"/>
                </a:cubicBezTo>
                <a:lnTo>
                  <a:pt x="0" y="2605020"/>
                </a:lnTo>
                <a:close/>
              </a:path>
            </a:pathLst>
          </a:custGeom>
          <a:pattFill prst="wdUpDiag">
            <a:fgClr>
              <a:srgbClr val="FADFD8"/>
            </a:fgClr>
            <a:bgClr>
              <a:schemeClr val="bg1"/>
            </a:bgClr>
          </a:pattFill>
        </p:spPr>
        <p:txBody>
          <a:bodyPr wrap="square" lIns="2926080" anchor="ctr" anchorCtr="0">
            <a:noAutofit/>
          </a:bodyPr>
          <a:lstStyle>
            <a:lvl1pPr marL="0" marR="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lvl1pPr>
          </a:lstStyle>
          <a:p>
            <a:pPr marL="0" marR="0" lvl="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Drag and drop image here</a:t>
            </a:r>
          </a:p>
          <a:p>
            <a:endParaRPr lang="en-US"/>
          </a:p>
        </p:txBody>
      </p:sp>
      <p:sp>
        <p:nvSpPr>
          <p:cNvPr id="10" name="Folded Corner 9">
            <a:extLst>
              <a:ext uri="{FF2B5EF4-FFF2-40B4-BE49-F238E27FC236}">
                <a16:creationId xmlns:a16="http://schemas.microsoft.com/office/drawing/2014/main" id="{0639DA8C-7446-4E48-84BC-003B51F55E2B}"/>
              </a:ext>
              <a:ext uri="{C183D7F6-B498-43B3-948B-1728B52AA6E4}">
                <adec:decorative xmlns:adec="http://schemas.microsoft.com/office/drawing/2017/decorative" val="1"/>
              </a:ext>
            </a:extLst>
          </p:cNvPr>
          <p:cNvSpPr/>
          <p:nvPr/>
        </p:nvSpPr>
        <p:spPr>
          <a:xfrm>
            <a:off x="0" y="-1371600"/>
            <a:ext cx="9831388" cy="9629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For titles on the left with half page image, flush right.</a:t>
            </a:r>
          </a:p>
          <a:p>
            <a:endParaRPr lang="en-US" sz="2400">
              <a:solidFill>
                <a:schemeClr val="tx1"/>
              </a:solidFill>
              <a:latin typeface="Source Sans Pro" charset="0"/>
              <a:ea typeface="Source Sans Pro" charset="0"/>
              <a:cs typeface="Source Sans Pro" charset="0"/>
            </a:endParaRPr>
          </a:p>
        </p:txBody>
      </p:sp>
      <p:pic>
        <p:nvPicPr>
          <p:cNvPr id="12" name="Logo">
            <a:extLst>
              <a:ext uri="{FF2B5EF4-FFF2-40B4-BE49-F238E27FC236}">
                <a16:creationId xmlns:a16="http://schemas.microsoft.com/office/drawing/2014/main" id="{DEABEF61-632D-1543-AC55-E448E0EB2B12}"/>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5589" y="1524000"/>
            <a:ext cx="2182620" cy="552276"/>
          </a:xfrm>
          <a:prstGeom prst="rect">
            <a:avLst/>
          </a:prstGeom>
        </p:spPr>
      </p:pic>
    </p:spTree>
    <p:extLst>
      <p:ext uri="{BB962C8B-B14F-4D97-AF65-F5344CB8AC3E}">
        <p14:creationId xmlns:p14="http://schemas.microsoft.com/office/powerpoint/2010/main" val="18194437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green_title and imag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EBA42-C87D-3741-B592-6C397A46829C}"/>
              </a:ext>
            </a:extLst>
          </p:cNvPr>
          <p:cNvSpPr>
            <a:spLocks noGrp="1"/>
          </p:cNvSpPr>
          <p:nvPr>
            <p:ph type="title" hasCustomPrompt="1"/>
          </p:nvPr>
        </p:nvSpPr>
        <p:spPr>
          <a:xfrm>
            <a:off x="15089186" y="4691856"/>
            <a:ext cx="7696202" cy="2560952"/>
          </a:xfrm>
          <a:noFill/>
        </p:spPr>
        <p:txBody>
          <a:bodyPr vert="horz" lIns="0" tIns="45720" rIns="0" bIns="45720" rtlCol="0" anchor="b" anchorCtr="0">
            <a:noAutofit/>
          </a:bodyPr>
          <a:lstStyle>
            <a:lvl1pPr>
              <a:defRPr lang="en-US" sz="9598" dirty="0">
                <a:solidFill>
                  <a:schemeClr val="accent1"/>
                </a:solidFill>
                <a:ea typeface="+mn-ea"/>
                <a:cs typeface="+mn-cs"/>
              </a:defRPr>
            </a:lvl1pPr>
          </a:lstStyle>
          <a:p>
            <a:pPr lvl="0"/>
            <a:r>
              <a:rPr lang="en-US"/>
              <a:t>Enter slide title here in two lines</a:t>
            </a:r>
          </a:p>
        </p:txBody>
      </p:sp>
      <p:sp>
        <p:nvSpPr>
          <p:cNvPr id="11" name="Text Placeholder 30">
            <a:extLst>
              <a:ext uri="{FF2B5EF4-FFF2-40B4-BE49-F238E27FC236}">
                <a16:creationId xmlns:a16="http://schemas.microsoft.com/office/drawing/2014/main" id="{7998D24E-EFB1-FB40-BCC7-D224F14611E9}"/>
              </a:ext>
            </a:extLst>
          </p:cNvPr>
          <p:cNvSpPr>
            <a:spLocks noGrp="1"/>
          </p:cNvSpPr>
          <p:nvPr>
            <p:ph type="body" sz="quarter" idx="12" hasCustomPrompt="1"/>
          </p:nvPr>
        </p:nvSpPr>
        <p:spPr>
          <a:xfrm>
            <a:off x="15099325" y="7430081"/>
            <a:ext cx="7250366" cy="1502394"/>
          </a:xfrm>
        </p:spPr>
        <p:txBody>
          <a:bodyPr>
            <a:noAutofit/>
          </a:bodyPr>
          <a:lstStyle>
            <a:lvl1pPr marL="0" indent="0">
              <a:lnSpc>
                <a:spcPts val="6478"/>
              </a:lnSpc>
              <a:buFontTx/>
              <a:buNone/>
              <a:defRPr sz="5398">
                <a:solidFill>
                  <a:srgbClr val="5B696B"/>
                </a:solidFill>
              </a:defRPr>
            </a:lvl1pPr>
            <a:lvl2pPr marL="914218" indent="0">
              <a:buFontTx/>
              <a:buNone/>
              <a:defRPr sz="3600"/>
            </a:lvl2pPr>
            <a:lvl3pPr marL="1828434" indent="0">
              <a:buFontTx/>
              <a:buNone/>
              <a:defRPr sz="3600"/>
            </a:lvl3pPr>
            <a:lvl4pPr marL="2742652" indent="0">
              <a:buFontTx/>
              <a:buNone/>
              <a:defRPr sz="3600"/>
            </a:lvl4pPr>
            <a:lvl5pPr marL="3656868" indent="0">
              <a:buFontTx/>
              <a:buNone/>
              <a:defRPr sz="3600"/>
            </a:lvl5pPr>
          </a:lstStyle>
          <a:p>
            <a:pPr lvl="0"/>
            <a:r>
              <a:rPr lang="en-US"/>
              <a:t>Enter your subtitle here,</a:t>
            </a:r>
            <a:br>
              <a:rPr lang="en-US"/>
            </a:br>
            <a:r>
              <a:rPr lang="en-US"/>
              <a:t>no more than two lines.</a:t>
            </a:r>
          </a:p>
        </p:txBody>
      </p:sp>
      <p:sp>
        <p:nvSpPr>
          <p:cNvPr id="6" name="Picture Placeholder 5">
            <a:extLst>
              <a:ext uri="{FF2B5EF4-FFF2-40B4-BE49-F238E27FC236}">
                <a16:creationId xmlns:a16="http://schemas.microsoft.com/office/drawing/2014/main" id="{CE605FF5-BAD4-C64B-985B-205C7CF950E0}"/>
              </a:ext>
              <a:ext uri="{C183D7F6-B498-43B3-948B-1728B52AA6E4}">
                <adec:decorative xmlns:adec="http://schemas.microsoft.com/office/drawing/2017/decorative" val="1"/>
              </a:ext>
            </a:extLst>
          </p:cNvPr>
          <p:cNvSpPr>
            <a:spLocks noGrp="1"/>
          </p:cNvSpPr>
          <p:nvPr>
            <p:ph type="pic" sz="quarter" idx="11" hasCustomPrompt="1"/>
          </p:nvPr>
        </p:nvSpPr>
        <p:spPr>
          <a:xfrm>
            <a:off x="3776007" y="1499236"/>
            <a:ext cx="9140952" cy="10607484"/>
          </a:xfrm>
          <a:custGeom>
            <a:avLst/>
            <a:gdLst>
              <a:gd name="connsiteX0" fmla="*/ 3837210 w 9140953"/>
              <a:gd name="connsiteY0" fmla="*/ 0 h 10607484"/>
              <a:gd name="connsiteX1" fmla="*/ 9140953 w 9140953"/>
              <a:gd name="connsiteY1" fmla="*/ 5303742 h 10607484"/>
              <a:gd name="connsiteX2" fmla="*/ 3837210 w 9140953"/>
              <a:gd name="connsiteY2" fmla="*/ 10607484 h 10607484"/>
              <a:gd name="connsiteX3" fmla="*/ 86898 w 9140953"/>
              <a:gd name="connsiteY3" fmla="*/ 9054054 h 10607484"/>
              <a:gd name="connsiteX4" fmla="*/ 0 w 9140953"/>
              <a:gd name="connsiteY4" fmla="*/ 8962910 h 10607484"/>
              <a:gd name="connsiteX5" fmla="*/ 0 w 9140953"/>
              <a:gd name="connsiteY5" fmla="*/ 1644574 h 10607484"/>
              <a:gd name="connsiteX6" fmla="*/ 86898 w 9140953"/>
              <a:gd name="connsiteY6" fmla="*/ 1553430 h 10607484"/>
              <a:gd name="connsiteX7" fmla="*/ 3837210 w 9140953"/>
              <a:gd name="connsiteY7" fmla="*/ 0 h 1060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0953" h="10607484">
                <a:moveTo>
                  <a:pt x="3837210" y="0"/>
                </a:moveTo>
                <a:cubicBezTo>
                  <a:pt x="6766386" y="0"/>
                  <a:pt x="9140953" y="2374566"/>
                  <a:pt x="9140953" y="5303742"/>
                </a:cubicBezTo>
                <a:cubicBezTo>
                  <a:pt x="9140953" y="8232918"/>
                  <a:pt x="6766386" y="10607484"/>
                  <a:pt x="3837210" y="10607484"/>
                </a:cubicBezTo>
                <a:cubicBezTo>
                  <a:pt x="2372622" y="10607484"/>
                  <a:pt x="1046687" y="10013842"/>
                  <a:pt x="86898" y="9054054"/>
                </a:cubicBezTo>
                <a:lnTo>
                  <a:pt x="0" y="8962910"/>
                </a:lnTo>
                <a:lnTo>
                  <a:pt x="0" y="1644574"/>
                </a:lnTo>
                <a:lnTo>
                  <a:pt x="86898" y="1553430"/>
                </a:lnTo>
                <a:cubicBezTo>
                  <a:pt x="1046687" y="593642"/>
                  <a:pt x="2372622" y="0"/>
                  <a:pt x="3837210" y="0"/>
                </a:cubicBezTo>
                <a:close/>
              </a:path>
            </a:pathLst>
          </a:custGeom>
          <a:pattFill prst="wdUpDiag">
            <a:fgClr>
              <a:srgbClr val="FADFD9"/>
            </a:fgClr>
            <a:bgClr>
              <a:schemeClr val="bg1"/>
            </a:bgClr>
          </a:pattFill>
        </p:spPr>
        <p:txBody>
          <a:bodyPr wrap="square" anchor="ctr">
            <a:noAutofit/>
          </a:bodyPr>
          <a:lstStyle>
            <a:lvl1pPr marL="0" indent="0" algn="ctr">
              <a:buFontTx/>
              <a:buNone/>
              <a:defRPr sz="4400">
                <a:solidFill>
                  <a:schemeClr val="accent6"/>
                </a:solidFill>
              </a:defRPr>
            </a:lvl1pPr>
          </a:lstStyle>
          <a:p>
            <a:r>
              <a:rPr lang="en-US"/>
              <a:t>Drag and drop image here</a:t>
            </a:r>
          </a:p>
        </p:txBody>
      </p:sp>
      <p:sp>
        <p:nvSpPr>
          <p:cNvPr id="3" name="Rectangle 2">
            <a:extLst>
              <a:ext uri="{FF2B5EF4-FFF2-40B4-BE49-F238E27FC236}">
                <a16:creationId xmlns:a16="http://schemas.microsoft.com/office/drawing/2014/main" id="{A1A5C6DE-F9F4-1649-835A-C324FD106E78}"/>
              </a:ext>
              <a:ext uri="{C183D7F6-B498-43B3-948B-1728B52AA6E4}">
                <adec:decorative xmlns:adec="http://schemas.microsoft.com/office/drawing/2017/decorative" val="1"/>
              </a:ext>
            </a:extLst>
          </p:cNvPr>
          <p:cNvSpPr/>
          <p:nvPr/>
        </p:nvSpPr>
        <p:spPr>
          <a:xfrm>
            <a:off x="9238" y="0"/>
            <a:ext cx="3759199" cy="13716000"/>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4" name="Freeform 3">
            <a:extLst>
              <a:ext uri="{FF2B5EF4-FFF2-40B4-BE49-F238E27FC236}">
                <a16:creationId xmlns:a16="http://schemas.microsoft.com/office/drawing/2014/main" id="{F5DA3B3F-0943-E742-9F1E-47111894EFFB}"/>
              </a:ext>
              <a:ext uri="{C183D7F6-B498-43B3-948B-1728B52AA6E4}">
                <adec:decorative xmlns:adec="http://schemas.microsoft.com/office/drawing/2017/decorative" val="1"/>
              </a:ext>
            </a:extLst>
          </p:cNvPr>
          <p:cNvSpPr/>
          <p:nvPr/>
        </p:nvSpPr>
        <p:spPr>
          <a:xfrm>
            <a:off x="2267961" y="3156361"/>
            <a:ext cx="1493979" cy="7368478"/>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8" name="Folded Corner 17">
            <a:extLst>
              <a:ext uri="{FF2B5EF4-FFF2-40B4-BE49-F238E27FC236}">
                <a16:creationId xmlns:a16="http://schemas.microsoft.com/office/drawing/2014/main" id="{2CC4BE9A-781A-C94D-A0F6-D3B6CDB83606}"/>
              </a:ext>
              <a:ext uri="{C183D7F6-B498-43B3-948B-1728B52AA6E4}">
                <adec:decorative xmlns:adec="http://schemas.microsoft.com/office/drawing/2017/decorative" val="1"/>
              </a:ext>
            </a:extLst>
          </p:cNvPr>
          <p:cNvSpPr/>
          <p:nvPr/>
        </p:nvSpPr>
        <p:spPr>
          <a:xfrm>
            <a:off x="0" y="-1447800"/>
            <a:ext cx="11202987" cy="10391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To highlight image with intersection on left and titles on right.</a:t>
            </a:r>
          </a:p>
          <a:p>
            <a:endParaRPr lang="en-US" sz="2400">
              <a:solidFill>
                <a:schemeClr val="tx1"/>
              </a:solidFill>
              <a:latin typeface="Source Sans Pro" charset="0"/>
              <a:ea typeface="Source Sans Pro" charset="0"/>
              <a:cs typeface="Source Sans Pro" charset="0"/>
            </a:endParaRPr>
          </a:p>
        </p:txBody>
      </p:sp>
      <p:pic>
        <p:nvPicPr>
          <p:cNvPr id="8" name="Logo">
            <a:extLst>
              <a:ext uri="{FF2B5EF4-FFF2-40B4-BE49-F238E27FC236}">
                <a16:creationId xmlns:a16="http://schemas.microsoft.com/office/drawing/2014/main" id="{D0367FBD-BD0E-1147-AD0E-03F0D0ABE19D}"/>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60506"/>
            <a:ext cx="2182620" cy="552276"/>
          </a:xfrm>
          <a:prstGeom prst="rect">
            <a:avLst/>
          </a:prstGeom>
        </p:spPr>
      </p:pic>
    </p:spTree>
    <p:extLst>
      <p:ext uri="{BB962C8B-B14F-4D97-AF65-F5344CB8AC3E}">
        <p14:creationId xmlns:p14="http://schemas.microsoft.com/office/powerpoint/2010/main" val="35684154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amber_title and image 6">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5960D60D-5618-4E4E-A92D-EB7FCF5A0B21}"/>
              </a:ext>
            </a:extLst>
          </p:cNvPr>
          <p:cNvSpPr>
            <a:spLocks noGrp="1"/>
          </p:cNvSpPr>
          <p:nvPr>
            <p:ph type="title" hasCustomPrompt="1"/>
          </p:nvPr>
        </p:nvSpPr>
        <p:spPr>
          <a:xfrm>
            <a:off x="15089186" y="4691856"/>
            <a:ext cx="7696202" cy="2560952"/>
          </a:xfrm>
          <a:noFill/>
        </p:spPr>
        <p:txBody>
          <a:bodyPr vert="horz" lIns="0" tIns="45720" rIns="0" bIns="45720" rtlCol="0" anchor="b" anchorCtr="0">
            <a:noAutofit/>
          </a:bodyPr>
          <a:lstStyle>
            <a:lvl1pPr>
              <a:defRPr lang="en-US" sz="9598" dirty="0">
                <a:solidFill>
                  <a:schemeClr val="accent2"/>
                </a:solidFill>
                <a:ea typeface="+mn-ea"/>
                <a:cs typeface="+mn-cs"/>
              </a:defRPr>
            </a:lvl1pPr>
          </a:lstStyle>
          <a:p>
            <a:pPr lvl="0"/>
            <a:r>
              <a:rPr lang="en-US"/>
              <a:t>Enter slide title here in two lines</a:t>
            </a:r>
          </a:p>
        </p:txBody>
      </p:sp>
      <p:sp>
        <p:nvSpPr>
          <p:cNvPr id="13" name="Text Placeholder 30">
            <a:extLst>
              <a:ext uri="{FF2B5EF4-FFF2-40B4-BE49-F238E27FC236}">
                <a16:creationId xmlns:a16="http://schemas.microsoft.com/office/drawing/2014/main" id="{D63A9B05-23F3-A743-AC66-858267790C1B}"/>
              </a:ext>
            </a:extLst>
          </p:cNvPr>
          <p:cNvSpPr>
            <a:spLocks noGrp="1"/>
          </p:cNvSpPr>
          <p:nvPr>
            <p:ph type="body" sz="quarter" idx="12" hasCustomPrompt="1"/>
          </p:nvPr>
        </p:nvSpPr>
        <p:spPr>
          <a:xfrm>
            <a:off x="15099325" y="7430081"/>
            <a:ext cx="7250366" cy="1502394"/>
          </a:xfrm>
        </p:spPr>
        <p:txBody>
          <a:bodyPr>
            <a:noAutofit/>
          </a:bodyPr>
          <a:lstStyle>
            <a:lvl1pPr marL="0" indent="0">
              <a:lnSpc>
                <a:spcPts val="6478"/>
              </a:lnSpc>
              <a:buFontTx/>
              <a:buNone/>
              <a:defRPr sz="5398">
                <a:solidFill>
                  <a:srgbClr val="5B696B"/>
                </a:solidFill>
              </a:defRPr>
            </a:lvl1pPr>
            <a:lvl2pPr marL="914218" indent="0">
              <a:buFontTx/>
              <a:buNone/>
              <a:defRPr sz="3600"/>
            </a:lvl2pPr>
            <a:lvl3pPr marL="1828434" indent="0">
              <a:buFontTx/>
              <a:buNone/>
              <a:defRPr sz="3600"/>
            </a:lvl3pPr>
            <a:lvl4pPr marL="2742652" indent="0">
              <a:buFontTx/>
              <a:buNone/>
              <a:defRPr sz="3600"/>
            </a:lvl4pPr>
            <a:lvl5pPr marL="3656868" indent="0">
              <a:buFontTx/>
              <a:buNone/>
              <a:defRPr sz="3600"/>
            </a:lvl5pPr>
          </a:lstStyle>
          <a:p>
            <a:pPr lvl="0"/>
            <a:r>
              <a:rPr lang="en-US"/>
              <a:t>Enter your subtitle here,</a:t>
            </a:r>
            <a:br>
              <a:rPr lang="en-US"/>
            </a:br>
            <a:r>
              <a:rPr lang="en-US"/>
              <a:t>no more than two lines.</a:t>
            </a:r>
          </a:p>
        </p:txBody>
      </p:sp>
      <p:sp>
        <p:nvSpPr>
          <p:cNvPr id="14" name="Picture Placeholder 5">
            <a:extLst>
              <a:ext uri="{FF2B5EF4-FFF2-40B4-BE49-F238E27FC236}">
                <a16:creationId xmlns:a16="http://schemas.microsoft.com/office/drawing/2014/main" id="{91B50DDA-7AD5-8A40-A1C6-09B656798FF5}"/>
              </a:ext>
              <a:ext uri="{C183D7F6-B498-43B3-948B-1728B52AA6E4}">
                <adec:decorative xmlns:adec="http://schemas.microsoft.com/office/drawing/2017/decorative" val="1"/>
              </a:ext>
            </a:extLst>
          </p:cNvPr>
          <p:cNvSpPr>
            <a:spLocks noGrp="1"/>
          </p:cNvSpPr>
          <p:nvPr>
            <p:ph type="pic" sz="quarter" idx="11" hasCustomPrompt="1"/>
          </p:nvPr>
        </p:nvSpPr>
        <p:spPr>
          <a:xfrm>
            <a:off x="3776007" y="1499236"/>
            <a:ext cx="9140952" cy="10607484"/>
          </a:xfrm>
          <a:custGeom>
            <a:avLst/>
            <a:gdLst>
              <a:gd name="connsiteX0" fmla="*/ 3837210 w 9140953"/>
              <a:gd name="connsiteY0" fmla="*/ 0 h 10607484"/>
              <a:gd name="connsiteX1" fmla="*/ 9140953 w 9140953"/>
              <a:gd name="connsiteY1" fmla="*/ 5303742 h 10607484"/>
              <a:gd name="connsiteX2" fmla="*/ 3837210 w 9140953"/>
              <a:gd name="connsiteY2" fmla="*/ 10607484 h 10607484"/>
              <a:gd name="connsiteX3" fmla="*/ 86898 w 9140953"/>
              <a:gd name="connsiteY3" fmla="*/ 9054054 h 10607484"/>
              <a:gd name="connsiteX4" fmla="*/ 0 w 9140953"/>
              <a:gd name="connsiteY4" fmla="*/ 8962910 h 10607484"/>
              <a:gd name="connsiteX5" fmla="*/ 0 w 9140953"/>
              <a:gd name="connsiteY5" fmla="*/ 1644574 h 10607484"/>
              <a:gd name="connsiteX6" fmla="*/ 86898 w 9140953"/>
              <a:gd name="connsiteY6" fmla="*/ 1553430 h 10607484"/>
              <a:gd name="connsiteX7" fmla="*/ 3837210 w 9140953"/>
              <a:gd name="connsiteY7" fmla="*/ 0 h 1060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0953" h="10607484">
                <a:moveTo>
                  <a:pt x="3837210" y="0"/>
                </a:moveTo>
                <a:cubicBezTo>
                  <a:pt x="6766386" y="0"/>
                  <a:pt x="9140953" y="2374566"/>
                  <a:pt x="9140953" y="5303742"/>
                </a:cubicBezTo>
                <a:cubicBezTo>
                  <a:pt x="9140953" y="8232918"/>
                  <a:pt x="6766386" y="10607484"/>
                  <a:pt x="3837210" y="10607484"/>
                </a:cubicBezTo>
                <a:cubicBezTo>
                  <a:pt x="2372622" y="10607484"/>
                  <a:pt x="1046687" y="10013842"/>
                  <a:pt x="86898" y="9054054"/>
                </a:cubicBezTo>
                <a:lnTo>
                  <a:pt x="0" y="8962910"/>
                </a:lnTo>
                <a:lnTo>
                  <a:pt x="0" y="1644574"/>
                </a:lnTo>
                <a:lnTo>
                  <a:pt x="86898" y="1553430"/>
                </a:lnTo>
                <a:cubicBezTo>
                  <a:pt x="1046687" y="593642"/>
                  <a:pt x="2372622" y="0"/>
                  <a:pt x="3837210" y="0"/>
                </a:cubicBezTo>
                <a:close/>
              </a:path>
            </a:pathLst>
          </a:custGeom>
          <a:pattFill prst="wdUpDiag">
            <a:fgClr>
              <a:srgbClr val="FADFD9"/>
            </a:fgClr>
            <a:bgClr>
              <a:schemeClr val="bg1"/>
            </a:bgClr>
          </a:pattFill>
        </p:spPr>
        <p:txBody>
          <a:bodyPr wrap="square" anchor="ctr">
            <a:noAutofit/>
          </a:bodyPr>
          <a:lstStyle>
            <a:lvl1pPr marL="0" indent="0" algn="ctr">
              <a:buFontTx/>
              <a:buNone/>
              <a:defRPr sz="4400">
                <a:solidFill>
                  <a:schemeClr val="accent6"/>
                </a:solidFill>
              </a:defRPr>
            </a:lvl1pPr>
          </a:lstStyle>
          <a:p>
            <a:r>
              <a:rPr lang="en-US"/>
              <a:t>Drag and drop image here</a:t>
            </a:r>
          </a:p>
        </p:txBody>
      </p:sp>
      <p:sp>
        <p:nvSpPr>
          <p:cNvPr id="15" name="Rectangle 14">
            <a:extLst>
              <a:ext uri="{FF2B5EF4-FFF2-40B4-BE49-F238E27FC236}">
                <a16:creationId xmlns:a16="http://schemas.microsoft.com/office/drawing/2014/main" id="{3DE4CE64-F9A6-204D-90A7-5BC66D2363E4}"/>
              </a:ext>
              <a:ext uri="{C183D7F6-B498-43B3-948B-1728B52AA6E4}">
                <adec:decorative xmlns:adec="http://schemas.microsoft.com/office/drawing/2017/decorative" val="1"/>
              </a:ext>
            </a:extLst>
          </p:cNvPr>
          <p:cNvSpPr/>
          <p:nvPr/>
        </p:nvSpPr>
        <p:spPr>
          <a:xfrm>
            <a:off x="9238" y="0"/>
            <a:ext cx="3759199"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16" name="Freeform 15">
            <a:extLst>
              <a:ext uri="{FF2B5EF4-FFF2-40B4-BE49-F238E27FC236}">
                <a16:creationId xmlns:a16="http://schemas.microsoft.com/office/drawing/2014/main" id="{7DCD677E-E946-A546-BC4C-2BF12CA47C27}"/>
              </a:ext>
              <a:ext uri="{C183D7F6-B498-43B3-948B-1728B52AA6E4}">
                <adec:decorative xmlns:adec="http://schemas.microsoft.com/office/drawing/2017/decorative" val="1"/>
              </a:ext>
            </a:extLst>
          </p:cNvPr>
          <p:cNvSpPr/>
          <p:nvPr/>
        </p:nvSpPr>
        <p:spPr>
          <a:xfrm>
            <a:off x="2267961" y="3156361"/>
            <a:ext cx="1493979" cy="7368478"/>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pic>
        <p:nvPicPr>
          <p:cNvPr id="8" name="Logo">
            <a:extLst>
              <a:ext uri="{FF2B5EF4-FFF2-40B4-BE49-F238E27FC236}">
                <a16:creationId xmlns:a16="http://schemas.microsoft.com/office/drawing/2014/main" id="{0D7A75D1-FFAB-3047-806C-F0D3AE0C81C8}"/>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60506"/>
            <a:ext cx="2182620" cy="552276"/>
          </a:xfrm>
          <a:prstGeom prst="rect">
            <a:avLst/>
          </a:prstGeom>
        </p:spPr>
      </p:pic>
      <p:sp>
        <p:nvSpPr>
          <p:cNvPr id="9" name="Folded Corner 8">
            <a:extLst>
              <a:ext uri="{FF2B5EF4-FFF2-40B4-BE49-F238E27FC236}">
                <a16:creationId xmlns:a16="http://schemas.microsoft.com/office/drawing/2014/main" id="{2E90E6CE-05A2-864B-8A57-07AEBBEDF4EF}"/>
              </a:ext>
              <a:ext uri="{C183D7F6-B498-43B3-948B-1728B52AA6E4}">
                <adec:decorative xmlns:adec="http://schemas.microsoft.com/office/drawing/2017/decorative" val="1"/>
              </a:ext>
            </a:extLst>
          </p:cNvPr>
          <p:cNvSpPr/>
          <p:nvPr/>
        </p:nvSpPr>
        <p:spPr>
          <a:xfrm>
            <a:off x="0" y="-1447800"/>
            <a:ext cx="11202987" cy="10391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To highlight image with intersection on left and titles on right.</a:t>
            </a: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8012564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d_title and image 6">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D24E4BC-8571-B046-B11F-B048CC65B85C}"/>
              </a:ext>
            </a:extLst>
          </p:cNvPr>
          <p:cNvSpPr>
            <a:spLocks noGrp="1"/>
          </p:cNvSpPr>
          <p:nvPr>
            <p:ph type="title" hasCustomPrompt="1"/>
          </p:nvPr>
        </p:nvSpPr>
        <p:spPr>
          <a:xfrm>
            <a:off x="15089186" y="4691856"/>
            <a:ext cx="7696202" cy="2560952"/>
          </a:xfrm>
          <a:noFill/>
        </p:spPr>
        <p:txBody>
          <a:bodyPr vert="horz" lIns="0" tIns="45720" rIns="0" bIns="45720" rtlCol="0" anchor="b" anchorCtr="0">
            <a:noAutofit/>
          </a:bodyPr>
          <a:lstStyle>
            <a:lvl1pPr>
              <a:defRPr lang="en-US" sz="9598" dirty="0">
                <a:solidFill>
                  <a:schemeClr val="tx2"/>
                </a:solidFill>
                <a:ea typeface="+mn-ea"/>
                <a:cs typeface="+mn-cs"/>
              </a:defRPr>
            </a:lvl1pPr>
          </a:lstStyle>
          <a:p>
            <a:pPr lvl="0"/>
            <a:r>
              <a:rPr lang="en-US"/>
              <a:t>Enter slide title here in two lines</a:t>
            </a:r>
          </a:p>
        </p:txBody>
      </p:sp>
      <p:sp>
        <p:nvSpPr>
          <p:cNvPr id="12" name="Text Placeholder 30">
            <a:extLst>
              <a:ext uri="{FF2B5EF4-FFF2-40B4-BE49-F238E27FC236}">
                <a16:creationId xmlns:a16="http://schemas.microsoft.com/office/drawing/2014/main" id="{6AF6CDC9-A38B-D44B-B1C1-1275FA6D4047}"/>
              </a:ext>
            </a:extLst>
          </p:cNvPr>
          <p:cNvSpPr>
            <a:spLocks noGrp="1"/>
          </p:cNvSpPr>
          <p:nvPr>
            <p:ph type="body" sz="quarter" idx="12" hasCustomPrompt="1"/>
          </p:nvPr>
        </p:nvSpPr>
        <p:spPr>
          <a:xfrm>
            <a:off x="15099325" y="7430081"/>
            <a:ext cx="7250366" cy="1502394"/>
          </a:xfrm>
        </p:spPr>
        <p:txBody>
          <a:bodyPr>
            <a:noAutofit/>
          </a:bodyPr>
          <a:lstStyle>
            <a:lvl1pPr marL="0" indent="0">
              <a:lnSpc>
                <a:spcPts val="6478"/>
              </a:lnSpc>
              <a:buFontTx/>
              <a:buNone/>
              <a:defRPr sz="5398">
                <a:solidFill>
                  <a:srgbClr val="5B696B"/>
                </a:solidFill>
              </a:defRPr>
            </a:lvl1pPr>
            <a:lvl2pPr marL="914218" indent="0">
              <a:buFontTx/>
              <a:buNone/>
              <a:defRPr sz="3600"/>
            </a:lvl2pPr>
            <a:lvl3pPr marL="1828434" indent="0">
              <a:buFontTx/>
              <a:buNone/>
              <a:defRPr sz="3600"/>
            </a:lvl3pPr>
            <a:lvl4pPr marL="2742652" indent="0">
              <a:buFontTx/>
              <a:buNone/>
              <a:defRPr sz="3600"/>
            </a:lvl4pPr>
            <a:lvl5pPr marL="3656868" indent="0">
              <a:buFontTx/>
              <a:buNone/>
              <a:defRPr sz="3600"/>
            </a:lvl5pPr>
          </a:lstStyle>
          <a:p>
            <a:pPr lvl="0"/>
            <a:r>
              <a:rPr lang="en-US"/>
              <a:t>Enter your subtitle here,</a:t>
            </a:r>
            <a:br>
              <a:rPr lang="en-US"/>
            </a:br>
            <a:r>
              <a:rPr lang="en-US"/>
              <a:t>no more than two lines.</a:t>
            </a:r>
          </a:p>
        </p:txBody>
      </p:sp>
      <p:sp>
        <p:nvSpPr>
          <p:cNvPr id="13" name="Picture Placeholder 5">
            <a:extLst>
              <a:ext uri="{FF2B5EF4-FFF2-40B4-BE49-F238E27FC236}">
                <a16:creationId xmlns:a16="http://schemas.microsoft.com/office/drawing/2014/main" id="{4E8C09E2-288E-5946-8B2F-B17B744D5A7E}"/>
              </a:ext>
              <a:ext uri="{C183D7F6-B498-43B3-948B-1728B52AA6E4}">
                <adec:decorative xmlns:adec="http://schemas.microsoft.com/office/drawing/2017/decorative" val="1"/>
              </a:ext>
            </a:extLst>
          </p:cNvPr>
          <p:cNvSpPr>
            <a:spLocks noGrp="1"/>
          </p:cNvSpPr>
          <p:nvPr>
            <p:ph type="pic" sz="quarter" idx="11" hasCustomPrompt="1"/>
          </p:nvPr>
        </p:nvSpPr>
        <p:spPr>
          <a:xfrm>
            <a:off x="3776007" y="1499236"/>
            <a:ext cx="9140952" cy="10607484"/>
          </a:xfrm>
          <a:custGeom>
            <a:avLst/>
            <a:gdLst>
              <a:gd name="connsiteX0" fmla="*/ 3837210 w 9140953"/>
              <a:gd name="connsiteY0" fmla="*/ 0 h 10607484"/>
              <a:gd name="connsiteX1" fmla="*/ 9140953 w 9140953"/>
              <a:gd name="connsiteY1" fmla="*/ 5303742 h 10607484"/>
              <a:gd name="connsiteX2" fmla="*/ 3837210 w 9140953"/>
              <a:gd name="connsiteY2" fmla="*/ 10607484 h 10607484"/>
              <a:gd name="connsiteX3" fmla="*/ 86898 w 9140953"/>
              <a:gd name="connsiteY3" fmla="*/ 9054054 h 10607484"/>
              <a:gd name="connsiteX4" fmla="*/ 0 w 9140953"/>
              <a:gd name="connsiteY4" fmla="*/ 8962910 h 10607484"/>
              <a:gd name="connsiteX5" fmla="*/ 0 w 9140953"/>
              <a:gd name="connsiteY5" fmla="*/ 1644574 h 10607484"/>
              <a:gd name="connsiteX6" fmla="*/ 86898 w 9140953"/>
              <a:gd name="connsiteY6" fmla="*/ 1553430 h 10607484"/>
              <a:gd name="connsiteX7" fmla="*/ 3837210 w 9140953"/>
              <a:gd name="connsiteY7" fmla="*/ 0 h 1060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0953" h="10607484">
                <a:moveTo>
                  <a:pt x="3837210" y="0"/>
                </a:moveTo>
                <a:cubicBezTo>
                  <a:pt x="6766386" y="0"/>
                  <a:pt x="9140953" y="2374566"/>
                  <a:pt x="9140953" y="5303742"/>
                </a:cubicBezTo>
                <a:cubicBezTo>
                  <a:pt x="9140953" y="8232918"/>
                  <a:pt x="6766386" y="10607484"/>
                  <a:pt x="3837210" y="10607484"/>
                </a:cubicBezTo>
                <a:cubicBezTo>
                  <a:pt x="2372622" y="10607484"/>
                  <a:pt x="1046687" y="10013842"/>
                  <a:pt x="86898" y="9054054"/>
                </a:cubicBezTo>
                <a:lnTo>
                  <a:pt x="0" y="8962910"/>
                </a:lnTo>
                <a:lnTo>
                  <a:pt x="0" y="1644574"/>
                </a:lnTo>
                <a:lnTo>
                  <a:pt x="86898" y="1553430"/>
                </a:lnTo>
                <a:cubicBezTo>
                  <a:pt x="1046687" y="593642"/>
                  <a:pt x="2372622" y="0"/>
                  <a:pt x="3837210" y="0"/>
                </a:cubicBezTo>
                <a:close/>
              </a:path>
            </a:pathLst>
          </a:custGeom>
          <a:pattFill prst="wdUpDiag">
            <a:fgClr>
              <a:srgbClr val="FADFD9"/>
            </a:fgClr>
            <a:bgClr>
              <a:schemeClr val="bg1"/>
            </a:bgClr>
          </a:pattFill>
        </p:spPr>
        <p:txBody>
          <a:bodyPr wrap="square" anchor="ctr">
            <a:noAutofit/>
          </a:bodyPr>
          <a:lstStyle>
            <a:lvl1pPr marL="0" indent="0" algn="ctr">
              <a:buFontTx/>
              <a:buNone/>
              <a:defRPr sz="4400">
                <a:solidFill>
                  <a:schemeClr val="accent6"/>
                </a:solidFill>
              </a:defRPr>
            </a:lvl1pPr>
          </a:lstStyle>
          <a:p>
            <a:r>
              <a:rPr lang="en-US"/>
              <a:t>Drag and drop image here</a:t>
            </a:r>
          </a:p>
        </p:txBody>
      </p:sp>
      <p:sp>
        <p:nvSpPr>
          <p:cNvPr id="14" name="Rectangle 13">
            <a:extLst>
              <a:ext uri="{FF2B5EF4-FFF2-40B4-BE49-F238E27FC236}">
                <a16:creationId xmlns:a16="http://schemas.microsoft.com/office/drawing/2014/main" id="{892BFD76-0212-BA4A-B5F5-1C86E3BDBFC6}"/>
              </a:ext>
              <a:ext uri="{C183D7F6-B498-43B3-948B-1728B52AA6E4}">
                <adec:decorative xmlns:adec="http://schemas.microsoft.com/office/drawing/2017/decorative" val="1"/>
              </a:ext>
            </a:extLst>
          </p:cNvPr>
          <p:cNvSpPr/>
          <p:nvPr/>
        </p:nvSpPr>
        <p:spPr>
          <a:xfrm>
            <a:off x="9238" y="0"/>
            <a:ext cx="3759199"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15" name="Freeform 14">
            <a:extLst>
              <a:ext uri="{FF2B5EF4-FFF2-40B4-BE49-F238E27FC236}">
                <a16:creationId xmlns:a16="http://schemas.microsoft.com/office/drawing/2014/main" id="{336850EB-4283-6F49-98D3-81371BF658B1}"/>
              </a:ext>
              <a:ext uri="{C183D7F6-B498-43B3-948B-1728B52AA6E4}">
                <adec:decorative xmlns:adec="http://schemas.microsoft.com/office/drawing/2017/decorative" val="1"/>
              </a:ext>
            </a:extLst>
          </p:cNvPr>
          <p:cNvSpPr/>
          <p:nvPr/>
        </p:nvSpPr>
        <p:spPr>
          <a:xfrm>
            <a:off x="2267961" y="3156361"/>
            <a:ext cx="1493979" cy="7368478"/>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pic>
        <p:nvPicPr>
          <p:cNvPr id="8" name="Logo">
            <a:extLst>
              <a:ext uri="{FF2B5EF4-FFF2-40B4-BE49-F238E27FC236}">
                <a16:creationId xmlns:a16="http://schemas.microsoft.com/office/drawing/2014/main" id="{2EB21CC1-136D-DF4C-A89B-71E43EBDDF7A}"/>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60506"/>
            <a:ext cx="2182620" cy="552276"/>
          </a:xfrm>
          <a:prstGeom prst="rect">
            <a:avLst/>
          </a:prstGeom>
        </p:spPr>
      </p:pic>
      <p:sp>
        <p:nvSpPr>
          <p:cNvPr id="9" name="Folded Corner 8">
            <a:extLst>
              <a:ext uri="{FF2B5EF4-FFF2-40B4-BE49-F238E27FC236}">
                <a16:creationId xmlns:a16="http://schemas.microsoft.com/office/drawing/2014/main" id="{65E2124C-3DBC-DE43-A56A-A351C7F0D155}"/>
              </a:ext>
              <a:ext uri="{C183D7F6-B498-43B3-948B-1728B52AA6E4}">
                <adec:decorative xmlns:adec="http://schemas.microsoft.com/office/drawing/2017/decorative" val="1"/>
              </a:ext>
            </a:extLst>
          </p:cNvPr>
          <p:cNvSpPr/>
          <p:nvPr/>
        </p:nvSpPr>
        <p:spPr>
          <a:xfrm>
            <a:off x="0" y="-1447800"/>
            <a:ext cx="11202987" cy="10391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To highlight image with intersection on left and titles on right.</a:t>
            </a: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8765199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ue_title and image 6">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26FB61C-1AAD-E045-9F94-123C298F4B32}"/>
              </a:ext>
            </a:extLst>
          </p:cNvPr>
          <p:cNvSpPr>
            <a:spLocks noGrp="1"/>
          </p:cNvSpPr>
          <p:nvPr>
            <p:ph type="title" hasCustomPrompt="1"/>
          </p:nvPr>
        </p:nvSpPr>
        <p:spPr>
          <a:xfrm>
            <a:off x="15089186" y="4691856"/>
            <a:ext cx="7696202" cy="2560952"/>
          </a:xfrm>
          <a:noFill/>
        </p:spPr>
        <p:txBody>
          <a:bodyPr vert="horz" lIns="0" tIns="45720" rIns="0" bIns="45720" rtlCol="0" anchor="b" anchorCtr="0">
            <a:noAutofit/>
          </a:bodyPr>
          <a:lstStyle>
            <a:lvl1pPr>
              <a:defRPr lang="en-US" sz="9598" dirty="0">
                <a:solidFill>
                  <a:schemeClr val="bg2"/>
                </a:solidFill>
                <a:ea typeface="+mn-ea"/>
                <a:cs typeface="+mn-cs"/>
              </a:defRPr>
            </a:lvl1pPr>
          </a:lstStyle>
          <a:p>
            <a:pPr lvl="0"/>
            <a:r>
              <a:rPr lang="en-US"/>
              <a:t>Enter slide title here in two lines</a:t>
            </a:r>
          </a:p>
        </p:txBody>
      </p:sp>
      <p:sp>
        <p:nvSpPr>
          <p:cNvPr id="13" name="Text Placeholder 30">
            <a:extLst>
              <a:ext uri="{FF2B5EF4-FFF2-40B4-BE49-F238E27FC236}">
                <a16:creationId xmlns:a16="http://schemas.microsoft.com/office/drawing/2014/main" id="{DEE159FA-08D0-6448-B4D4-A3E65D30A315}"/>
              </a:ext>
            </a:extLst>
          </p:cNvPr>
          <p:cNvSpPr>
            <a:spLocks noGrp="1"/>
          </p:cNvSpPr>
          <p:nvPr>
            <p:ph type="body" sz="quarter" idx="12" hasCustomPrompt="1"/>
          </p:nvPr>
        </p:nvSpPr>
        <p:spPr>
          <a:xfrm>
            <a:off x="15099325" y="7430081"/>
            <a:ext cx="7250366" cy="1502394"/>
          </a:xfrm>
        </p:spPr>
        <p:txBody>
          <a:bodyPr>
            <a:noAutofit/>
          </a:bodyPr>
          <a:lstStyle>
            <a:lvl1pPr marL="0" indent="0">
              <a:lnSpc>
                <a:spcPts val="6478"/>
              </a:lnSpc>
              <a:buFontTx/>
              <a:buNone/>
              <a:defRPr sz="5398">
                <a:solidFill>
                  <a:srgbClr val="5B696B"/>
                </a:solidFill>
              </a:defRPr>
            </a:lvl1pPr>
            <a:lvl2pPr marL="914218" indent="0">
              <a:buFontTx/>
              <a:buNone/>
              <a:defRPr sz="3600"/>
            </a:lvl2pPr>
            <a:lvl3pPr marL="1828434" indent="0">
              <a:buFontTx/>
              <a:buNone/>
              <a:defRPr sz="3600"/>
            </a:lvl3pPr>
            <a:lvl4pPr marL="2742652" indent="0">
              <a:buFontTx/>
              <a:buNone/>
              <a:defRPr sz="3600"/>
            </a:lvl4pPr>
            <a:lvl5pPr marL="3656868" indent="0">
              <a:buFontTx/>
              <a:buNone/>
              <a:defRPr sz="3600"/>
            </a:lvl5pPr>
          </a:lstStyle>
          <a:p>
            <a:pPr lvl="0"/>
            <a:r>
              <a:rPr lang="en-US"/>
              <a:t>Enter your subtitle here,</a:t>
            </a:r>
            <a:br>
              <a:rPr lang="en-US"/>
            </a:br>
            <a:r>
              <a:rPr lang="en-US"/>
              <a:t>no more than two lines.</a:t>
            </a:r>
          </a:p>
        </p:txBody>
      </p:sp>
      <p:sp>
        <p:nvSpPr>
          <p:cNvPr id="14" name="Picture Placeholder 5">
            <a:extLst>
              <a:ext uri="{FF2B5EF4-FFF2-40B4-BE49-F238E27FC236}">
                <a16:creationId xmlns:a16="http://schemas.microsoft.com/office/drawing/2014/main" id="{FBF6D181-AD32-274F-87C2-22634D9D3930}"/>
              </a:ext>
              <a:ext uri="{C183D7F6-B498-43B3-948B-1728B52AA6E4}">
                <adec:decorative xmlns:adec="http://schemas.microsoft.com/office/drawing/2017/decorative" val="1"/>
              </a:ext>
            </a:extLst>
          </p:cNvPr>
          <p:cNvSpPr>
            <a:spLocks noGrp="1"/>
          </p:cNvSpPr>
          <p:nvPr>
            <p:ph type="pic" sz="quarter" idx="11" hasCustomPrompt="1"/>
          </p:nvPr>
        </p:nvSpPr>
        <p:spPr>
          <a:xfrm>
            <a:off x="3776007" y="1499236"/>
            <a:ext cx="9140952" cy="10607484"/>
          </a:xfrm>
          <a:custGeom>
            <a:avLst/>
            <a:gdLst>
              <a:gd name="connsiteX0" fmla="*/ 3837210 w 9140953"/>
              <a:gd name="connsiteY0" fmla="*/ 0 h 10607484"/>
              <a:gd name="connsiteX1" fmla="*/ 9140953 w 9140953"/>
              <a:gd name="connsiteY1" fmla="*/ 5303742 h 10607484"/>
              <a:gd name="connsiteX2" fmla="*/ 3837210 w 9140953"/>
              <a:gd name="connsiteY2" fmla="*/ 10607484 h 10607484"/>
              <a:gd name="connsiteX3" fmla="*/ 86898 w 9140953"/>
              <a:gd name="connsiteY3" fmla="*/ 9054054 h 10607484"/>
              <a:gd name="connsiteX4" fmla="*/ 0 w 9140953"/>
              <a:gd name="connsiteY4" fmla="*/ 8962910 h 10607484"/>
              <a:gd name="connsiteX5" fmla="*/ 0 w 9140953"/>
              <a:gd name="connsiteY5" fmla="*/ 1644574 h 10607484"/>
              <a:gd name="connsiteX6" fmla="*/ 86898 w 9140953"/>
              <a:gd name="connsiteY6" fmla="*/ 1553430 h 10607484"/>
              <a:gd name="connsiteX7" fmla="*/ 3837210 w 9140953"/>
              <a:gd name="connsiteY7" fmla="*/ 0 h 1060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0953" h="10607484">
                <a:moveTo>
                  <a:pt x="3837210" y="0"/>
                </a:moveTo>
                <a:cubicBezTo>
                  <a:pt x="6766386" y="0"/>
                  <a:pt x="9140953" y="2374566"/>
                  <a:pt x="9140953" y="5303742"/>
                </a:cubicBezTo>
                <a:cubicBezTo>
                  <a:pt x="9140953" y="8232918"/>
                  <a:pt x="6766386" y="10607484"/>
                  <a:pt x="3837210" y="10607484"/>
                </a:cubicBezTo>
                <a:cubicBezTo>
                  <a:pt x="2372622" y="10607484"/>
                  <a:pt x="1046687" y="10013842"/>
                  <a:pt x="86898" y="9054054"/>
                </a:cubicBezTo>
                <a:lnTo>
                  <a:pt x="0" y="8962910"/>
                </a:lnTo>
                <a:lnTo>
                  <a:pt x="0" y="1644574"/>
                </a:lnTo>
                <a:lnTo>
                  <a:pt x="86898" y="1553430"/>
                </a:lnTo>
                <a:cubicBezTo>
                  <a:pt x="1046687" y="593642"/>
                  <a:pt x="2372622" y="0"/>
                  <a:pt x="3837210" y="0"/>
                </a:cubicBezTo>
                <a:close/>
              </a:path>
            </a:pathLst>
          </a:custGeom>
          <a:pattFill prst="wdUpDiag">
            <a:fgClr>
              <a:srgbClr val="FADFD9"/>
            </a:fgClr>
            <a:bgClr>
              <a:schemeClr val="bg1"/>
            </a:bgClr>
          </a:pattFill>
        </p:spPr>
        <p:txBody>
          <a:bodyPr wrap="square" anchor="ctr">
            <a:noAutofit/>
          </a:bodyPr>
          <a:lstStyle>
            <a:lvl1pPr marL="0" indent="0" algn="ctr">
              <a:buFontTx/>
              <a:buNone/>
              <a:defRPr sz="4400">
                <a:solidFill>
                  <a:schemeClr val="accent6"/>
                </a:solidFill>
              </a:defRPr>
            </a:lvl1pPr>
          </a:lstStyle>
          <a:p>
            <a:r>
              <a:rPr lang="en-US"/>
              <a:t>Drag and drop image here</a:t>
            </a:r>
          </a:p>
        </p:txBody>
      </p:sp>
      <p:sp>
        <p:nvSpPr>
          <p:cNvPr id="15" name="Rectangle 14">
            <a:extLst>
              <a:ext uri="{FF2B5EF4-FFF2-40B4-BE49-F238E27FC236}">
                <a16:creationId xmlns:a16="http://schemas.microsoft.com/office/drawing/2014/main" id="{1F625EF2-65DF-8D4E-946C-828125337E8B}"/>
              </a:ext>
              <a:ext uri="{C183D7F6-B498-43B3-948B-1728B52AA6E4}">
                <adec:decorative xmlns:adec="http://schemas.microsoft.com/office/drawing/2017/decorative" val="1"/>
              </a:ext>
            </a:extLst>
          </p:cNvPr>
          <p:cNvSpPr/>
          <p:nvPr/>
        </p:nvSpPr>
        <p:spPr>
          <a:xfrm>
            <a:off x="9238" y="0"/>
            <a:ext cx="3759199"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16" name="Freeform 15">
            <a:extLst>
              <a:ext uri="{FF2B5EF4-FFF2-40B4-BE49-F238E27FC236}">
                <a16:creationId xmlns:a16="http://schemas.microsoft.com/office/drawing/2014/main" id="{2B694B65-96BB-0E40-B07B-3C6741EABA65}"/>
              </a:ext>
              <a:ext uri="{C183D7F6-B498-43B3-948B-1728B52AA6E4}">
                <adec:decorative xmlns:adec="http://schemas.microsoft.com/office/drawing/2017/decorative" val="1"/>
              </a:ext>
            </a:extLst>
          </p:cNvPr>
          <p:cNvSpPr/>
          <p:nvPr/>
        </p:nvSpPr>
        <p:spPr>
          <a:xfrm>
            <a:off x="2267961" y="3156361"/>
            <a:ext cx="1493979" cy="7368478"/>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pic>
        <p:nvPicPr>
          <p:cNvPr id="8" name="Logo">
            <a:extLst>
              <a:ext uri="{FF2B5EF4-FFF2-40B4-BE49-F238E27FC236}">
                <a16:creationId xmlns:a16="http://schemas.microsoft.com/office/drawing/2014/main" id="{D86510FE-608E-FE43-88E1-9161D8D77D0A}"/>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60506"/>
            <a:ext cx="2182620" cy="552276"/>
          </a:xfrm>
          <a:prstGeom prst="rect">
            <a:avLst/>
          </a:prstGeom>
        </p:spPr>
      </p:pic>
      <p:sp>
        <p:nvSpPr>
          <p:cNvPr id="9" name="Folded Corner 8">
            <a:extLst>
              <a:ext uri="{FF2B5EF4-FFF2-40B4-BE49-F238E27FC236}">
                <a16:creationId xmlns:a16="http://schemas.microsoft.com/office/drawing/2014/main" id="{A13CA8E8-1770-484A-91D4-CAC94E608DE7}"/>
              </a:ext>
              <a:ext uri="{C183D7F6-B498-43B3-948B-1728B52AA6E4}">
                <adec:decorative xmlns:adec="http://schemas.microsoft.com/office/drawing/2017/decorative" val="1"/>
              </a:ext>
            </a:extLst>
          </p:cNvPr>
          <p:cNvSpPr/>
          <p:nvPr/>
        </p:nvSpPr>
        <p:spPr>
          <a:xfrm>
            <a:off x="0" y="-1447800"/>
            <a:ext cx="11202987" cy="10391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To highlight image with intersection on left and titles on right.</a:t>
            </a: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7068346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arkamber_title and image 6">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A9536DB-88B1-F348-B486-CB74E9E566D4}"/>
              </a:ext>
            </a:extLst>
          </p:cNvPr>
          <p:cNvSpPr>
            <a:spLocks noGrp="1"/>
          </p:cNvSpPr>
          <p:nvPr>
            <p:ph type="title" hasCustomPrompt="1"/>
          </p:nvPr>
        </p:nvSpPr>
        <p:spPr>
          <a:xfrm>
            <a:off x="15089186" y="4691856"/>
            <a:ext cx="7696202" cy="2560952"/>
          </a:xfrm>
          <a:noFill/>
        </p:spPr>
        <p:txBody>
          <a:bodyPr vert="horz" lIns="0" tIns="45720" rIns="0" bIns="45720" rtlCol="0" anchor="b" anchorCtr="0">
            <a:noAutofit/>
          </a:bodyPr>
          <a:lstStyle>
            <a:lvl1pPr>
              <a:defRPr lang="en-US" sz="9598" dirty="0">
                <a:solidFill>
                  <a:schemeClr val="accent2"/>
                </a:solidFill>
                <a:ea typeface="+mn-ea"/>
                <a:cs typeface="+mn-cs"/>
              </a:defRPr>
            </a:lvl1pPr>
          </a:lstStyle>
          <a:p>
            <a:pPr lvl="0"/>
            <a:r>
              <a:rPr lang="en-US"/>
              <a:t>Enter slide title here in two lines</a:t>
            </a:r>
          </a:p>
        </p:txBody>
      </p:sp>
      <p:sp>
        <p:nvSpPr>
          <p:cNvPr id="12" name="Text Placeholder 30">
            <a:extLst>
              <a:ext uri="{FF2B5EF4-FFF2-40B4-BE49-F238E27FC236}">
                <a16:creationId xmlns:a16="http://schemas.microsoft.com/office/drawing/2014/main" id="{DCEB6271-98C3-2C40-977D-F60CDC872799}"/>
              </a:ext>
            </a:extLst>
          </p:cNvPr>
          <p:cNvSpPr>
            <a:spLocks noGrp="1"/>
          </p:cNvSpPr>
          <p:nvPr>
            <p:ph type="body" sz="quarter" idx="12" hasCustomPrompt="1"/>
          </p:nvPr>
        </p:nvSpPr>
        <p:spPr>
          <a:xfrm>
            <a:off x="15099325" y="7430081"/>
            <a:ext cx="7250366" cy="1502394"/>
          </a:xfrm>
        </p:spPr>
        <p:txBody>
          <a:bodyPr>
            <a:noAutofit/>
          </a:bodyPr>
          <a:lstStyle>
            <a:lvl1pPr marL="0" indent="0">
              <a:lnSpc>
                <a:spcPts val="6478"/>
              </a:lnSpc>
              <a:buFontTx/>
              <a:buNone/>
              <a:defRPr sz="5398">
                <a:solidFill>
                  <a:srgbClr val="5B696B"/>
                </a:solidFill>
              </a:defRPr>
            </a:lvl1pPr>
            <a:lvl2pPr marL="914218" indent="0">
              <a:buFontTx/>
              <a:buNone/>
              <a:defRPr sz="3600"/>
            </a:lvl2pPr>
            <a:lvl3pPr marL="1828434" indent="0">
              <a:buFontTx/>
              <a:buNone/>
              <a:defRPr sz="3600"/>
            </a:lvl3pPr>
            <a:lvl4pPr marL="2742652" indent="0">
              <a:buFontTx/>
              <a:buNone/>
              <a:defRPr sz="3600"/>
            </a:lvl4pPr>
            <a:lvl5pPr marL="3656868" indent="0">
              <a:buFontTx/>
              <a:buNone/>
              <a:defRPr sz="3600"/>
            </a:lvl5pPr>
          </a:lstStyle>
          <a:p>
            <a:pPr lvl="0"/>
            <a:r>
              <a:rPr lang="en-US"/>
              <a:t>Enter your subtitle here,</a:t>
            </a:r>
            <a:br>
              <a:rPr lang="en-US"/>
            </a:br>
            <a:r>
              <a:rPr lang="en-US"/>
              <a:t>no more than two lines.</a:t>
            </a:r>
          </a:p>
        </p:txBody>
      </p:sp>
      <p:sp>
        <p:nvSpPr>
          <p:cNvPr id="13" name="Picture Placeholder 5">
            <a:extLst>
              <a:ext uri="{FF2B5EF4-FFF2-40B4-BE49-F238E27FC236}">
                <a16:creationId xmlns:a16="http://schemas.microsoft.com/office/drawing/2014/main" id="{5969E544-1FEC-CA4F-9166-A7512F43A88E}"/>
              </a:ext>
              <a:ext uri="{C183D7F6-B498-43B3-948B-1728B52AA6E4}">
                <adec:decorative xmlns:adec="http://schemas.microsoft.com/office/drawing/2017/decorative" val="1"/>
              </a:ext>
            </a:extLst>
          </p:cNvPr>
          <p:cNvSpPr>
            <a:spLocks noGrp="1"/>
          </p:cNvSpPr>
          <p:nvPr>
            <p:ph type="pic" sz="quarter" idx="11" hasCustomPrompt="1"/>
          </p:nvPr>
        </p:nvSpPr>
        <p:spPr>
          <a:xfrm>
            <a:off x="3776007" y="1499236"/>
            <a:ext cx="9140952" cy="10607484"/>
          </a:xfrm>
          <a:custGeom>
            <a:avLst/>
            <a:gdLst>
              <a:gd name="connsiteX0" fmla="*/ 3837210 w 9140953"/>
              <a:gd name="connsiteY0" fmla="*/ 0 h 10607484"/>
              <a:gd name="connsiteX1" fmla="*/ 9140953 w 9140953"/>
              <a:gd name="connsiteY1" fmla="*/ 5303742 h 10607484"/>
              <a:gd name="connsiteX2" fmla="*/ 3837210 w 9140953"/>
              <a:gd name="connsiteY2" fmla="*/ 10607484 h 10607484"/>
              <a:gd name="connsiteX3" fmla="*/ 86898 w 9140953"/>
              <a:gd name="connsiteY3" fmla="*/ 9054054 h 10607484"/>
              <a:gd name="connsiteX4" fmla="*/ 0 w 9140953"/>
              <a:gd name="connsiteY4" fmla="*/ 8962910 h 10607484"/>
              <a:gd name="connsiteX5" fmla="*/ 0 w 9140953"/>
              <a:gd name="connsiteY5" fmla="*/ 1644574 h 10607484"/>
              <a:gd name="connsiteX6" fmla="*/ 86898 w 9140953"/>
              <a:gd name="connsiteY6" fmla="*/ 1553430 h 10607484"/>
              <a:gd name="connsiteX7" fmla="*/ 3837210 w 9140953"/>
              <a:gd name="connsiteY7" fmla="*/ 0 h 1060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0953" h="10607484">
                <a:moveTo>
                  <a:pt x="3837210" y="0"/>
                </a:moveTo>
                <a:cubicBezTo>
                  <a:pt x="6766386" y="0"/>
                  <a:pt x="9140953" y="2374566"/>
                  <a:pt x="9140953" y="5303742"/>
                </a:cubicBezTo>
                <a:cubicBezTo>
                  <a:pt x="9140953" y="8232918"/>
                  <a:pt x="6766386" y="10607484"/>
                  <a:pt x="3837210" y="10607484"/>
                </a:cubicBezTo>
                <a:cubicBezTo>
                  <a:pt x="2372622" y="10607484"/>
                  <a:pt x="1046687" y="10013842"/>
                  <a:pt x="86898" y="9054054"/>
                </a:cubicBezTo>
                <a:lnTo>
                  <a:pt x="0" y="8962910"/>
                </a:lnTo>
                <a:lnTo>
                  <a:pt x="0" y="1644574"/>
                </a:lnTo>
                <a:lnTo>
                  <a:pt x="86898" y="1553430"/>
                </a:lnTo>
                <a:cubicBezTo>
                  <a:pt x="1046687" y="593642"/>
                  <a:pt x="2372622" y="0"/>
                  <a:pt x="3837210" y="0"/>
                </a:cubicBezTo>
                <a:close/>
              </a:path>
            </a:pathLst>
          </a:custGeom>
          <a:pattFill prst="wdUpDiag">
            <a:fgClr>
              <a:srgbClr val="FADFD9"/>
            </a:fgClr>
            <a:bgClr>
              <a:schemeClr val="bg1"/>
            </a:bgClr>
          </a:pattFill>
        </p:spPr>
        <p:txBody>
          <a:bodyPr wrap="square" anchor="ctr">
            <a:noAutofit/>
          </a:bodyPr>
          <a:lstStyle>
            <a:lvl1pPr marL="0" indent="0" algn="ctr">
              <a:buFontTx/>
              <a:buNone/>
              <a:defRPr sz="4400">
                <a:solidFill>
                  <a:schemeClr val="accent6"/>
                </a:solidFill>
              </a:defRPr>
            </a:lvl1pPr>
          </a:lstStyle>
          <a:p>
            <a:r>
              <a:rPr lang="en-US"/>
              <a:t>Drag and drop image here</a:t>
            </a:r>
          </a:p>
        </p:txBody>
      </p:sp>
      <p:sp>
        <p:nvSpPr>
          <p:cNvPr id="14" name="Rectangle 13">
            <a:extLst>
              <a:ext uri="{FF2B5EF4-FFF2-40B4-BE49-F238E27FC236}">
                <a16:creationId xmlns:a16="http://schemas.microsoft.com/office/drawing/2014/main" id="{F87E43C3-5AA7-684E-9C70-9114C1379213}"/>
              </a:ext>
              <a:ext uri="{C183D7F6-B498-43B3-948B-1728B52AA6E4}">
                <adec:decorative xmlns:adec="http://schemas.microsoft.com/office/drawing/2017/decorative" val="1"/>
              </a:ext>
            </a:extLst>
          </p:cNvPr>
          <p:cNvSpPr/>
          <p:nvPr/>
        </p:nvSpPr>
        <p:spPr>
          <a:xfrm>
            <a:off x="9238" y="0"/>
            <a:ext cx="3759199"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15" name="Freeform 14">
            <a:extLst>
              <a:ext uri="{FF2B5EF4-FFF2-40B4-BE49-F238E27FC236}">
                <a16:creationId xmlns:a16="http://schemas.microsoft.com/office/drawing/2014/main" id="{54C37A0E-2763-6640-83E5-70884E9E1E09}"/>
              </a:ext>
              <a:ext uri="{C183D7F6-B498-43B3-948B-1728B52AA6E4}">
                <adec:decorative xmlns:adec="http://schemas.microsoft.com/office/drawing/2017/decorative" val="1"/>
              </a:ext>
            </a:extLst>
          </p:cNvPr>
          <p:cNvSpPr/>
          <p:nvPr/>
        </p:nvSpPr>
        <p:spPr>
          <a:xfrm>
            <a:off x="2267961" y="3156361"/>
            <a:ext cx="1493979" cy="7368478"/>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pic>
        <p:nvPicPr>
          <p:cNvPr id="8" name="Logo">
            <a:extLst>
              <a:ext uri="{FF2B5EF4-FFF2-40B4-BE49-F238E27FC236}">
                <a16:creationId xmlns:a16="http://schemas.microsoft.com/office/drawing/2014/main" id="{5618B28A-35BB-5D4F-AC96-12330323DF10}"/>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60506"/>
            <a:ext cx="2182620" cy="552276"/>
          </a:xfrm>
          <a:prstGeom prst="rect">
            <a:avLst/>
          </a:prstGeom>
        </p:spPr>
      </p:pic>
      <p:sp>
        <p:nvSpPr>
          <p:cNvPr id="9" name="Folded Corner 8">
            <a:extLst>
              <a:ext uri="{FF2B5EF4-FFF2-40B4-BE49-F238E27FC236}">
                <a16:creationId xmlns:a16="http://schemas.microsoft.com/office/drawing/2014/main" id="{233EC068-4002-A847-8D8A-66E873345119}"/>
              </a:ext>
              <a:ext uri="{C183D7F6-B498-43B3-948B-1728B52AA6E4}">
                <adec:decorative xmlns:adec="http://schemas.microsoft.com/office/drawing/2017/decorative" val="1"/>
              </a:ext>
            </a:extLst>
          </p:cNvPr>
          <p:cNvSpPr/>
          <p:nvPr/>
        </p:nvSpPr>
        <p:spPr>
          <a:xfrm>
            <a:off x="0" y="-1447800"/>
            <a:ext cx="11202987" cy="10391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To highlight image with intersection on left and titles on right.</a:t>
            </a: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4019734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green_title list image 6">
    <p:spTree>
      <p:nvGrpSpPr>
        <p:cNvPr id="1" name=""/>
        <p:cNvGrpSpPr/>
        <p:nvPr/>
      </p:nvGrpSpPr>
      <p:grpSpPr>
        <a:xfrm>
          <a:off x="0" y="0"/>
          <a:ext cx="0" cy="0"/>
          <a:chOff x="0" y="0"/>
          <a:chExt cx="0" cy="0"/>
        </a:xfrm>
      </p:grpSpPr>
      <p:sp>
        <p:nvSpPr>
          <p:cNvPr id="15" name="Title 7">
            <a:extLst>
              <a:ext uri="{FF2B5EF4-FFF2-40B4-BE49-F238E27FC236}">
                <a16:creationId xmlns:a16="http://schemas.microsoft.com/office/drawing/2014/main" id="{8159D64C-5DC1-A349-A3C7-97B93EDBB69D}"/>
              </a:ext>
            </a:extLst>
          </p:cNvPr>
          <p:cNvSpPr>
            <a:spLocks noGrp="1"/>
          </p:cNvSpPr>
          <p:nvPr>
            <p:ph type="title" hasCustomPrompt="1"/>
          </p:nvPr>
        </p:nvSpPr>
        <p:spPr>
          <a:xfrm>
            <a:off x="1525590" y="1524001"/>
            <a:ext cx="19113726" cy="917134"/>
          </a:xfrm>
        </p:spPr>
        <p:txBody>
          <a:bodyPr tIns="0" bIns="0"/>
          <a:lstStyle/>
          <a:p>
            <a:r>
              <a:rPr lang="en-US"/>
              <a:t>Enter slide title here</a:t>
            </a:r>
          </a:p>
        </p:txBody>
      </p:sp>
      <p:sp>
        <p:nvSpPr>
          <p:cNvPr id="16" name="Text Placeholder 8">
            <a:extLst>
              <a:ext uri="{FF2B5EF4-FFF2-40B4-BE49-F238E27FC236}">
                <a16:creationId xmlns:a16="http://schemas.microsoft.com/office/drawing/2014/main" id="{48D0869C-7FD6-7C4E-B784-D5DEE5E1B180}"/>
              </a:ext>
            </a:extLst>
          </p:cNvPr>
          <p:cNvSpPr>
            <a:spLocks noGrp="1"/>
          </p:cNvSpPr>
          <p:nvPr>
            <p:ph type="body" sz="quarter" idx="17" hasCustomPrompt="1"/>
          </p:nvPr>
        </p:nvSpPr>
        <p:spPr>
          <a:xfrm>
            <a:off x="1525589" y="2429314"/>
            <a:ext cx="10611728" cy="1371600"/>
          </a:xfrm>
        </p:spPr>
        <p:txBody>
          <a:bodyPr lIns="0" tIns="0" bIns="0"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subtitle or descriptor here in one line</a:t>
            </a:r>
          </a:p>
        </p:txBody>
      </p:sp>
      <p:sp>
        <p:nvSpPr>
          <p:cNvPr id="13" name="Text Placeholder 2">
            <a:extLst>
              <a:ext uri="{FF2B5EF4-FFF2-40B4-BE49-F238E27FC236}">
                <a16:creationId xmlns:a16="http://schemas.microsoft.com/office/drawing/2014/main" id="{04135711-9D49-904F-9940-12A40616EC6C}"/>
              </a:ext>
            </a:extLst>
          </p:cNvPr>
          <p:cNvSpPr>
            <a:spLocks noGrp="1"/>
          </p:cNvSpPr>
          <p:nvPr>
            <p:ph type="body" sz="quarter" idx="18"/>
          </p:nvPr>
        </p:nvSpPr>
        <p:spPr>
          <a:xfrm>
            <a:off x="1378832" y="5026473"/>
            <a:ext cx="10814756" cy="6661150"/>
          </a:xfrm>
        </p:spPr>
        <p:txBody>
          <a:bodyPr>
            <a:normAutofit/>
          </a:bodyPr>
          <a:lstStyle>
            <a:lvl1pPr marL="571386" indent="-571386">
              <a:buFont typeface="Arial" panose="020B0604020202020204" pitchFamily="34" charset="0"/>
              <a:buChar char="•"/>
              <a:defRPr sz="4400"/>
            </a:lvl1pPr>
            <a:lvl2pPr marL="1485602" indent="-571386">
              <a:buFont typeface="Arial" panose="020B0604020202020204" pitchFamily="34" charset="0"/>
              <a:buChar char="•"/>
              <a:defRPr sz="4400"/>
            </a:lvl2pPr>
            <a:lvl3pPr marL="2399820" indent="-571386">
              <a:buFont typeface="Arial" panose="020B0604020202020204" pitchFamily="34" charset="0"/>
              <a:buChar char="•"/>
              <a:defRPr sz="4400"/>
            </a:lvl3pPr>
            <a:lvl4pPr marL="3314038" indent="-571386">
              <a:buFont typeface="Arial" panose="020B0604020202020204" pitchFamily="34" charset="0"/>
              <a:buChar char="•"/>
              <a:defRPr sz="4400"/>
            </a:lvl4pPr>
            <a:lvl5pPr marL="4228254" indent="-571386">
              <a:buFont typeface="Arial" panose="020B0604020202020204" pitchFamily="34" charset="0"/>
              <a:buChar char="•"/>
              <a:defRPr sz="4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DC77D79F-A880-0D4D-B763-133111E011E9}"/>
              </a:ext>
              <a:ext uri="{C183D7F6-B498-43B3-948B-1728B52AA6E4}">
                <adec:decorative xmlns:adec="http://schemas.microsoft.com/office/drawing/2017/decorative" val="1"/>
              </a:ext>
            </a:extLst>
          </p:cNvPr>
          <p:cNvSpPr/>
          <p:nvPr/>
        </p:nvSpPr>
        <p:spPr>
          <a:xfrm>
            <a:off x="20607271" y="2"/>
            <a:ext cx="3779904"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27" name="Picture Placeholder 26">
            <a:extLst>
              <a:ext uri="{FF2B5EF4-FFF2-40B4-BE49-F238E27FC236}">
                <a16:creationId xmlns:a16="http://schemas.microsoft.com/office/drawing/2014/main" id="{B1E40070-C3B7-BF4E-9782-F5D9E2B11A4F}"/>
              </a:ext>
              <a:ext uri="{C183D7F6-B498-43B3-948B-1728B52AA6E4}">
                <adec:decorative xmlns:adec="http://schemas.microsoft.com/office/drawing/2017/decorative" val="1"/>
              </a:ext>
            </a:extLst>
          </p:cNvPr>
          <p:cNvSpPr>
            <a:spLocks noGrp="1"/>
          </p:cNvSpPr>
          <p:nvPr>
            <p:ph type="pic" sz="quarter" idx="12" hasCustomPrompt="1"/>
          </p:nvPr>
        </p:nvSpPr>
        <p:spPr>
          <a:xfrm>
            <a:off x="13333069" y="3030614"/>
            <a:ext cx="7274201" cy="8455292"/>
          </a:xfrm>
          <a:custGeom>
            <a:avLst/>
            <a:gdLst>
              <a:gd name="connsiteX0" fmla="*/ 4227646 w 7274202"/>
              <a:gd name="connsiteY0" fmla="*/ 0 h 8455292"/>
              <a:gd name="connsiteX1" fmla="*/ 7217043 w 7274202"/>
              <a:gd name="connsiteY1" fmla="*/ 1238249 h 8455292"/>
              <a:gd name="connsiteX2" fmla="*/ 7274202 w 7274202"/>
              <a:gd name="connsiteY2" fmla="*/ 1301140 h 8455292"/>
              <a:gd name="connsiteX3" fmla="*/ 7274202 w 7274202"/>
              <a:gd name="connsiteY3" fmla="*/ 7154152 h 8455292"/>
              <a:gd name="connsiteX4" fmla="*/ 7217043 w 7274202"/>
              <a:gd name="connsiteY4" fmla="*/ 7217043 h 8455292"/>
              <a:gd name="connsiteX5" fmla="*/ 4227646 w 7274202"/>
              <a:gd name="connsiteY5" fmla="*/ 8455292 h 8455292"/>
              <a:gd name="connsiteX6" fmla="*/ 0 w 7274202"/>
              <a:gd name="connsiteY6" fmla="*/ 4227646 h 8455292"/>
              <a:gd name="connsiteX7" fmla="*/ 4227646 w 7274202"/>
              <a:gd name="connsiteY7" fmla="*/ 0 h 845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202" h="8455292">
                <a:moveTo>
                  <a:pt x="4227646" y="0"/>
                </a:moveTo>
                <a:cubicBezTo>
                  <a:pt x="5395078" y="0"/>
                  <a:pt x="6451990" y="473196"/>
                  <a:pt x="7217043" y="1238249"/>
                </a:cubicBezTo>
                <a:lnTo>
                  <a:pt x="7274202" y="1301140"/>
                </a:lnTo>
                <a:lnTo>
                  <a:pt x="7274202" y="7154152"/>
                </a:lnTo>
                <a:lnTo>
                  <a:pt x="7217043" y="7217043"/>
                </a:lnTo>
                <a:cubicBezTo>
                  <a:pt x="6451990" y="7982097"/>
                  <a:pt x="5395078" y="8455292"/>
                  <a:pt x="4227646" y="8455292"/>
                </a:cubicBezTo>
                <a:cubicBezTo>
                  <a:pt x="1892782" y="8455292"/>
                  <a:pt x="0" y="6562510"/>
                  <a:pt x="0" y="4227646"/>
                </a:cubicBezTo>
                <a:cubicBezTo>
                  <a:pt x="0" y="1892782"/>
                  <a:pt x="1892782" y="0"/>
                  <a:pt x="4227646" y="0"/>
                </a:cubicBezTo>
                <a:close/>
              </a:path>
            </a:pathLst>
          </a:custGeom>
          <a:pattFill prst="wdUpDiag">
            <a:fgClr>
              <a:srgbClr val="FADFD9"/>
            </a:fgClr>
            <a:bgClr>
              <a:schemeClr val="bg1"/>
            </a:bgClr>
          </a:pattFill>
        </p:spPr>
        <p:txBody>
          <a:bodyPr wrap="square" lIns="1828800" anchor="ctr" anchorCtr="0">
            <a:noAutofit/>
          </a:bodyPr>
          <a:lstStyle>
            <a:lvl1pPr marL="0" indent="0" algn="l">
              <a:buFontTx/>
              <a:buNone/>
              <a:defRPr>
                <a:solidFill>
                  <a:schemeClr val="tx1"/>
                </a:solidFill>
              </a:defRPr>
            </a:lvl1pPr>
          </a:lstStyle>
          <a:p>
            <a:r>
              <a:rPr lang="en-US"/>
              <a:t>Drag and drop</a:t>
            </a:r>
          </a:p>
          <a:p>
            <a:r>
              <a:rPr lang="en-US"/>
              <a:t>image here</a:t>
            </a:r>
          </a:p>
        </p:txBody>
      </p:sp>
      <p:sp>
        <p:nvSpPr>
          <p:cNvPr id="12" name="Freeform 11">
            <a:extLst>
              <a:ext uri="{FF2B5EF4-FFF2-40B4-BE49-F238E27FC236}">
                <a16:creationId xmlns:a16="http://schemas.microsoft.com/office/drawing/2014/main" id="{051F3015-36BB-054C-B47F-F4C1BF535199}"/>
              </a:ext>
              <a:ext uri="{C183D7F6-B498-43B3-948B-1728B52AA6E4}">
                <adec:decorative xmlns:adec="http://schemas.microsoft.com/office/drawing/2017/decorative" val="1"/>
              </a:ext>
            </a:extLst>
          </p:cNvPr>
          <p:cNvSpPr/>
          <p:nvPr/>
        </p:nvSpPr>
        <p:spPr>
          <a:xfrm flipH="1">
            <a:off x="20607269" y="4337182"/>
            <a:ext cx="1187207" cy="5841140"/>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1" name="Folded Corner 10">
            <a:extLst>
              <a:ext uri="{FF2B5EF4-FFF2-40B4-BE49-F238E27FC236}">
                <a16:creationId xmlns:a16="http://schemas.microsoft.com/office/drawing/2014/main" id="{C3FEC773-B7DA-0C43-B96C-CBB975AEC66D}"/>
              </a:ext>
              <a:ext uri="{C183D7F6-B498-43B3-948B-1728B52AA6E4}">
                <adec:decorative xmlns:adec="http://schemas.microsoft.com/office/drawing/2017/decorative" val="1"/>
              </a:ext>
            </a:extLst>
          </p:cNvPr>
          <p:cNvSpPr/>
          <p:nvPr/>
        </p:nvSpPr>
        <p:spPr>
          <a:xfrm>
            <a:off x="1" y="-2666999"/>
            <a:ext cx="11964988" cy="2189846"/>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a:t>
            </a:r>
            <a:r>
              <a:rPr lang="en-US" sz="2400">
                <a:solidFill>
                  <a:schemeClr val="tx1"/>
                </a:solidFill>
                <a:latin typeface="Source Sans Pro" charset="0"/>
                <a:ea typeface="Source Sans Pro" charset="0"/>
                <a:cs typeface="Source Sans Pro" charset="0"/>
              </a:rPr>
              <a:t>: Circle image with color intersection with titles and cascading bullet points.</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Crop and move as needed. Replace text placeholder with your own words.</a:t>
            </a:r>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4280773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amber_title list image 6">
    <p:spTree>
      <p:nvGrpSpPr>
        <p:cNvPr id="1" name=""/>
        <p:cNvGrpSpPr/>
        <p:nvPr/>
      </p:nvGrpSpPr>
      <p:grpSpPr>
        <a:xfrm>
          <a:off x="0" y="0"/>
          <a:ext cx="0" cy="0"/>
          <a:chOff x="0" y="0"/>
          <a:chExt cx="0" cy="0"/>
        </a:xfrm>
      </p:grpSpPr>
      <p:sp>
        <p:nvSpPr>
          <p:cNvPr id="25" name="Title 7">
            <a:extLst>
              <a:ext uri="{FF2B5EF4-FFF2-40B4-BE49-F238E27FC236}">
                <a16:creationId xmlns:a16="http://schemas.microsoft.com/office/drawing/2014/main" id="{FA6E4567-3F16-6D48-8F25-9E304B4B55B4}"/>
              </a:ext>
            </a:extLst>
          </p:cNvPr>
          <p:cNvSpPr>
            <a:spLocks noGrp="1"/>
          </p:cNvSpPr>
          <p:nvPr>
            <p:ph type="title" hasCustomPrompt="1"/>
          </p:nvPr>
        </p:nvSpPr>
        <p:spPr>
          <a:xfrm>
            <a:off x="1525590" y="1524001"/>
            <a:ext cx="19113726" cy="917134"/>
          </a:xfrm>
        </p:spPr>
        <p:txBody>
          <a:bodyPr tIns="0" bIns="0"/>
          <a:lstStyle>
            <a:lvl1pPr>
              <a:defRPr/>
            </a:lvl1pPr>
          </a:lstStyle>
          <a:p>
            <a:r>
              <a:rPr lang="en-US"/>
              <a:t>Enter slide title here</a:t>
            </a:r>
          </a:p>
        </p:txBody>
      </p:sp>
      <p:sp>
        <p:nvSpPr>
          <p:cNvPr id="26" name="Text Placeholder 8">
            <a:extLst>
              <a:ext uri="{FF2B5EF4-FFF2-40B4-BE49-F238E27FC236}">
                <a16:creationId xmlns:a16="http://schemas.microsoft.com/office/drawing/2014/main" id="{30E36338-15CF-2243-AD95-AD0C85C0D016}"/>
              </a:ext>
            </a:extLst>
          </p:cNvPr>
          <p:cNvSpPr>
            <a:spLocks noGrp="1"/>
          </p:cNvSpPr>
          <p:nvPr>
            <p:ph type="body" sz="quarter" idx="17" hasCustomPrompt="1"/>
          </p:nvPr>
        </p:nvSpPr>
        <p:spPr>
          <a:xfrm>
            <a:off x="1525589" y="2429314"/>
            <a:ext cx="10611728" cy="1371600"/>
          </a:xfrm>
        </p:spPr>
        <p:txBody>
          <a:bodyPr lIns="0" tIns="0" bIns="0"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subtitle or descriptor here in one line</a:t>
            </a:r>
          </a:p>
        </p:txBody>
      </p:sp>
      <p:sp>
        <p:nvSpPr>
          <p:cNvPr id="17" name="Text Placeholder 2">
            <a:extLst>
              <a:ext uri="{FF2B5EF4-FFF2-40B4-BE49-F238E27FC236}">
                <a16:creationId xmlns:a16="http://schemas.microsoft.com/office/drawing/2014/main" id="{4A2CAE1A-497A-4242-8345-A8E050B91B2D}"/>
              </a:ext>
            </a:extLst>
          </p:cNvPr>
          <p:cNvSpPr>
            <a:spLocks noGrp="1"/>
          </p:cNvSpPr>
          <p:nvPr>
            <p:ph type="body" sz="quarter" idx="18"/>
          </p:nvPr>
        </p:nvSpPr>
        <p:spPr>
          <a:xfrm>
            <a:off x="1378832" y="5026473"/>
            <a:ext cx="10814756" cy="6661150"/>
          </a:xfrm>
        </p:spPr>
        <p:txBody>
          <a:bodyPr>
            <a:normAutofit/>
          </a:bodyPr>
          <a:lstStyle>
            <a:lvl1pPr marL="571386" indent="-571386">
              <a:buFont typeface="Arial" panose="020B0604020202020204" pitchFamily="34" charset="0"/>
              <a:buChar char="•"/>
              <a:defRPr sz="4400"/>
            </a:lvl1pPr>
            <a:lvl2pPr marL="1485602" indent="-571386">
              <a:buFont typeface="Arial" panose="020B0604020202020204" pitchFamily="34" charset="0"/>
              <a:buChar char="•"/>
              <a:defRPr sz="4400"/>
            </a:lvl2pPr>
            <a:lvl3pPr marL="2399820" indent="-571386">
              <a:buFont typeface="Arial" panose="020B0604020202020204" pitchFamily="34" charset="0"/>
              <a:buChar char="•"/>
              <a:defRPr sz="4400"/>
            </a:lvl3pPr>
            <a:lvl4pPr marL="3314038" indent="-571386">
              <a:buFont typeface="Arial" panose="020B0604020202020204" pitchFamily="34" charset="0"/>
              <a:buChar char="•"/>
              <a:defRPr sz="4400"/>
            </a:lvl4pPr>
            <a:lvl5pPr marL="4228254" indent="-571386">
              <a:buFont typeface="Arial" panose="020B0604020202020204" pitchFamily="34" charset="0"/>
              <a:buChar char="•"/>
              <a:defRPr sz="4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Rectangle 17">
            <a:extLst>
              <a:ext uri="{FF2B5EF4-FFF2-40B4-BE49-F238E27FC236}">
                <a16:creationId xmlns:a16="http://schemas.microsoft.com/office/drawing/2014/main" id="{36D42C4A-EB84-7B40-9B34-C41BA463CBDD}"/>
              </a:ext>
              <a:ext uri="{C183D7F6-B498-43B3-948B-1728B52AA6E4}">
                <adec:decorative xmlns:adec="http://schemas.microsoft.com/office/drawing/2017/decorative" val="1"/>
              </a:ext>
            </a:extLst>
          </p:cNvPr>
          <p:cNvSpPr/>
          <p:nvPr/>
        </p:nvSpPr>
        <p:spPr>
          <a:xfrm>
            <a:off x="20607271" y="2"/>
            <a:ext cx="3779904"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19" name="Picture Placeholder 26">
            <a:extLst>
              <a:ext uri="{FF2B5EF4-FFF2-40B4-BE49-F238E27FC236}">
                <a16:creationId xmlns:a16="http://schemas.microsoft.com/office/drawing/2014/main" id="{9EFD3F10-2C10-A14D-8DCE-C7296CC90585}"/>
              </a:ext>
              <a:ext uri="{C183D7F6-B498-43B3-948B-1728B52AA6E4}">
                <adec:decorative xmlns:adec="http://schemas.microsoft.com/office/drawing/2017/decorative" val="1"/>
              </a:ext>
            </a:extLst>
          </p:cNvPr>
          <p:cNvSpPr>
            <a:spLocks noGrp="1"/>
          </p:cNvSpPr>
          <p:nvPr>
            <p:ph type="pic" sz="quarter" idx="12" hasCustomPrompt="1"/>
          </p:nvPr>
        </p:nvSpPr>
        <p:spPr>
          <a:xfrm>
            <a:off x="13333069" y="3030614"/>
            <a:ext cx="7274201" cy="8455292"/>
          </a:xfrm>
          <a:custGeom>
            <a:avLst/>
            <a:gdLst>
              <a:gd name="connsiteX0" fmla="*/ 4227646 w 7274202"/>
              <a:gd name="connsiteY0" fmla="*/ 0 h 8455292"/>
              <a:gd name="connsiteX1" fmla="*/ 7217043 w 7274202"/>
              <a:gd name="connsiteY1" fmla="*/ 1238249 h 8455292"/>
              <a:gd name="connsiteX2" fmla="*/ 7274202 w 7274202"/>
              <a:gd name="connsiteY2" fmla="*/ 1301140 h 8455292"/>
              <a:gd name="connsiteX3" fmla="*/ 7274202 w 7274202"/>
              <a:gd name="connsiteY3" fmla="*/ 7154152 h 8455292"/>
              <a:gd name="connsiteX4" fmla="*/ 7217043 w 7274202"/>
              <a:gd name="connsiteY4" fmla="*/ 7217043 h 8455292"/>
              <a:gd name="connsiteX5" fmla="*/ 4227646 w 7274202"/>
              <a:gd name="connsiteY5" fmla="*/ 8455292 h 8455292"/>
              <a:gd name="connsiteX6" fmla="*/ 0 w 7274202"/>
              <a:gd name="connsiteY6" fmla="*/ 4227646 h 8455292"/>
              <a:gd name="connsiteX7" fmla="*/ 4227646 w 7274202"/>
              <a:gd name="connsiteY7" fmla="*/ 0 h 845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202" h="8455292">
                <a:moveTo>
                  <a:pt x="4227646" y="0"/>
                </a:moveTo>
                <a:cubicBezTo>
                  <a:pt x="5395078" y="0"/>
                  <a:pt x="6451990" y="473196"/>
                  <a:pt x="7217043" y="1238249"/>
                </a:cubicBezTo>
                <a:lnTo>
                  <a:pt x="7274202" y="1301140"/>
                </a:lnTo>
                <a:lnTo>
                  <a:pt x="7274202" y="7154152"/>
                </a:lnTo>
                <a:lnTo>
                  <a:pt x="7217043" y="7217043"/>
                </a:lnTo>
                <a:cubicBezTo>
                  <a:pt x="6451990" y="7982097"/>
                  <a:pt x="5395078" y="8455292"/>
                  <a:pt x="4227646" y="8455292"/>
                </a:cubicBezTo>
                <a:cubicBezTo>
                  <a:pt x="1892782" y="8455292"/>
                  <a:pt x="0" y="6562510"/>
                  <a:pt x="0" y="4227646"/>
                </a:cubicBezTo>
                <a:cubicBezTo>
                  <a:pt x="0" y="1892782"/>
                  <a:pt x="1892782" y="0"/>
                  <a:pt x="4227646" y="0"/>
                </a:cubicBezTo>
                <a:close/>
              </a:path>
            </a:pathLst>
          </a:custGeom>
          <a:pattFill prst="wdUpDiag">
            <a:fgClr>
              <a:srgbClr val="FADFD9"/>
            </a:fgClr>
            <a:bgClr>
              <a:schemeClr val="bg1"/>
            </a:bgClr>
          </a:pattFill>
        </p:spPr>
        <p:txBody>
          <a:bodyPr wrap="square" lIns="1828800" anchor="ctr" anchorCtr="0">
            <a:noAutofit/>
          </a:bodyPr>
          <a:lstStyle>
            <a:lvl1pPr marL="0" indent="0" algn="l">
              <a:buFontTx/>
              <a:buNone/>
              <a:defRPr>
                <a:solidFill>
                  <a:schemeClr val="tx1"/>
                </a:solidFill>
              </a:defRPr>
            </a:lvl1pPr>
          </a:lstStyle>
          <a:p>
            <a:r>
              <a:rPr lang="en-US"/>
              <a:t>Drag and drop</a:t>
            </a:r>
          </a:p>
          <a:p>
            <a:r>
              <a:rPr lang="en-US"/>
              <a:t>image here</a:t>
            </a:r>
          </a:p>
        </p:txBody>
      </p:sp>
      <p:sp>
        <p:nvSpPr>
          <p:cNvPr id="20" name="Freeform 19">
            <a:extLst>
              <a:ext uri="{FF2B5EF4-FFF2-40B4-BE49-F238E27FC236}">
                <a16:creationId xmlns:a16="http://schemas.microsoft.com/office/drawing/2014/main" id="{40C60CC5-170E-9842-AE62-3576F2532A4B}"/>
              </a:ext>
              <a:ext uri="{C183D7F6-B498-43B3-948B-1728B52AA6E4}">
                <adec:decorative xmlns:adec="http://schemas.microsoft.com/office/drawing/2017/decorative" val="1"/>
              </a:ext>
            </a:extLst>
          </p:cNvPr>
          <p:cNvSpPr/>
          <p:nvPr/>
        </p:nvSpPr>
        <p:spPr>
          <a:xfrm flipH="1">
            <a:off x="20607269" y="4337182"/>
            <a:ext cx="1187207" cy="5841140"/>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9" name="Folded Corner 8">
            <a:extLst>
              <a:ext uri="{FF2B5EF4-FFF2-40B4-BE49-F238E27FC236}">
                <a16:creationId xmlns:a16="http://schemas.microsoft.com/office/drawing/2014/main" id="{19B453B6-B4FD-D34F-BE43-4A00722D2BB2}"/>
              </a:ext>
              <a:ext uri="{C183D7F6-B498-43B3-948B-1728B52AA6E4}">
                <adec:decorative xmlns:adec="http://schemas.microsoft.com/office/drawing/2017/decorative" val="1"/>
              </a:ext>
            </a:extLst>
          </p:cNvPr>
          <p:cNvSpPr/>
          <p:nvPr/>
        </p:nvSpPr>
        <p:spPr>
          <a:xfrm>
            <a:off x="1" y="-2666999"/>
            <a:ext cx="11964988" cy="2189846"/>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a:t>
            </a:r>
            <a:r>
              <a:rPr lang="en-US" sz="2400">
                <a:solidFill>
                  <a:schemeClr val="tx1"/>
                </a:solidFill>
                <a:latin typeface="Source Sans Pro" charset="0"/>
                <a:ea typeface="Source Sans Pro" charset="0"/>
                <a:cs typeface="Source Sans Pro" charset="0"/>
              </a:rPr>
              <a:t>: Circle image with color intersection with titles and cascading bullet points.</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Crop and move as needed. Replace text placeholder with your own words.</a:t>
            </a:r>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9997886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red_title list image 6">
    <p:spTree>
      <p:nvGrpSpPr>
        <p:cNvPr id="1" name=""/>
        <p:cNvGrpSpPr/>
        <p:nvPr/>
      </p:nvGrpSpPr>
      <p:grpSpPr>
        <a:xfrm>
          <a:off x="0" y="0"/>
          <a:ext cx="0" cy="0"/>
          <a:chOff x="0" y="0"/>
          <a:chExt cx="0" cy="0"/>
        </a:xfrm>
      </p:grpSpPr>
      <p:sp>
        <p:nvSpPr>
          <p:cNvPr id="24" name="Title 7">
            <a:extLst>
              <a:ext uri="{FF2B5EF4-FFF2-40B4-BE49-F238E27FC236}">
                <a16:creationId xmlns:a16="http://schemas.microsoft.com/office/drawing/2014/main" id="{B66DECE7-7053-C143-8F52-17FDA0102D89}"/>
              </a:ext>
            </a:extLst>
          </p:cNvPr>
          <p:cNvSpPr>
            <a:spLocks noGrp="1"/>
          </p:cNvSpPr>
          <p:nvPr>
            <p:ph type="title" hasCustomPrompt="1"/>
          </p:nvPr>
        </p:nvSpPr>
        <p:spPr>
          <a:xfrm>
            <a:off x="1525590" y="1524001"/>
            <a:ext cx="19113726" cy="917134"/>
          </a:xfrm>
        </p:spPr>
        <p:txBody>
          <a:bodyPr tIns="0" bIns="0"/>
          <a:lstStyle>
            <a:lvl1pPr>
              <a:defRPr/>
            </a:lvl1pPr>
          </a:lstStyle>
          <a:p>
            <a:r>
              <a:rPr lang="en-US"/>
              <a:t>Enter slide title here</a:t>
            </a:r>
          </a:p>
        </p:txBody>
      </p:sp>
      <p:sp>
        <p:nvSpPr>
          <p:cNvPr id="25" name="Text Placeholder 8">
            <a:extLst>
              <a:ext uri="{FF2B5EF4-FFF2-40B4-BE49-F238E27FC236}">
                <a16:creationId xmlns:a16="http://schemas.microsoft.com/office/drawing/2014/main" id="{FA6425EF-7C2E-9043-8843-241B0C6129D4}"/>
              </a:ext>
            </a:extLst>
          </p:cNvPr>
          <p:cNvSpPr>
            <a:spLocks noGrp="1"/>
          </p:cNvSpPr>
          <p:nvPr>
            <p:ph type="body" sz="quarter" idx="17" hasCustomPrompt="1"/>
          </p:nvPr>
        </p:nvSpPr>
        <p:spPr>
          <a:xfrm>
            <a:off x="1525589" y="2429314"/>
            <a:ext cx="10611728" cy="1371600"/>
          </a:xfrm>
        </p:spPr>
        <p:txBody>
          <a:bodyPr lIns="0" tIns="0" bIns="0"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subtitle or descriptor here in one line</a:t>
            </a:r>
          </a:p>
        </p:txBody>
      </p:sp>
      <p:sp>
        <p:nvSpPr>
          <p:cNvPr id="17" name="Text Placeholder 2">
            <a:extLst>
              <a:ext uri="{FF2B5EF4-FFF2-40B4-BE49-F238E27FC236}">
                <a16:creationId xmlns:a16="http://schemas.microsoft.com/office/drawing/2014/main" id="{DB9F134B-BC0D-064C-9E93-1D1B5D33DA70}"/>
              </a:ext>
            </a:extLst>
          </p:cNvPr>
          <p:cNvSpPr>
            <a:spLocks noGrp="1"/>
          </p:cNvSpPr>
          <p:nvPr>
            <p:ph type="body" sz="quarter" idx="18"/>
          </p:nvPr>
        </p:nvSpPr>
        <p:spPr>
          <a:xfrm>
            <a:off x="1378832" y="5026473"/>
            <a:ext cx="10814756" cy="6661150"/>
          </a:xfrm>
        </p:spPr>
        <p:txBody>
          <a:bodyPr>
            <a:normAutofit/>
          </a:bodyPr>
          <a:lstStyle>
            <a:lvl1pPr marL="571386" indent="-571386">
              <a:buFont typeface="Arial" panose="020B0604020202020204" pitchFamily="34" charset="0"/>
              <a:buChar char="•"/>
              <a:defRPr sz="4400"/>
            </a:lvl1pPr>
            <a:lvl2pPr marL="1485602" indent="-571386">
              <a:buFont typeface="Arial" panose="020B0604020202020204" pitchFamily="34" charset="0"/>
              <a:buChar char="•"/>
              <a:defRPr sz="4400"/>
            </a:lvl2pPr>
            <a:lvl3pPr marL="2399820" indent="-571386">
              <a:buFont typeface="Arial" panose="020B0604020202020204" pitchFamily="34" charset="0"/>
              <a:buChar char="•"/>
              <a:defRPr sz="4400"/>
            </a:lvl3pPr>
            <a:lvl4pPr marL="3314038" indent="-571386">
              <a:buFont typeface="Arial" panose="020B0604020202020204" pitchFamily="34" charset="0"/>
              <a:buChar char="•"/>
              <a:defRPr sz="4400"/>
            </a:lvl4pPr>
            <a:lvl5pPr marL="4228254" indent="-571386">
              <a:buFont typeface="Arial" panose="020B0604020202020204" pitchFamily="34" charset="0"/>
              <a:buChar char="•"/>
              <a:defRPr sz="4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Rectangle 17">
            <a:extLst>
              <a:ext uri="{FF2B5EF4-FFF2-40B4-BE49-F238E27FC236}">
                <a16:creationId xmlns:a16="http://schemas.microsoft.com/office/drawing/2014/main" id="{C88B28D3-03DA-F748-8FE1-59FB37AF9009}"/>
              </a:ext>
              <a:ext uri="{C183D7F6-B498-43B3-948B-1728B52AA6E4}">
                <adec:decorative xmlns:adec="http://schemas.microsoft.com/office/drawing/2017/decorative" val="1"/>
              </a:ext>
            </a:extLst>
          </p:cNvPr>
          <p:cNvSpPr/>
          <p:nvPr/>
        </p:nvSpPr>
        <p:spPr>
          <a:xfrm>
            <a:off x="20607271" y="2"/>
            <a:ext cx="3779904"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19" name="Picture Placeholder 26">
            <a:extLst>
              <a:ext uri="{FF2B5EF4-FFF2-40B4-BE49-F238E27FC236}">
                <a16:creationId xmlns:a16="http://schemas.microsoft.com/office/drawing/2014/main" id="{87AADB0A-0110-2F44-A82E-6BCF0A1EE982}"/>
              </a:ext>
              <a:ext uri="{C183D7F6-B498-43B3-948B-1728B52AA6E4}">
                <adec:decorative xmlns:adec="http://schemas.microsoft.com/office/drawing/2017/decorative" val="1"/>
              </a:ext>
            </a:extLst>
          </p:cNvPr>
          <p:cNvSpPr>
            <a:spLocks noGrp="1"/>
          </p:cNvSpPr>
          <p:nvPr>
            <p:ph type="pic" sz="quarter" idx="12" hasCustomPrompt="1"/>
          </p:nvPr>
        </p:nvSpPr>
        <p:spPr>
          <a:xfrm>
            <a:off x="13333069" y="3030614"/>
            <a:ext cx="7274201" cy="8455292"/>
          </a:xfrm>
          <a:custGeom>
            <a:avLst/>
            <a:gdLst>
              <a:gd name="connsiteX0" fmla="*/ 4227646 w 7274202"/>
              <a:gd name="connsiteY0" fmla="*/ 0 h 8455292"/>
              <a:gd name="connsiteX1" fmla="*/ 7217043 w 7274202"/>
              <a:gd name="connsiteY1" fmla="*/ 1238249 h 8455292"/>
              <a:gd name="connsiteX2" fmla="*/ 7274202 w 7274202"/>
              <a:gd name="connsiteY2" fmla="*/ 1301140 h 8455292"/>
              <a:gd name="connsiteX3" fmla="*/ 7274202 w 7274202"/>
              <a:gd name="connsiteY3" fmla="*/ 7154152 h 8455292"/>
              <a:gd name="connsiteX4" fmla="*/ 7217043 w 7274202"/>
              <a:gd name="connsiteY4" fmla="*/ 7217043 h 8455292"/>
              <a:gd name="connsiteX5" fmla="*/ 4227646 w 7274202"/>
              <a:gd name="connsiteY5" fmla="*/ 8455292 h 8455292"/>
              <a:gd name="connsiteX6" fmla="*/ 0 w 7274202"/>
              <a:gd name="connsiteY6" fmla="*/ 4227646 h 8455292"/>
              <a:gd name="connsiteX7" fmla="*/ 4227646 w 7274202"/>
              <a:gd name="connsiteY7" fmla="*/ 0 h 845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202" h="8455292">
                <a:moveTo>
                  <a:pt x="4227646" y="0"/>
                </a:moveTo>
                <a:cubicBezTo>
                  <a:pt x="5395078" y="0"/>
                  <a:pt x="6451990" y="473196"/>
                  <a:pt x="7217043" y="1238249"/>
                </a:cubicBezTo>
                <a:lnTo>
                  <a:pt x="7274202" y="1301140"/>
                </a:lnTo>
                <a:lnTo>
                  <a:pt x="7274202" y="7154152"/>
                </a:lnTo>
                <a:lnTo>
                  <a:pt x="7217043" y="7217043"/>
                </a:lnTo>
                <a:cubicBezTo>
                  <a:pt x="6451990" y="7982097"/>
                  <a:pt x="5395078" y="8455292"/>
                  <a:pt x="4227646" y="8455292"/>
                </a:cubicBezTo>
                <a:cubicBezTo>
                  <a:pt x="1892782" y="8455292"/>
                  <a:pt x="0" y="6562510"/>
                  <a:pt x="0" y="4227646"/>
                </a:cubicBezTo>
                <a:cubicBezTo>
                  <a:pt x="0" y="1892782"/>
                  <a:pt x="1892782" y="0"/>
                  <a:pt x="4227646" y="0"/>
                </a:cubicBezTo>
                <a:close/>
              </a:path>
            </a:pathLst>
          </a:custGeom>
          <a:pattFill prst="wdUpDiag">
            <a:fgClr>
              <a:srgbClr val="FADFD9"/>
            </a:fgClr>
            <a:bgClr>
              <a:schemeClr val="bg1"/>
            </a:bgClr>
          </a:pattFill>
        </p:spPr>
        <p:txBody>
          <a:bodyPr wrap="square" lIns="1828800" anchor="ctr" anchorCtr="0">
            <a:noAutofit/>
          </a:bodyPr>
          <a:lstStyle>
            <a:lvl1pPr marL="0" indent="0" algn="l">
              <a:buFontTx/>
              <a:buNone/>
              <a:defRPr>
                <a:solidFill>
                  <a:schemeClr val="tx1"/>
                </a:solidFill>
              </a:defRPr>
            </a:lvl1pPr>
          </a:lstStyle>
          <a:p>
            <a:r>
              <a:rPr lang="en-US"/>
              <a:t>Drag and drop</a:t>
            </a:r>
          </a:p>
          <a:p>
            <a:r>
              <a:rPr lang="en-US"/>
              <a:t>image here</a:t>
            </a:r>
          </a:p>
        </p:txBody>
      </p:sp>
      <p:sp>
        <p:nvSpPr>
          <p:cNvPr id="20" name="Freeform 19">
            <a:extLst>
              <a:ext uri="{FF2B5EF4-FFF2-40B4-BE49-F238E27FC236}">
                <a16:creationId xmlns:a16="http://schemas.microsoft.com/office/drawing/2014/main" id="{3A83BE1F-C3EE-7446-8751-7B12A2FEC0DD}"/>
              </a:ext>
              <a:ext uri="{C183D7F6-B498-43B3-948B-1728B52AA6E4}">
                <adec:decorative xmlns:adec="http://schemas.microsoft.com/office/drawing/2017/decorative" val="1"/>
              </a:ext>
            </a:extLst>
          </p:cNvPr>
          <p:cNvSpPr/>
          <p:nvPr/>
        </p:nvSpPr>
        <p:spPr>
          <a:xfrm flipH="1">
            <a:off x="20607269" y="4337182"/>
            <a:ext cx="1187207" cy="5841140"/>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9" name="Folded Corner 8">
            <a:extLst>
              <a:ext uri="{FF2B5EF4-FFF2-40B4-BE49-F238E27FC236}">
                <a16:creationId xmlns:a16="http://schemas.microsoft.com/office/drawing/2014/main" id="{13D9136B-278C-DB49-83A7-A867008B8FAB}"/>
              </a:ext>
              <a:ext uri="{C183D7F6-B498-43B3-948B-1728B52AA6E4}">
                <adec:decorative xmlns:adec="http://schemas.microsoft.com/office/drawing/2017/decorative" val="1"/>
              </a:ext>
            </a:extLst>
          </p:cNvPr>
          <p:cNvSpPr/>
          <p:nvPr/>
        </p:nvSpPr>
        <p:spPr>
          <a:xfrm>
            <a:off x="1" y="-2666999"/>
            <a:ext cx="11964988" cy="2189846"/>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a:t>
            </a:r>
            <a:r>
              <a:rPr lang="en-US" sz="2400">
                <a:solidFill>
                  <a:schemeClr val="tx1"/>
                </a:solidFill>
                <a:latin typeface="Source Sans Pro" charset="0"/>
                <a:ea typeface="Source Sans Pro" charset="0"/>
                <a:cs typeface="Source Sans Pro" charset="0"/>
              </a:rPr>
              <a:t>: Circle image with color intersection with titles and cascading bullet points.</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Crop and move as needed. Replace text placeholder with your own words.</a:t>
            </a:r>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5406723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ue_title list image 6">
    <p:spTree>
      <p:nvGrpSpPr>
        <p:cNvPr id="1" name=""/>
        <p:cNvGrpSpPr/>
        <p:nvPr/>
      </p:nvGrpSpPr>
      <p:grpSpPr>
        <a:xfrm>
          <a:off x="0" y="0"/>
          <a:ext cx="0" cy="0"/>
          <a:chOff x="0" y="0"/>
          <a:chExt cx="0" cy="0"/>
        </a:xfrm>
      </p:grpSpPr>
      <p:sp>
        <p:nvSpPr>
          <p:cNvPr id="32" name="Title 7">
            <a:extLst>
              <a:ext uri="{FF2B5EF4-FFF2-40B4-BE49-F238E27FC236}">
                <a16:creationId xmlns:a16="http://schemas.microsoft.com/office/drawing/2014/main" id="{2C1A955A-48F9-0F4C-A69D-BCB6B603401E}"/>
              </a:ext>
            </a:extLst>
          </p:cNvPr>
          <p:cNvSpPr>
            <a:spLocks noGrp="1"/>
          </p:cNvSpPr>
          <p:nvPr>
            <p:ph type="title" hasCustomPrompt="1"/>
          </p:nvPr>
        </p:nvSpPr>
        <p:spPr>
          <a:xfrm>
            <a:off x="1525590" y="1524001"/>
            <a:ext cx="19113726" cy="917134"/>
          </a:xfrm>
        </p:spPr>
        <p:txBody>
          <a:bodyPr tIns="0" bIns="0"/>
          <a:lstStyle>
            <a:lvl1pPr>
              <a:defRPr/>
            </a:lvl1pPr>
          </a:lstStyle>
          <a:p>
            <a:r>
              <a:rPr lang="en-US"/>
              <a:t>Enter slide title here</a:t>
            </a:r>
          </a:p>
        </p:txBody>
      </p:sp>
      <p:sp>
        <p:nvSpPr>
          <p:cNvPr id="33" name="Text Placeholder 8">
            <a:extLst>
              <a:ext uri="{FF2B5EF4-FFF2-40B4-BE49-F238E27FC236}">
                <a16:creationId xmlns:a16="http://schemas.microsoft.com/office/drawing/2014/main" id="{60188175-EF50-E446-9901-8DB6319EE265}"/>
              </a:ext>
            </a:extLst>
          </p:cNvPr>
          <p:cNvSpPr>
            <a:spLocks noGrp="1"/>
          </p:cNvSpPr>
          <p:nvPr>
            <p:ph type="body" sz="quarter" idx="17" hasCustomPrompt="1"/>
          </p:nvPr>
        </p:nvSpPr>
        <p:spPr>
          <a:xfrm>
            <a:off x="1525589" y="2429314"/>
            <a:ext cx="10611728" cy="1371600"/>
          </a:xfrm>
        </p:spPr>
        <p:txBody>
          <a:bodyPr lIns="0" tIns="0" bIns="0"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subtitle or descriptor here in one line</a:t>
            </a:r>
          </a:p>
        </p:txBody>
      </p:sp>
      <p:sp>
        <p:nvSpPr>
          <p:cNvPr id="24" name="Text Placeholder 2">
            <a:extLst>
              <a:ext uri="{FF2B5EF4-FFF2-40B4-BE49-F238E27FC236}">
                <a16:creationId xmlns:a16="http://schemas.microsoft.com/office/drawing/2014/main" id="{BC9F2F16-4509-ED48-8C61-EBDC251AA4F7}"/>
              </a:ext>
            </a:extLst>
          </p:cNvPr>
          <p:cNvSpPr>
            <a:spLocks noGrp="1"/>
          </p:cNvSpPr>
          <p:nvPr>
            <p:ph type="body" sz="quarter" idx="18"/>
          </p:nvPr>
        </p:nvSpPr>
        <p:spPr>
          <a:xfrm>
            <a:off x="1378832" y="5026473"/>
            <a:ext cx="10814756" cy="6661150"/>
          </a:xfrm>
        </p:spPr>
        <p:txBody>
          <a:bodyPr>
            <a:normAutofit/>
          </a:bodyPr>
          <a:lstStyle>
            <a:lvl1pPr marL="571386" indent="-571386">
              <a:buFont typeface="Arial" panose="020B0604020202020204" pitchFamily="34" charset="0"/>
              <a:buChar char="•"/>
              <a:defRPr sz="4400"/>
            </a:lvl1pPr>
            <a:lvl2pPr marL="1485602" indent="-571386">
              <a:buFont typeface="Arial" panose="020B0604020202020204" pitchFamily="34" charset="0"/>
              <a:buChar char="•"/>
              <a:defRPr sz="4400"/>
            </a:lvl2pPr>
            <a:lvl3pPr marL="2399820" indent="-571386">
              <a:buFont typeface="Arial" panose="020B0604020202020204" pitchFamily="34" charset="0"/>
              <a:buChar char="•"/>
              <a:defRPr sz="4400"/>
            </a:lvl3pPr>
            <a:lvl4pPr marL="3314038" indent="-571386">
              <a:buFont typeface="Arial" panose="020B0604020202020204" pitchFamily="34" charset="0"/>
              <a:buChar char="•"/>
              <a:defRPr sz="4400"/>
            </a:lvl4pPr>
            <a:lvl5pPr marL="4228254" indent="-571386">
              <a:buFont typeface="Arial" panose="020B0604020202020204" pitchFamily="34" charset="0"/>
              <a:buChar char="•"/>
              <a:defRPr sz="4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Rectangle 24">
            <a:extLst>
              <a:ext uri="{FF2B5EF4-FFF2-40B4-BE49-F238E27FC236}">
                <a16:creationId xmlns:a16="http://schemas.microsoft.com/office/drawing/2014/main" id="{39654772-54B1-FB47-A783-D25188856F42}"/>
              </a:ext>
              <a:ext uri="{C183D7F6-B498-43B3-948B-1728B52AA6E4}">
                <adec:decorative xmlns:adec="http://schemas.microsoft.com/office/drawing/2017/decorative" val="1"/>
              </a:ext>
            </a:extLst>
          </p:cNvPr>
          <p:cNvSpPr/>
          <p:nvPr/>
        </p:nvSpPr>
        <p:spPr>
          <a:xfrm>
            <a:off x="20607271" y="2"/>
            <a:ext cx="3779904" cy="13716000"/>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26" name="Picture Placeholder 26">
            <a:extLst>
              <a:ext uri="{FF2B5EF4-FFF2-40B4-BE49-F238E27FC236}">
                <a16:creationId xmlns:a16="http://schemas.microsoft.com/office/drawing/2014/main" id="{381E5142-FB8A-5147-BC6F-464D7C63398B}"/>
              </a:ext>
              <a:ext uri="{C183D7F6-B498-43B3-948B-1728B52AA6E4}">
                <adec:decorative xmlns:adec="http://schemas.microsoft.com/office/drawing/2017/decorative" val="1"/>
              </a:ext>
            </a:extLst>
          </p:cNvPr>
          <p:cNvSpPr>
            <a:spLocks noGrp="1"/>
          </p:cNvSpPr>
          <p:nvPr>
            <p:ph type="pic" sz="quarter" idx="12" hasCustomPrompt="1"/>
          </p:nvPr>
        </p:nvSpPr>
        <p:spPr>
          <a:xfrm>
            <a:off x="13333069" y="3030614"/>
            <a:ext cx="7274201" cy="8455292"/>
          </a:xfrm>
          <a:custGeom>
            <a:avLst/>
            <a:gdLst>
              <a:gd name="connsiteX0" fmla="*/ 4227646 w 7274202"/>
              <a:gd name="connsiteY0" fmla="*/ 0 h 8455292"/>
              <a:gd name="connsiteX1" fmla="*/ 7217043 w 7274202"/>
              <a:gd name="connsiteY1" fmla="*/ 1238249 h 8455292"/>
              <a:gd name="connsiteX2" fmla="*/ 7274202 w 7274202"/>
              <a:gd name="connsiteY2" fmla="*/ 1301140 h 8455292"/>
              <a:gd name="connsiteX3" fmla="*/ 7274202 w 7274202"/>
              <a:gd name="connsiteY3" fmla="*/ 7154152 h 8455292"/>
              <a:gd name="connsiteX4" fmla="*/ 7217043 w 7274202"/>
              <a:gd name="connsiteY4" fmla="*/ 7217043 h 8455292"/>
              <a:gd name="connsiteX5" fmla="*/ 4227646 w 7274202"/>
              <a:gd name="connsiteY5" fmla="*/ 8455292 h 8455292"/>
              <a:gd name="connsiteX6" fmla="*/ 0 w 7274202"/>
              <a:gd name="connsiteY6" fmla="*/ 4227646 h 8455292"/>
              <a:gd name="connsiteX7" fmla="*/ 4227646 w 7274202"/>
              <a:gd name="connsiteY7" fmla="*/ 0 h 845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202" h="8455292">
                <a:moveTo>
                  <a:pt x="4227646" y="0"/>
                </a:moveTo>
                <a:cubicBezTo>
                  <a:pt x="5395078" y="0"/>
                  <a:pt x="6451990" y="473196"/>
                  <a:pt x="7217043" y="1238249"/>
                </a:cubicBezTo>
                <a:lnTo>
                  <a:pt x="7274202" y="1301140"/>
                </a:lnTo>
                <a:lnTo>
                  <a:pt x="7274202" y="7154152"/>
                </a:lnTo>
                <a:lnTo>
                  <a:pt x="7217043" y="7217043"/>
                </a:lnTo>
                <a:cubicBezTo>
                  <a:pt x="6451990" y="7982097"/>
                  <a:pt x="5395078" y="8455292"/>
                  <a:pt x="4227646" y="8455292"/>
                </a:cubicBezTo>
                <a:cubicBezTo>
                  <a:pt x="1892782" y="8455292"/>
                  <a:pt x="0" y="6562510"/>
                  <a:pt x="0" y="4227646"/>
                </a:cubicBezTo>
                <a:cubicBezTo>
                  <a:pt x="0" y="1892782"/>
                  <a:pt x="1892782" y="0"/>
                  <a:pt x="4227646" y="0"/>
                </a:cubicBezTo>
                <a:close/>
              </a:path>
            </a:pathLst>
          </a:custGeom>
          <a:pattFill prst="wdUpDiag">
            <a:fgClr>
              <a:srgbClr val="FADFD9"/>
            </a:fgClr>
            <a:bgClr>
              <a:schemeClr val="bg1"/>
            </a:bgClr>
          </a:pattFill>
        </p:spPr>
        <p:txBody>
          <a:bodyPr wrap="square" lIns="1828800" anchor="ctr" anchorCtr="0">
            <a:noAutofit/>
          </a:bodyPr>
          <a:lstStyle>
            <a:lvl1pPr marL="0" indent="0" algn="l">
              <a:buFontTx/>
              <a:buNone/>
              <a:defRPr>
                <a:solidFill>
                  <a:schemeClr val="tx1"/>
                </a:solidFill>
              </a:defRPr>
            </a:lvl1pPr>
          </a:lstStyle>
          <a:p>
            <a:r>
              <a:rPr lang="en-US"/>
              <a:t>Drag and drop</a:t>
            </a:r>
          </a:p>
          <a:p>
            <a:r>
              <a:rPr lang="en-US"/>
              <a:t>image here</a:t>
            </a:r>
          </a:p>
        </p:txBody>
      </p:sp>
      <p:sp>
        <p:nvSpPr>
          <p:cNvPr id="27" name="Freeform 26">
            <a:extLst>
              <a:ext uri="{FF2B5EF4-FFF2-40B4-BE49-F238E27FC236}">
                <a16:creationId xmlns:a16="http://schemas.microsoft.com/office/drawing/2014/main" id="{84E093B5-C0ED-4149-8C93-8F845C0CD35F}"/>
              </a:ext>
              <a:ext uri="{C183D7F6-B498-43B3-948B-1728B52AA6E4}">
                <adec:decorative xmlns:adec="http://schemas.microsoft.com/office/drawing/2017/decorative" val="1"/>
              </a:ext>
            </a:extLst>
          </p:cNvPr>
          <p:cNvSpPr/>
          <p:nvPr/>
        </p:nvSpPr>
        <p:spPr>
          <a:xfrm flipH="1">
            <a:off x="20607269" y="4337182"/>
            <a:ext cx="1187207" cy="5841140"/>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9" name="Folded Corner 8">
            <a:extLst>
              <a:ext uri="{FF2B5EF4-FFF2-40B4-BE49-F238E27FC236}">
                <a16:creationId xmlns:a16="http://schemas.microsoft.com/office/drawing/2014/main" id="{A9EA0D3E-1EB5-6C47-B6A5-01141846A691}"/>
              </a:ext>
              <a:ext uri="{C183D7F6-B498-43B3-948B-1728B52AA6E4}">
                <adec:decorative xmlns:adec="http://schemas.microsoft.com/office/drawing/2017/decorative" val="1"/>
              </a:ext>
            </a:extLst>
          </p:cNvPr>
          <p:cNvSpPr/>
          <p:nvPr/>
        </p:nvSpPr>
        <p:spPr>
          <a:xfrm>
            <a:off x="1" y="-2666999"/>
            <a:ext cx="11964988" cy="2189846"/>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a:t>
            </a:r>
            <a:r>
              <a:rPr lang="en-US" sz="2400">
                <a:solidFill>
                  <a:schemeClr val="tx1"/>
                </a:solidFill>
                <a:latin typeface="Source Sans Pro" charset="0"/>
                <a:ea typeface="Source Sans Pro" charset="0"/>
                <a:cs typeface="Source Sans Pro" charset="0"/>
              </a:rPr>
              <a:t>: Circle image with color intersection with titles and cascading bullet points.</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Crop and move as needed. Replace text placeholder with your own words.</a:t>
            </a:r>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29242529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arkamber_title list image 6">
    <p:spTree>
      <p:nvGrpSpPr>
        <p:cNvPr id="1" name=""/>
        <p:cNvGrpSpPr/>
        <p:nvPr/>
      </p:nvGrpSpPr>
      <p:grpSpPr>
        <a:xfrm>
          <a:off x="0" y="0"/>
          <a:ext cx="0" cy="0"/>
          <a:chOff x="0" y="0"/>
          <a:chExt cx="0" cy="0"/>
        </a:xfrm>
      </p:grpSpPr>
      <p:sp>
        <p:nvSpPr>
          <p:cNvPr id="21" name="Title 7">
            <a:extLst>
              <a:ext uri="{FF2B5EF4-FFF2-40B4-BE49-F238E27FC236}">
                <a16:creationId xmlns:a16="http://schemas.microsoft.com/office/drawing/2014/main" id="{21F55FC5-6EC0-1D44-89F3-CAA881BA464D}"/>
              </a:ext>
            </a:extLst>
          </p:cNvPr>
          <p:cNvSpPr>
            <a:spLocks noGrp="1"/>
          </p:cNvSpPr>
          <p:nvPr>
            <p:ph type="title" hasCustomPrompt="1"/>
          </p:nvPr>
        </p:nvSpPr>
        <p:spPr>
          <a:xfrm>
            <a:off x="1525590" y="1524001"/>
            <a:ext cx="19113726" cy="917134"/>
          </a:xfrm>
        </p:spPr>
        <p:txBody>
          <a:bodyPr tIns="0" bIns="0"/>
          <a:lstStyle>
            <a:lvl1pPr>
              <a:defRPr/>
            </a:lvl1pPr>
          </a:lstStyle>
          <a:p>
            <a:r>
              <a:rPr lang="en-US"/>
              <a:t>Enter slide title here</a:t>
            </a:r>
          </a:p>
        </p:txBody>
      </p:sp>
      <p:sp>
        <p:nvSpPr>
          <p:cNvPr id="22" name="Text Placeholder 8">
            <a:extLst>
              <a:ext uri="{FF2B5EF4-FFF2-40B4-BE49-F238E27FC236}">
                <a16:creationId xmlns:a16="http://schemas.microsoft.com/office/drawing/2014/main" id="{2E41EC47-AF0E-C548-8733-0D8C1F949CD7}"/>
              </a:ext>
            </a:extLst>
          </p:cNvPr>
          <p:cNvSpPr>
            <a:spLocks noGrp="1"/>
          </p:cNvSpPr>
          <p:nvPr>
            <p:ph type="body" sz="quarter" idx="17" hasCustomPrompt="1"/>
          </p:nvPr>
        </p:nvSpPr>
        <p:spPr>
          <a:xfrm>
            <a:off x="1525589" y="2429314"/>
            <a:ext cx="10611728" cy="1371600"/>
          </a:xfrm>
        </p:spPr>
        <p:txBody>
          <a:bodyPr lIns="0" tIns="0" bIns="0"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subtitle or descriptor here in one line</a:t>
            </a:r>
          </a:p>
        </p:txBody>
      </p:sp>
      <p:sp>
        <p:nvSpPr>
          <p:cNvPr id="14" name="Text Placeholder 2">
            <a:extLst>
              <a:ext uri="{FF2B5EF4-FFF2-40B4-BE49-F238E27FC236}">
                <a16:creationId xmlns:a16="http://schemas.microsoft.com/office/drawing/2014/main" id="{FC64057B-2E1A-5F4B-B628-7CAB8090789C}"/>
              </a:ext>
            </a:extLst>
          </p:cNvPr>
          <p:cNvSpPr>
            <a:spLocks noGrp="1"/>
          </p:cNvSpPr>
          <p:nvPr>
            <p:ph type="body" sz="quarter" idx="18"/>
          </p:nvPr>
        </p:nvSpPr>
        <p:spPr>
          <a:xfrm>
            <a:off x="1378832" y="5026473"/>
            <a:ext cx="10814756" cy="6661150"/>
          </a:xfrm>
        </p:spPr>
        <p:txBody>
          <a:bodyPr>
            <a:normAutofit/>
          </a:bodyPr>
          <a:lstStyle>
            <a:lvl1pPr marL="571386" indent="-571386">
              <a:buFont typeface="Arial" panose="020B0604020202020204" pitchFamily="34" charset="0"/>
              <a:buChar char="•"/>
              <a:defRPr sz="4400"/>
            </a:lvl1pPr>
            <a:lvl2pPr marL="1485602" indent="-571386">
              <a:buFont typeface="Arial" panose="020B0604020202020204" pitchFamily="34" charset="0"/>
              <a:buChar char="•"/>
              <a:defRPr sz="4400"/>
            </a:lvl2pPr>
            <a:lvl3pPr marL="2399820" indent="-571386">
              <a:buFont typeface="Arial" panose="020B0604020202020204" pitchFamily="34" charset="0"/>
              <a:buChar char="•"/>
              <a:defRPr sz="4400"/>
            </a:lvl3pPr>
            <a:lvl4pPr marL="3314038" indent="-571386">
              <a:buFont typeface="Arial" panose="020B0604020202020204" pitchFamily="34" charset="0"/>
              <a:buChar char="•"/>
              <a:defRPr sz="4400"/>
            </a:lvl4pPr>
            <a:lvl5pPr marL="4228254" indent="-571386">
              <a:buFont typeface="Arial" panose="020B0604020202020204" pitchFamily="34" charset="0"/>
              <a:buChar char="•"/>
              <a:defRPr sz="4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CCCD532-0346-9C43-A536-9B4E1A88F018}"/>
              </a:ext>
              <a:ext uri="{C183D7F6-B498-43B3-948B-1728B52AA6E4}">
                <adec:decorative xmlns:adec="http://schemas.microsoft.com/office/drawing/2017/decorative" val="1"/>
              </a:ext>
            </a:extLst>
          </p:cNvPr>
          <p:cNvSpPr/>
          <p:nvPr/>
        </p:nvSpPr>
        <p:spPr>
          <a:xfrm>
            <a:off x="20607271" y="2"/>
            <a:ext cx="3779904"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latin typeface="Community Light" panose="02000303040000020003" pitchFamily="2" charset="0"/>
            </a:endParaRPr>
          </a:p>
        </p:txBody>
      </p:sp>
      <p:sp>
        <p:nvSpPr>
          <p:cNvPr id="16" name="Picture Placeholder 26">
            <a:extLst>
              <a:ext uri="{FF2B5EF4-FFF2-40B4-BE49-F238E27FC236}">
                <a16:creationId xmlns:a16="http://schemas.microsoft.com/office/drawing/2014/main" id="{2C388734-53C0-4F4F-B5A3-998DC17B4390}"/>
              </a:ext>
              <a:ext uri="{C183D7F6-B498-43B3-948B-1728B52AA6E4}">
                <adec:decorative xmlns:adec="http://schemas.microsoft.com/office/drawing/2017/decorative" val="1"/>
              </a:ext>
            </a:extLst>
          </p:cNvPr>
          <p:cNvSpPr>
            <a:spLocks noGrp="1"/>
          </p:cNvSpPr>
          <p:nvPr>
            <p:ph type="pic" sz="quarter" idx="12" hasCustomPrompt="1"/>
          </p:nvPr>
        </p:nvSpPr>
        <p:spPr>
          <a:xfrm>
            <a:off x="13333069" y="3030614"/>
            <a:ext cx="7274201" cy="8455292"/>
          </a:xfrm>
          <a:custGeom>
            <a:avLst/>
            <a:gdLst>
              <a:gd name="connsiteX0" fmla="*/ 4227646 w 7274202"/>
              <a:gd name="connsiteY0" fmla="*/ 0 h 8455292"/>
              <a:gd name="connsiteX1" fmla="*/ 7217043 w 7274202"/>
              <a:gd name="connsiteY1" fmla="*/ 1238249 h 8455292"/>
              <a:gd name="connsiteX2" fmla="*/ 7274202 w 7274202"/>
              <a:gd name="connsiteY2" fmla="*/ 1301140 h 8455292"/>
              <a:gd name="connsiteX3" fmla="*/ 7274202 w 7274202"/>
              <a:gd name="connsiteY3" fmla="*/ 7154152 h 8455292"/>
              <a:gd name="connsiteX4" fmla="*/ 7217043 w 7274202"/>
              <a:gd name="connsiteY4" fmla="*/ 7217043 h 8455292"/>
              <a:gd name="connsiteX5" fmla="*/ 4227646 w 7274202"/>
              <a:gd name="connsiteY5" fmla="*/ 8455292 h 8455292"/>
              <a:gd name="connsiteX6" fmla="*/ 0 w 7274202"/>
              <a:gd name="connsiteY6" fmla="*/ 4227646 h 8455292"/>
              <a:gd name="connsiteX7" fmla="*/ 4227646 w 7274202"/>
              <a:gd name="connsiteY7" fmla="*/ 0 h 845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4202" h="8455292">
                <a:moveTo>
                  <a:pt x="4227646" y="0"/>
                </a:moveTo>
                <a:cubicBezTo>
                  <a:pt x="5395078" y="0"/>
                  <a:pt x="6451990" y="473196"/>
                  <a:pt x="7217043" y="1238249"/>
                </a:cubicBezTo>
                <a:lnTo>
                  <a:pt x="7274202" y="1301140"/>
                </a:lnTo>
                <a:lnTo>
                  <a:pt x="7274202" y="7154152"/>
                </a:lnTo>
                <a:lnTo>
                  <a:pt x="7217043" y="7217043"/>
                </a:lnTo>
                <a:cubicBezTo>
                  <a:pt x="6451990" y="7982097"/>
                  <a:pt x="5395078" y="8455292"/>
                  <a:pt x="4227646" y="8455292"/>
                </a:cubicBezTo>
                <a:cubicBezTo>
                  <a:pt x="1892782" y="8455292"/>
                  <a:pt x="0" y="6562510"/>
                  <a:pt x="0" y="4227646"/>
                </a:cubicBezTo>
                <a:cubicBezTo>
                  <a:pt x="0" y="1892782"/>
                  <a:pt x="1892782" y="0"/>
                  <a:pt x="4227646" y="0"/>
                </a:cubicBezTo>
                <a:close/>
              </a:path>
            </a:pathLst>
          </a:custGeom>
          <a:pattFill prst="wdUpDiag">
            <a:fgClr>
              <a:srgbClr val="FADFD9"/>
            </a:fgClr>
            <a:bgClr>
              <a:schemeClr val="bg1"/>
            </a:bgClr>
          </a:pattFill>
        </p:spPr>
        <p:txBody>
          <a:bodyPr wrap="square" lIns="1828800" anchor="ctr" anchorCtr="0">
            <a:noAutofit/>
          </a:bodyPr>
          <a:lstStyle>
            <a:lvl1pPr marL="0" indent="0" algn="l">
              <a:buFontTx/>
              <a:buNone/>
              <a:defRPr>
                <a:solidFill>
                  <a:schemeClr val="tx1"/>
                </a:solidFill>
              </a:defRPr>
            </a:lvl1pPr>
          </a:lstStyle>
          <a:p>
            <a:r>
              <a:rPr lang="en-US"/>
              <a:t>Drag and drop</a:t>
            </a:r>
          </a:p>
          <a:p>
            <a:r>
              <a:rPr lang="en-US"/>
              <a:t>image here</a:t>
            </a:r>
          </a:p>
        </p:txBody>
      </p:sp>
      <p:sp>
        <p:nvSpPr>
          <p:cNvPr id="17" name="Freeform 16">
            <a:extLst>
              <a:ext uri="{FF2B5EF4-FFF2-40B4-BE49-F238E27FC236}">
                <a16:creationId xmlns:a16="http://schemas.microsoft.com/office/drawing/2014/main" id="{FB5CF599-82DF-0F45-8AD9-F5B69DFB013F}"/>
              </a:ext>
              <a:ext uri="{C183D7F6-B498-43B3-948B-1728B52AA6E4}">
                <adec:decorative xmlns:adec="http://schemas.microsoft.com/office/drawing/2017/decorative" val="1"/>
              </a:ext>
            </a:extLst>
          </p:cNvPr>
          <p:cNvSpPr/>
          <p:nvPr/>
        </p:nvSpPr>
        <p:spPr>
          <a:xfrm flipH="1">
            <a:off x="20607269" y="4337182"/>
            <a:ext cx="1187207" cy="5841140"/>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9" name="Folded Corner 8">
            <a:extLst>
              <a:ext uri="{FF2B5EF4-FFF2-40B4-BE49-F238E27FC236}">
                <a16:creationId xmlns:a16="http://schemas.microsoft.com/office/drawing/2014/main" id="{F6E2EAB5-EFCC-C544-9287-42417CB632B3}"/>
              </a:ext>
              <a:ext uri="{C183D7F6-B498-43B3-948B-1728B52AA6E4}">
                <adec:decorative xmlns:adec="http://schemas.microsoft.com/office/drawing/2017/decorative" val="1"/>
              </a:ext>
            </a:extLst>
          </p:cNvPr>
          <p:cNvSpPr/>
          <p:nvPr/>
        </p:nvSpPr>
        <p:spPr>
          <a:xfrm>
            <a:off x="1" y="-2666999"/>
            <a:ext cx="11964988" cy="2189846"/>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a:t>
            </a:r>
            <a:r>
              <a:rPr lang="en-US" sz="2400">
                <a:solidFill>
                  <a:schemeClr val="tx1"/>
                </a:solidFill>
                <a:latin typeface="Source Sans Pro" charset="0"/>
                <a:ea typeface="Source Sans Pro" charset="0"/>
                <a:cs typeface="Source Sans Pro" charset="0"/>
              </a:rPr>
              <a:t>: Circle image with color intersection with titles and cascading bullet points.</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Crop and move as needed. Replace text placeholder with your own words.</a:t>
            </a:r>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140005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green_image title speaker 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C06F719-C7E3-F84E-9E05-136DF19CD9BF}"/>
              </a:ext>
              <a:ext uri="{C183D7F6-B498-43B3-948B-1728B52AA6E4}">
                <adec:decorative xmlns:adec="http://schemas.microsoft.com/office/drawing/2017/decorative" val="1"/>
              </a:ext>
            </a:extLst>
          </p:cNvPr>
          <p:cNvGrpSpPr/>
          <p:nvPr/>
        </p:nvGrpSpPr>
        <p:grpSpPr>
          <a:xfrm>
            <a:off x="0" y="0"/>
            <a:ext cx="9090027" cy="13716000"/>
            <a:chOff x="0" y="0"/>
            <a:chExt cx="9090027" cy="13716000"/>
          </a:xfrm>
        </p:grpSpPr>
        <p:sp>
          <p:nvSpPr>
            <p:cNvPr id="30" name="Rectangle 29">
              <a:extLst>
                <a:ext uri="{FF2B5EF4-FFF2-40B4-BE49-F238E27FC236}">
                  <a16:creationId xmlns:a16="http://schemas.microsoft.com/office/drawing/2014/main" id="{24F9C3AB-1DFD-7D41-9FC6-CC22D0F500FF}"/>
                </a:ext>
                <a:ext uri="{C183D7F6-B498-43B3-948B-1728B52AA6E4}">
                  <adec:decorative xmlns:adec="http://schemas.microsoft.com/office/drawing/2017/decorative" val="1"/>
                </a:ext>
              </a:extLst>
            </p:cNvPr>
            <p:cNvSpPr/>
            <p:nvPr/>
          </p:nvSpPr>
          <p:spPr>
            <a:xfrm>
              <a:off x="0" y="0"/>
              <a:ext cx="7123712"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 name="Freeform 32">
              <a:extLst>
                <a:ext uri="{FF2B5EF4-FFF2-40B4-BE49-F238E27FC236}">
                  <a16:creationId xmlns:a16="http://schemas.microsoft.com/office/drawing/2014/main" id="{40FDB804-AA08-0740-A4E3-1558FF51ADBA}"/>
                </a:ext>
                <a:ext uri="{C183D7F6-B498-43B3-948B-1728B52AA6E4}">
                  <adec:decorative xmlns:adec="http://schemas.microsoft.com/office/drawing/2017/decorative" val="1"/>
                </a:ext>
              </a:extLst>
            </p:cNvPr>
            <p:cNvSpPr txBox="1">
              <a:spLocks/>
            </p:cNvSpPr>
            <p:nvPr/>
          </p:nvSpPr>
          <p:spPr>
            <a:xfrm>
              <a:off x="7123712" y="3065279"/>
              <a:ext cx="1966315" cy="7877254"/>
            </a:xfrm>
            <a:custGeom>
              <a:avLst/>
              <a:gdLst>
                <a:gd name="connsiteX0" fmla="*/ 0 w 1966315"/>
                <a:gd name="connsiteY0" fmla="*/ 0 h 7877254"/>
                <a:gd name="connsiteX1" fmla="*/ 173492 w 1966315"/>
                <a:gd name="connsiteY1" fmla="*/ 136362 h 7877254"/>
                <a:gd name="connsiteX2" fmla="*/ 1966315 w 1966315"/>
                <a:gd name="connsiteY2" fmla="*/ 3938627 h 7877254"/>
                <a:gd name="connsiteX3" fmla="*/ 173492 w 1966315"/>
                <a:gd name="connsiteY3" fmla="*/ 7740892 h 7877254"/>
                <a:gd name="connsiteX4" fmla="*/ 0 w 1966315"/>
                <a:gd name="connsiteY4" fmla="*/ 7877254 h 7877254"/>
                <a:gd name="connsiteX5" fmla="*/ 0 w 1966315"/>
                <a:gd name="connsiteY5" fmla="*/ 0 h 7877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6315" h="7877254">
                  <a:moveTo>
                    <a:pt x="0" y="0"/>
                  </a:moveTo>
                  <a:lnTo>
                    <a:pt x="173492" y="136362"/>
                  </a:lnTo>
                  <a:cubicBezTo>
                    <a:pt x="1268414" y="1040130"/>
                    <a:pt x="1966315" y="2407863"/>
                    <a:pt x="1966315" y="3938627"/>
                  </a:cubicBezTo>
                  <a:cubicBezTo>
                    <a:pt x="1966315" y="5469391"/>
                    <a:pt x="1268414" y="6837124"/>
                    <a:pt x="173492" y="7740892"/>
                  </a:cubicBezTo>
                  <a:lnTo>
                    <a:pt x="0" y="7877254"/>
                  </a:lnTo>
                  <a:lnTo>
                    <a:pt x="0" y="0"/>
                  </a:lnTo>
                  <a:close/>
                </a:path>
              </a:pathLst>
            </a:custGeom>
            <a:solidFill>
              <a:schemeClr val="accent1"/>
            </a:solidFill>
          </p:spPr>
          <p:txBody>
            <a:bodyPr vert="horz" wrap="square" lIns="0" tIns="45720" rIns="0" bIns="45720" rtlCol="0">
              <a:noAutofit/>
            </a:bodyPr>
            <a:lstStyle>
              <a:lvl1pPr marL="0" indent="0" algn="l" defTabSz="1828800" rtl="0" eaLnBrk="1" latinLnBrk="0" hangingPunct="1">
                <a:lnSpc>
                  <a:spcPct val="90000"/>
                </a:lnSpc>
                <a:spcBef>
                  <a:spcPts val="2000"/>
                </a:spcBef>
                <a:buFont typeface="Arial" panose="020B0604020202020204" pitchFamily="34" charset="0"/>
                <a:buNone/>
                <a:defRPr sz="5600" kern="1200" baseline="0">
                  <a:solidFill>
                    <a:srgbClr val="56687A"/>
                  </a:solidFill>
                  <a:latin typeface="Community Light" panose="02000303040000020003" pitchFamily="2" charset="0"/>
                  <a:ea typeface="+mn-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sz="5598"/>
            </a:p>
          </p:txBody>
        </p:sp>
      </p:grpSp>
      <p:sp>
        <p:nvSpPr>
          <p:cNvPr id="9" name="Picture Placeholder 35">
            <a:extLst>
              <a:ext uri="{FF2B5EF4-FFF2-40B4-BE49-F238E27FC236}">
                <a16:creationId xmlns:a16="http://schemas.microsoft.com/office/drawing/2014/main" id="{699FC468-CAD5-FA41-BFFD-42B39432D5B5}"/>
              </a:ext>
              <a:ext uri="{C183D7F6-B498-43B3-948B-1728B52AA6E4}">
                <adec:decorative xmlns:adec="http://schemas.microsoft.com/office/drawing/2017/decorative" val="1"/>
              </a:ext>
            </a:extLst>
          </p:cNvPr>
          <p:cNvSpPr>
            <a:spLocks noGrp="1"/>
          </p:cNvSpPr>
          <p:nvPr>
            <p:ph type="pic" sz="quarter" idx="16"/>
          </p:nvPr>
        </p:nvSpPr>
        <p:spPr>
          <a:xfrm>
            <a:off x="-763744" y="2076449"/>
            <a:ext cx="7887457" cy="9854914"/>
          </a:xfrm>
          <a:custGeom>
            <a:avLst/>
            <a:gdLst>
              <a:gd name="connsiteX0" fmla="*/ 4926597 w 7887456"/>
              <a:gd name="connsiteY0" fmla="*/ 0 h 9854914"/>
              <a:gd name="connsiteX1" fmla="*/ 7874258 w 7887456"/>
              <a:gd name="connsiteY1" fmla="*/ 978911 h 9854914"/>
              <a:gd name="connsiteX2" fmla="*/ 7887456 w 7887456"/>
              <a:gd name="connsiteY2" fmla="*/ 989285 h 9854914"/>
              <a:gd name="connsiteX3" fmla="*/ 7887456 w 7887456"/>
              <a:gd name="connsiteY3" fmla="*/ 8865629 h 9854914"/>
              <a:gd name="connsiteX4" fmla="*/ 7874258 w 7887456"/>
              <a:gd name="connsiteY4" fmla="*/ 8876003 h 9854914"/>
              <a:gd name="connsiteX5" fmla="*/ 4926597 w 7887456"/>
              <a:gd name="connsiteY5" fmla="*/ 9854914 h 9854914"/>
              <a:gd name="connsiteX6" fmla="*/ 0 w 7887456"/>
              <a:gd name="connsiteY6" fmla="*/ 4927457 h 9854914"/>
              <a:gd name="connsiteX7" fmla="*/ 4926597 w 7887456"/>
              <a:gd name="connsiteY7" fmla="*/ 0 h 985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87456" h="9854914">
                <a:moveTo>
                  <a:pt x="4926597" y="0"/>
                </a:moveTo>
                <a:cubicBezTo>
                  <a:pt x="6031956" y="0"/>
                  <a:pt x="7052291" y="364093"/>
                  <a:pt x="7874258" y="978911"/>
                </a:cubicBezTo>
                <a:lnTo>
                  <a:pt x="7887456" y="989285"/>
                </a:lnTo>
                <a:lnTo>
                  <a:pt x="7887456" y="8865629"/>
                </a:lnTo>
                <a:lnTo>
                  <a:pt x="7874258" y="8876003"/>
                </a:lnTo>
                <a:cubicBezTo>
                  <a:pt x="7052291" y="9490822"/>
                  <a:pt x="6031956" y="9854914"/>
                  <a:pt x="4926597" y="9854914"/>
                </a:cubicBezTo>
                <a:cubicBezTo>
                  <a:pt x="2205713" y="9854914"/>
                  <a:pt x="0" y="7648816"/>
                  <a:pt x="0" y="4927457"/>
                </a:cubicBezTo>
                <a:cubicBezTo>
                  <a:pt x="0" y="2206098"/>
                  <a:pt x="2205713" y="0"/>
                  <a:pt x="4926597" y="0"/>
                </a:cubicBezTo>
                <a:close/>
              </a:path>
            </a:pathLst>
          </a:custGeom>
          <a:pattFill prst="wdUpDiag">
            <a:fgClr>
              <a:srgbClr val="FADFD8"/>
            </a:fgClr>
            <a:bgClr>
              <a:schemeClr val="bg1"/>
            </a:bgClr>
          </a:pattFill>
        </p:spPr>
        <p:txBody>
          <a:bodyPr wrap="square" lIns="2560320">
            <a:noAutofit/>
          </a:bodyPr>
          <a:lstStyle>
            <a:lvl1pPr>
              <a:defRPr>
                <a:solidFill>
                  <a:schemeClr val="tx1"/>
                </a:solidFill>
              </a:defRPr>
            </a:lvl1pPr>
          </a:lstStyle>
          <a:p>
            <a:r>
              <a:rPr lang="en-US"/>
              <a:t>Click icon to add picture</a:t>
            </a:r>
          </a:p>
        </p:txBody>
      </p:sp>
      <p:sp>
        <p:nvSpPr>
          <p:cNvPr id="7" name="Title 6">
            <a:extLst>
              <a:ext uri="{FF2B5EF4-FFF2-40B4-BE49-F238E27FC236}">
                <a16:creationId xmlns:a16="http://schemas.microsoft.com/office/drawing/2014/main" id="{706DB0E3-2F75-3247-9820-5EF0DA02F12D}"/>
              </a:ext>
            </a:extLst>
          </p:cNvPr>
          <p:cNvSpPr>
            <a:spLocks noGrp="1"/>
          </p:cNvSpPr>
          <p:nvPr>
            <p:ph type="title" hasCustomPrompt="1"/>
          </p:nvPr>
        </p:nvSpPr>
        <p:spPr>
          <a:xfrm>
            <a:off x="10502436" y="3429001"/>
            <a:ext cx="12282953" cy="3869782"/>
          </a:xfrm>
          <a:noFill/>
        </p:spPr>
        <p:txBody>
          <a:bodyPr vert="horz" lIns="0" tIns="45720" rIns="0" bIns="45720" rtlCol="0" anchor="b" anchorCtr="0">
            <a:normAutofit/>
          </a:bodyPr>
          <a:lstStyle>
            <a:lvl1pPr>
              <a:defRPr lang="en-US" sz="8798">
                <a:solidFill>
                  <a:schemeClr val="accent1"/>
                </a:solidFill>
                <a:ea typeface="+mn-ea"/>
                <a:cs typeface="+mn-cs"/>
              </a:defRPr>
            </a:lvl1pPr>
          </a:lstStyle>
          <a:p>
            <a:pPr lvl="0"/>
            <a:r>
              <a:rPr lang="en-US"/>
              <a:t>Enter slide title here, no longer than three lines.</a:t>
            </a:r>
          </a:p>
        </p:txBody>
      </p:sp>
      <p:sp>
        <p:nvSpPr>
          <p:cNvPr id="20" name="Text Placeholder 5">
            <a:extLst>
              <a:ext uri="{FF2B5EF4-FFF2-40B4-BE49-F238E27FC236}">
                <a16:creationId xmlns:a16="http://schemas.microsoft.com/office/drawing/2014/main" id="{84090792-F622-C948-98FC-533158E52E25}"/>
              </a:ext>
            </a:extLst>
          </p:cNvPr>
          <p:cNvSpPr>
            <a:spLocks noGrp="1"/>
          </p:cNvSpPr>
          <p:nvPr>
            <p:ph type="body" sz="quarter" idx="12" hasCustomPrompt="1"/>
          </p:nvPr>
        </p:nvSpPr>
        <p:spPr>
          <a:xfrm>
            <a:off x="10502434" y="7814582"/>
            <a:ext cx="5633397" cy="1260476"/>
          </a:xfrm>
        </p:spPr>
        <p:txBody>
          <a:bodyPr>
            <a:noAutofit/>
          </a:bodyPr>
          <a:lstStyle>
            <a:lvl1pPr marL="0" indent="0">
              <a:buNone/>
              <a:defRPr sz="4400"/>
            </a:lvl1pPr>
          </a:lstStyle>
          <a:p>
            <a:pPr lvl="0"/>
            <a:r>
              <a:rPr lang="en-US"/>
              <a:t>Enter speaker name</a:t>
            </a:r>
          </a:p>
          <a:p>
            <a:pPr lvl="0"/>
            <a:r>
              <a:rPr lang="en-US"/>
              <a:t>Enter speaker title</a:t>
            </a:r>
          </a:p>
        </p:txBody>
      </p:sp>
      <p:sp>
        <p:nvSpPr>
          <p:cNvPr id="22" name="Text Placeholder 5">
            <a:extLst>
              <a:ext uri="{FF2B5EF4-FFF2-40B4-BE49-F238E27FC236}">
                <a16:creationId xmlns:a16="http://schemas.microsoft.com/office/drawing/2014/main" id="{C6943AC9-160A-9645-8D02-458E45162749}"/>
              </a:ext>
            </a:extLst>
          </p:cNvPr>
          <p:cNvSpPr>
            <a:spLocks noGrp="1"/>
          </p:cNvSpPr>
          <p:nvPr>
            <p:ph type="body" sz="quarter" idx="13" hasCustomPrompt="1"/>
          </p:nvPr>
        </p:nvSpPr>
        <p:spPr>
          <a:xfrm>
            <a:off x="10472455" y="10019081"/>
            <a:ext cx="5660661" cy="443222"/>
          </a:xfrm>
        </p:spPr>
        <p:txBody>
          <a:bodyPr>
            <a:noAutofit/>
          </a:bodyPr>
          <a:lstStyle>
            <a:lvl1pPr marL="0" indent="0">
              <a:buNone/>
              <a:defRPr sz="3600">
                <a:solidFill>
                  <a:schemeClr val="accent6"/>
                </a:solidFill>
              </a:defRPr>
            </a:lvl1pPr>
            <a:lvl2pPr>
              <a:defRPr sz="2800"/>
            </a:lvl2pPr>
            <a:lvl3pPr>
              <a:defRPr sz="2800"/>
            </a:lvl3pPr>
            <a:lvl4pPr>
              <a:defRPr sz="2800"/>
            </a:lvl4pPr>
            <a:lvl5pPr>
              <a:defRPr sz="2800"/>
            </a:lvl5pPr>
          </a:lstStyle>
          <a:p>
            <a:pPr lvl="0"/>
            <a:r>
              <a:rPr lang="en-US"/>
              <a:t>Month ##, 2019</a:t>
            </a:r>
          </a:p>
        </p:txBody>
      </p:sp>
      <p:sp>
        <p:nvSpPr>
          <p:cNvPr id="10" name="Folded Corner 9">
            <a:extLst>
              <a:ext uri="{FF2B5EF4-FFF2-40B4-BE49-F238E27FC236}">
                <a16:creationId xmlns:a16="http://schemas.microsoft.com/office/drawing/2014/main" id="{4792C46B-1223-8343-9E11-EE5B9C9A2C1C}"/>
              </a:ext>
              <a:ext uri="{C183D7F6-B498-43B3-948B-1728B52AA6E4}">
                <adec:decorative xmlns:adec="http://schemas.microsoft.com/office/drawing/2017/decorative" val="1"/>
              </a:ext>
            </a:extLst>
          </p:cNvPr>
          <p:cNvSpPr/>
          <p:nvPr/>
        </p:nvSpPr>
        <p:spPr>
          <a:xfrm>
            <a:off x="1" y="-2590802"/>
            <a:ext cx="11202989" cy="20502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Circle cropped image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p:txBody>
      </p:sp>
      <p:pic>
        <p:nvPicPr>
          <p:cNvPr id="11" name="Logo">
            <a:extLst>
              <a:ext uri="{FF2B5EF4-FFF2-40B4-BE49-F238E27FC236}">
                <a16:creationId xmlns:a16="http://schemas.microsoft.com/office/drawing/2014/main" id="{AF26F92A-740C-0D42-8A25-EBA14C916ED9}"/>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60506"/>
            <a:ext cx="2182620" cy="552276"/>
          </a:xfrm>
          <a:prstGeom prst="rect">
            <a:avLst/>
          </a:prstGeom>
        </p:spPr>
      </p:pic>
    </p:spTree>
    <p:extLst>
      <p:ext uri="{BB962C8B-B14F-4D97-AF65-F5344CB8AC3E}">
        <p14:creationId xmlns:p14="http://schemas.microsoft.com/office/powerpoint/2010/main" val="7029292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amber_image title speaker 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C06F719-C7E3-F84E-9E05-136DF19CD9BF}"/>
              </a:ext>
              <a:ext uri="{C183D7F6-B498-43B3-948B-1728B52AA6E4}">
                <adec:decorative xmlns:adec="http://schemas.microsoft.com/office/drawing/2017/decorative" val="1"/>
              </a:ext>
            </a:extLst>
          </p:cNvPr>
          <p:cNvGrpSpPr/>
          <p:nvPr/>
        </p:nvGrpSpPr>
        <p:grpSpPr>
          <a:xfrm>
            <a:off x="0" y="0"/>
            <a:ext cx="9090027" cy="13716000"/>
            <a:chOff x="0" y="0"/>
            <a:chExt cx="9090027" cy="13716000"/>
          </a:xfrm>
        </p:grpSpPr>
        <p:sp>
          <p:nvSpPr>
            <p:cNvPr id="30" name="Rectangle 29">
              <a:extLst>
                <a:ext uri="{FF2B5EF4-FFF2-40B4-BE49-F238E27FC236}">
                  <a16:creationId xmlns:a16="http://schemas.microsoft.com/office/drawing/2014/main" id="{24F9C3AB-1DFD-7D41-9FC6-CC22D0F500FF}"/>
                </a:ext>
                <a:ext uri="{C183D7F6-B498-43B3-948B-1728B52AA6E4}">
                  <adec:decorative xmlns:adec="http://schemas.microsoft.com/office/drawing/2017/decorative" val="1"/>
                </a:ext>
              </a:extLst>
            </p:cNvPr>
            <p:cNvSpPr/>
            <p:nvPr/>
          </p:nvSpPr>
          <p:spPr>
            <a:xfrm>
              <a:off x="0" y="0"/>
              <a:ext cx="7123712" cy="13716000"/>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 name="Freeform 32">
              <a:extLst>
                <a:ext uri="{FF2B5EF4-FFF2-40B4-BE49-F238E27FC236}">
                  <a16:creationId xmlns:a16="http://schemas.microsoft.com/office/drawing/2014/main" id="{40FDB804-AA08-0740-A4E3-1558FF51ADBA}"/>
                </a:ext>
                <a:ext uri="{C183D7F6-B498-43B3-948B-1728B52AA6E4}">
                  <adec:decorative xmlns:adec="http://schemas.microsoft.com/office/drawing/2017/decorative" val="1"/>
                </a:ext>
              </a:extLst>
            </p:cNvPr>
            <p:cNvSpPr txBox="1">
              <a:spLocks/>
            </p:cNvSpPr>
            <p:nvPr/>
          </p:nvSpPr>
          <p:spPr>
            <a:xfrm>
              <a:off x="7123712" y="3065279"/>
              <a:ext cx="1966315" cy="7877254"/>
            </a:xfrm>
            <a:custGeom>
              <a:avLst/>
              <a:gdLst>
                <a:gd name="connsiteX0" fmla="*/ 0 w 1966315"/>
                <a:gd name="connsiteY0" fmla="*/ 0 h 7877254"/>
                <a:gd name="connsiteX1" fmla="*/ 173492 w 1966315"/>
                <a:gd name="connsiteY1" fmla="*/ 136362 h 7877254"/>
                <a:gd name="connsiteX2" fmla="*/ 1966315 w 1966315"/>
                <a:gd name="connsiteY2" fmla="*/ 3938627 h 7877254"/>
                <a:gd name="connsiteX3" fmla="*/ 173492 w 1966315"/>
                <a:gd name="connsiteY3" fmla="*/ 7740892 h 7877254"/>
                <a:gd name="connsiteX4" fmla="*/ 0 w 1966315"/>
                <a:gd name="connsiteY4" fmla="*/ 7877254 h 7877254"/>
                <a:gd name="connsiteX5" fmla="*/ 0 w 1966315"/>
                <a:gd name="connsiteY5" fmla="*/ 0 h 7877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6315" h="7877254">
                  <a:moveTo>
                    <a:pt x="0" y="0"/>
                  </a:moveTo>
                  <a:lnTo>
                    <a:pt x="173492" y="136362"/>
                  </a:lnTo>
                  <a:cubicBezTo>
                    <a:pt x="1268414" y="1040130"/>
                    <a:pt x="1966315" y="2407863"/>
                    <a:pt x="1966315" y="3938627"/>
                  </a:cubicBezTo>
                  <a:cubicBezTo>
                    <a:pt x="1966315" y="5469391"/>
                    <a:pt x="1268414" y="6837124"/>
                    <a:pt x="173492" y="7740892"/>
                  </a:cubicBezTo>
                  <a:lnTo>
                    <a:pt x="0" y="7877254"/>
                  </a:lnTo>
                  <a:lnTo>
                    <a:pt x="0" y="0"/>
                  </a:lnTo>
                  <a:close/>
                </a:path>
              </a:pathLst>
            </a:custGeom>
            <a:solidFill>
              <a:schemeClr val="accent4"/>
            </a:solidFill>
          </p:spPr>
          <p:txBody>
            <a:bodyPr vert="horz" wrap="square" lIns="0" tIns="45720" rIns="0" bIns="45720" rtlCol="0">
              <a:noAutofit/>
            </a:bodyPr>
            <a:lstStyle>
              <a:lvl1pPr marL="0" indent="0" algn="l" defTabSz="1828800" rtl="0" eaLnBrk="1" latinLnBrk="0" hangingPunct="1">
                <a:lnSpc>
                  <a:spcPct val="90000"/>
                </a:lnSpc>
                <a:spcBef>
                  <a:spcPts val="2000"/>
                </a:spcBef>
                <a:buFont typeface="Arial" panose="020B0604020202020204" pitchFamily="34" charset="0"/>
                <a:buNone/>
                <a:defRPr sz="5600" kern="1200" baseline="0">
                  <a:solidFill>
                    <a:srgbClr val="56687A"/>
                  </a:solidFill>
                  <a:latin typeface="Community Light" panose="02000303040000020003" pitchFamily="2" charset="0"/>
                  <a:ea typeface="+mn-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sz="5598"/>
            </a:p>
          </p:txBody>
        </p:sp>
      </p:grpSp>
      <p:sp>
        <p:nvSpPr>
          <p:cNvPr id="9" name="Picture Placeholder 35">
            <a:extLst>
              <a:ext uri="{FF2B5EF4-FFF2-40B4-BE49-F238E27FC236}">
                <a16:creationId xmlns:a16="http://schemas.microsoft.com/office/drawing/2014/main" id="{699FC468-CAD5-FA41-BFFD-42B39432D5B5}"/>
              </a:ext>
              <a:ext uri="{C183D7F6-B498-43B3-948B-1728B52AA6E4}">
                <adec:decorative xmlns:adec="http://schemas.microsoft.com/office/drawing/2017/decorative" val="1"/>
              </a:ext>
            </a:extLst>
          </p:cNvPr>
          <p:cNvSpPr>
            <a:spLocks noGrp="1"/>
          </p:cNvSpPr>
          <p:nvPr>
            <p:ph type="pic" sz="quarter" idx="16"/>
          </p:nvPr>
        </p:nvSpPr>
        <p:spPr>
          <a:xfrm>
            <a:off x="-763744" y="2076449"/>
            <a:ext cx="7887457" cy="9854914"/>
          </a:xfrm>
          <a:custGeom>
            <a:avLst/>
            <a:gdLst>
              <a:gd name="connsiteX0" fmla="*/ 4926597 w 7887456"/>
              <a:gd name="connsiteY0" fmla="*/ 0 h 9854914"/>
              <a:gd name="connsiteX1" fmla="*/ 7874258 w 7887456"/>
              <a:gd name="connsiteY1" fmla="*/ 978911 h 9854914"/>
              <a:gd name="connsiteX2" fmla="*/ 7887456 w 7887456"/>
              <a:gd name="connsiteY2" fmla="*/ 989285 h 9854914"/>
              <a:gd name="connsiteX3" fmla="*/ 7887456 w 7887456"/>
              <a:gd name="connsiteY3" fmla="*/ 8865629 h 9854914"/>
              <a:gd name="connsiteX4" fmla="*/ 7874258 w 7887456"/>
              <a:gd name="connsiteY4" fmla="*/ 8876003 h 9854914"/>
              <a:gd name="connsiteX5" fmla="*/ 4926597 w 7887456"/>
              <a:gd name="connsiteY5" fmla="*/ 9854914 h 9854914"/>
              <a:gd name="connsiteX6" fmla="*/ 0 w 7887456"/>
              <a:gd name="connsiteY6" fmla="*/ 4927457 h 9854914"/>
              <a:gd name="connsiteX7" fmla="*/ 4926597 w 7887456"/>
              <a:gd name="connsiteY7" fmla="*/ 0 h 985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87456" h="9854914">
                <a:moveTo>
                  <a:pt x="4926597" y="0"/>
                </a:moveTo>
                <a:cubicBezTo>
                  <a:pt x="6031956" y="0"/>
                  <a:pt x="7052291" y="364093"/>
                  <a:pt x="7874258" y="978911"/>
                </a:cubicBezTo>
                <a:lnTo>
                  <a:pt x="7887456" y="989285"/>
                </a:lnTo>
                <a:lnTo>
                  <a:pt x="7887456" y="8865629"/>
                </a:lnTo>
                <a:lnTo>
                  <a:pt x="7874258" y="8876003"/>
                </a:lnTo>
                <a:cubicBezTo>
                  <a:pt x="7052291" y="9490822"/>
                  <a:pt x="6031956" y="9854914"/>
                  <a:pt x="4926597" y="9854914"/>
                </a:cubicBezTo>
                <a:cubicBezTo>
                  <a:pt x="2205713" y="9854914"/>
                  <a:pt x="0" y="7648816"/>
                  <a:pt x="0" y="4927457"/>
                </a:cubicBezTo>
                <a:cubicBezTo>
                  <a:pt x="0" y="2206098"/>
                  <a:pt x="2205713" y="0"/>
                  <a:pt x="4926597" y="0"/>
                </a:cubicBezTo>
                <a:close/>
              </a:path>
            </a:pathLst>
          </a:custGeom>
          <a:pattFill prst="wdUpDiag">
            <a:fgClr>
              <a:srgbClr val="FADFD8"/>
            </a:fgClr>
            <a:bgClr>
              <a:schemeClr val="bg1"/>
            </a:bgClr>
          </a:pattFill>
        </p:spPr>
        <p:txBody>
          <a:bodyPr wrap="square" lIns="2560320">
            <a:noAutofit/>
          </a:bodyPr>
          <a:lstStyle>
            <a:lvl1pPr>
              <a:defRPr>
                <a:solidFill>
                  <a:schemeClr val="tx1"/>
                </a:solidFill>
              </a:defRPr>
            </a:lvl1pPr>
          </a:lstStyle>
          <a:p>
            <a:r>
              <a:rPr lang="en-US"/>
              <a:t>Click icon to add picture</a:t>
            </a:r>
          </a:p>
        </p:txBody>
      </p:sp>
      <p:sp>
        <p:nvSpPr>
          <p:cNvPr id="7" name="Title 6">
            <a:extLst>
              <a:ext uri="{FF2B5EF4-FFF2-40B4-BE49-F238E27FC236}">
                <a16:creationId xmlns:a16="http://schemas.microsoft.com/office/drawing/2014/main" id="{706DB0E3-2F75-3247-9820-5EF0DA02F12D}"/>
              </a:ext>
            </a:extLst>
          </p:cNvPr>
          <p:cNvSpPr>
            <a:spLocks noGrp="1"/>
          </p:cNvSpPr>
          <p:nvPr>
            <p:ph type="title" hasCustomPrompt="1"/>
          </p:nvPr>
        </p:nvSpPr>
        <p:spPr>
          <a:xfrm>
            <a:off x="10502436" y="3429001"/>
            <a:ext cx="12282953" cy="3869782"/>
          </a:xfrm>
          <a:noFill/>
        </p:spPr>
        <p:txBody>
          <a:bodyPr vert="horz" lIns="0" tIns="45720" rIns="0" bIns="45720" rtlCol="0" anchor="b" anchorCtr="0">
            <a:normAutofit/>
          </a:bodyPr>
          <a:lstStyle>
            <a:lvl1pPr>
              <a:defRPr lang="en-US" sz="8798">
                <a:solidFill>
                  <a:schemeClr val="accent2"/>
                </a:solidFill>
                <a:ea typeface="+mn-ea"/>
                <a:cs typeface="+mn-cs"/>
              </a:defRPr>
            </a:lvl1pPr>
          </a:lstStyle>
          <a:p>
            <a:pPr lvl="0"/>
            <a:r>
              <a:rPr lang="en-US"/>
              <a:t>Enter slide title here, no longer than three lines.</a:t>
            </a:r>
          </a:p>
        </p:txBody>
      </p:sp>
      <p:sp>
        <p:nvSpPr>
          <p:cNvPr id="20" name="Text Placeholder 5">
            <a:extLst>
              <a:ext uri="{FF2B5EF4-FFF2-40B4-BE49-F238E27FC236}">
                <a16:creationId xmlns:a16="http://schemas.microsoft.com/office/drawing/2014/main" id="{84090792-F622-C948-98FC-533158E52E25}"/>
              </a:ext>
            </a:extLst>
          </p:cNvPr>
          <p:cNvSpPr>
            <a:spLocks noGrp="1"/>
          </p:cNvSpPr>
          <p:nvPr>
            <p:ph type="body" sz="quarter" idx="12" hasCustomPrompt="1"/>
          </p:nvPr>
        </p:nvSpPr>
        <p:spPr>
          <a:xfrm>
            <a:off x="10502434" y="7814582"/>
            <a:ext cx="5633397" cy="1260476"/>
          </a:xfrm>
        </p:spPr>
        <p:txBody>
          <a:bodyPr>
            <a:noAutofit/>
          </a:bodyPr>
          <a:lstStyle>
            <a:lvl1pPr marL="0" indent="0">
              <a:buNone/>
              <a:defRPr sz="4400"/>
            </a:lvl1pPr>
          </a:lstStyle>
          <a:p>
            <a:pPr lvl="0"/>
            <a:r>
              <a:rPr lang="en-US"/>
              <a:t>Enter speaker name</a:t>
            </a:r>
          </a:p>
          <a:p>
            <a:pPr lvl="0"/>
            <a:r>
              <a:rPr lang="en-US"/>
              <a:t>Enter speaker title</a:t>
            </a:r>
          </a:p>
        </p:txBody>
      </p:sp>
      <p:sp>
        <p:nvSpPr>
          <p:cNvPr id="22" name="Text Placeholder 5">
            <a:extLst>
              <a:ext uri="{FF2B5EF4-FFF2-40B4-BE49-F238E27FC236}">
                <a16:creationId xmlns:a16="http://schemas.microsoft.com/office/drawing/2014/main" id="{C6943AC9-160A-9645-8D02-458E45162749}"/>
              </a:ext>
            </a:extLst>
          </p:cNvPr>
          <p:cNvSpPr>
            <a:spLocks noGrp="1"/>
          </p:cNvSpPr>
          <p:nvPr>
            <p:ph type="body" sz="quarter" idx="13" hasCustomPrompt="1"/>
          </p:nvPr>
        </p:nvSpPr>
        <p:spPr>
          <a:xfrm>
            <a:off x="10472455" y="10019081"/>
            <a:ext cx="5660661" cy="443222"/>
          </a:xfrm>
        </p:spPr>
        <p:txBody>
          <a:bodyPr>
            <a:noAutofit/>
          </a:bodyPr>
          <a:lstStyle>
            <a:lvl1pPr marL="0" indent="0">
              <a:buNone/>
              <a:defRPr sz="3600">
                <a:solidFill>
                  <a:schemeClr val="accent6"/>
                </a:solidFill>
              </a:defRPr>
            </a:lvl1pPr>
            <a:lvl2pPr>
              <a:defRPr sz="2800"/>
            </a:lvl2pPr>
            <a:lvl3pPr>
              <a:defRPr sz="2800"/>
            </a:lvl3pPr>
            <a:lvl4pPr>
              <a:defRPr sz="2800"/>
            </a:lvl4pPr>
            <a:lvl5pPr>
              <a:defRPr sz="2800"/>
            </a:lvl5pPr>
          </a:lstStyle>
          <a:p>
            <a:pPr lvl="0"/>
            <a:r>
              <a:rPr lang="en-US"/>
              <a:t>Month ##, 2019</a:t>
            </a:r>
          </a:p>
        </p:txBody>
      </p:sp>
      <p:pic>
        <p:nvPicPr>
          <p:cNvPr id="11" name="Logo">
            <a:extLst>
              <a:ext uri="{FF2B5EF4-FFF2-40B4-BE49-F238E27FC236}">
                <a16:creationId xmlns:a16="http://schemas.microsoft.com/office/drawing/2014/main" id="{DF69DC90-8552-0D4A-A3E8-4D9AFE77A0CA}"/>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60506"/>
            <a:ext cx="2182620" cy="552276"/>
          </a:xfrm>
          <a:prstGeom prst="rect">
            <a:avLst/>
          </a:prstGeom>
        </p:spPr>
      </p:pic>
      <p:sp>
        <p:nvSpPr>
          <p:cNvPr id="12" name="Folded Corner 11">
            <a:extLst>
              <a:ext uri="{FF2B5EF4-FFF2-40B4-BE49-F238E27FC236}">
                <a16:creationId xmlns:a16="http://schemas.microsoft.com/office/drawing/2014/main" id="{F6AF007B-4D89-614C-B39C-E507B0339923}"/>
              </a:ext>
              <a:ext uri="{C183D7F6-B498-43B3-948B-1728B52AA6E4}">
                <adec:decorative xmlns:adec="http://schemas.microsoft.com/office/drawing/2017/decorative" val="1"/>
              </a:ext>
            </a:extLst>
          </p:cNvPr>
          <p:cNvSpPr/>
          <p:nvPr/>
        </p:nvSpPr>
        <p:spPr>
          <a:xfrm>
            <a:off x="1" y="-2590802"/>
            <a:ext cx="11202989" cy="20502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Circle cropped image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p:txBody>
      </p:sp>
    </p:spTree>
    <p:extLst>
      <p:ext uri="{BB962C8B-B14F-4D97-AF65-F5344CB8AC3E}">
        <p14:creationId xmlns:p14="http://schemas.microsoft.com/office/powerpoint/2010/main" val="28912927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red_image title speaker 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C06F719-C7E3-F84E-9E05-136DF19CD9BF}"/>
              </a:ext>
              <a:ext uri="{C183D7F6-B498-43B3-948B-1728B52AA6E4}">
                <adec:decorative xmlns:adec="http://schemas.microsoft.com/office/drawing/2017/decorative" val="1"/>
              </a:ext>
            </a:extLst>
          </p:cNvPr>
          <p:cNvGrpSpPr/>
          <p:nvPr/>
        </p:nvGrpSpPr>
        <p:grpSpPr>
          <a:xfrm>
            <a:off x="0" y="0"/>
            <a:ext cx="9090027" cy="13716000"/>
            <a:chOff x="0" y="0"/>
            <a:chExt cx="9090027" cy="13716000"/>
          </a:xfrm>
        </p:grpSpPr>
        <p:sp>
          <p:nvSpPr>
            <p:cNvPr id="30" name="Rectangle 29">
              <a:extLst>
                <a:ext uri="{FF2B5EF4-FFF2-40B4-BE49-F238E27FC236}">
                  <a16:creationId xmlns:a16="http://schemas.microsoft.com/office/drawing/2014/main" id="{24F9C3AB-1DFD-7D41-9FC6-CC22D0F500FF}"/>
                </a:ext>
                <a:ext uri="{C183D7F6-B498-43B3-948B-1728B52AA6E4}">
                  <adec:decorative xmlns:adec="http://schemas.microsoft.com/office/drawing/2017/decorative" val="1"/>
                </a:ext>
              </a:extLst>
            </p:cNvPr>
            <p:cNvSpPr/>
            <p:nvPr/>
          </p:nvSpPr>
          <p:spPr>
            <a:xfrm>
              <a:off x="0" y="0"/>
              <a:ext cx="7123712" cy="13716000"/>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 name="Freeform 32">
              <a:extLst>
                <a:ext uri="{FF2B5EF4-FFF2-40B4-BE49-F238E27FC236}">
                  <a16:creationId xmlns:a16="http://schemas.microsoft.com/office/drawing/2014/main" id="{40FDB804-AA08-0740-A4E3-1558FF51ADBA}"/>
                </a:ext>
                <a:ext uri="{C183D7F6-B498-43B3-948B-1728B52AA6E4}">
                  <adec:decorative xmlns:adec="http://schemas.microsoft.com/office/drawing/2017/decorative" val="1"/>
                </a:ext>
              </a:extLst>
            </p:cNvPr>
            <p:cNvSpPr txBox="1">
              <a:spLocks/>
            </p:cNvSpPr>
            <p:nvPr/>
          </p:nvSpPr>
          <p:spPr>
            <a:xfrm>
              <a:off x="7123712" y="3065279"/>
              <a:ext cx="1966315" cy="7877254"/>
            </a:xfrm>
            <a:custGeom>
              <a:avLst/>
              <a:gdLst>
                <a:gd name="connsiteX0" fmla="*/ 0 w 1966315"/>
                <a:gd name="connsiteY0" fmla="*/ 0 h 7877254"/>
                <a:gd name="connsiteX1" fmla="*/ 173492 w 1966315"/>
                <a:gd name="connsiteY1" fmla="*/ 136362 h 7877254"/>
                <a:gd name="connsiteX2" fmla="*/ 1966315 w 1966315"/>
                <a:gd name="connsiteY2" fmla="*/ 3938627 h 7877254"/>
                <a:gd name="connsiteX3" fmla="*/ 173492 w 1966315"/>
                <a:gd name="connsiteY3" fmla="*/ 7740892 h 7877254"/>
                <a:gd name="connsiteX4" fmla="*/ 0 w 1966315"/>
                <a:gd name="connsiteY4" fmla="*/ 7877254 h 7877254"/>
                <a:gd name="connsiteX5" fmla="*/ 0 w 1966315"/>
                <a:gd name="connsiteY5" fmla="*/ 0 h 7877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6315" h="7877254">
                  <a:moveTo>
                    <a:pt x="0" y="0"/>
                  </a:moveTo>
                  <a:lnTo>
                    <a:pt x="173492" y="136362"/>
                  </a:lnTo>
                  <a:cubicBezTo>
                    <a:pt x="1268414" y="1040130"/>
                    <a:pt x="1966315" y="2407863"/>
                    <a:pt x="1966315" y="3938627"/>
                  </a:cubicBezTo>
                  <a:cubicBezTo>
                    <a:pt x="1966315" y="5469391"/>
                    <a:pt x="1268414" y="6837124"/>
                    <a:pt x="173492" y="7740892"/>
                  </a:cubicBezTo>
                  <a:lnTo>
                    <a:pt x="0" y="7877254"/>
                  </a:lnTo>
                  <a:lnTo>
                    <a:pt x="0" y="0"/>
                  </a:lnTo>
                  <a:close/>
                </a:path>
              </a:pathLst>
            </a:custGeom>
            <a:solidFill>
              <a:schemeClr val="tx2"/>
            </a:solidFill>
          </p:spPr>
          <p:txBody>
            <a:bodyPr vert="horz" wrap="square" lIns="0" tIns="45720" rIns="0" bIns="45720" rtlCol="0">
              <a:noAutofit/>
            </a:bodyPr>
            <a:lstStyle>
              <a:lvl1pPr marL="0" indent="0" algn="l" defTabSz="1828800" rtl="0" eaLnBrk="1" latinLnBrk="0" hangingPunct="1">
                <a:lnSpc>
                  <a:spcPct val="90000"/>
                </a:lnSpc>
                <a:spcBef>
                  <a:spcPts val="2000"/>
                </a:spcBef>
                <a:buFont typeface="Arial" panose="020B0604020202020204" pitchFamily="34" charset="0"/>
                <a:buNone/>
                <a:defRPr sz="5600" kern="1200" baseline="0">
                  <a:solidFill>
                    <a:srgbClr val="56687A"/>
                  </a:solidFill>
                  <a:latin typeface="Community Light" panose="02000303040000020003" pitchFamily="2" charset="0"/>
                  <a:ea typeface="+mn-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sz="5598"/>
            </a:p>
          </p:txBody>
        </p:sp>
      </p:grpSp>
      <p:sp>
        <p:nvSpPr>
          <p:cNvPr id="9" name="Picture Placeholder 35">
            <a:extLst>
              <a:ext uri="{FF2B5EF4-FFF2-40B4-BE49-F238E27FC236}">
                <a16:creationId xmlns:a16="http://schemas.microsoft.com/office/drawing/2014/main" id="{699FC468-CAD5-FA41-BFFD-42B39432D5B5}"/>
              </a:ext>
              <a:ext uri="{C183D7F6-B498-43B3-948B-1728B52AA6E4}">
                <adec:decorative xmlns:adec="http://schemas.microsoft.com/office/drawing/2017/decorative" val="1"/>
              </a:ext>
            </a:extLst>
          </p:cNvPr>
          <p:cNvSpPr>
            <a:spLocks noGrp="1"/>
          </p:cNvSpPr>
          <p:nvPr>
            <p:ph type="pic" sz="quarter" idx="16"/>
          </p:nvPr>
        </p:nvSpPr>
        <p:spPr>
          <a:xfrm>
            <a:off x="-763744" y="2076449"/>
            <a:ext cx="7887457" cy="9854914"/>
          </a:xfrm>
          <a:custGeom>
            <a:avLst/>
            <a:gdLst>
              <a:gd name="connsiteX0" fmla="*/ 4926597 w 7887456"/>
              <a:gd name="connsiteY0" fmla="*/ 0 h 9854914"/>
              <a:gd name="connsiteX1" fmla="*/ 7874258 w 7887456"/>
              <a:gd name="connsiteY1" fmla="*/ 978911 h 9854914"/>
              <a:gd name="connsiteX2" fmla="*/ 7887456 w 7887456"/>
              <a:gd name="connsiteY2" fmla="*/ 989285 h 9854914"/>
              <a:gd name="connsiteX3" fmla="*/ 7887456 w 7887456"/>
              <a:gd name="connsiteY3" fmla="*/ 8865629 h 9854914"/>
              <a:gd name="connsiteX4" fmla="*/ 7874258 w 7887456"/>
              <a:gd name="connsiteY4" fmla="*/ 8876003 h 9854914"/>
              <a:gd name="connsiteX5" fmla="*/ 4926597 w 7887456"/>
              <a:gd name="connsiteY5" fmla="*/ 9854914 h 9854914"/>
              <a:gd name="connsiteX6" fmla="*/ 0 w 7887456"/>
              <a:gd name="connsiteY6" fmla="*/ 4927457 h 9854914"/>
              <a:gd name="connsiteX7" fmla="*/ 4926597 w 7887456"/>
              <a:gd name="connsiteY7" fmla="*/ 0 h 985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87456" h="9854914">
                <a:moveTo>
                  <a:pt x="4926597" y="0"/>
                </a:moveTo>
                <a:cubicBezTo>
                  <a:pt x="6031956" y="0"/>
                  <a:pt x="7052291" y="364093"/>
                  <a:pt x="7874258" y="978911"/>
                </a:cubicBezTo>
                <a:lnTo>
                  <a:pt x="7887456" y="989285"/>
                </a:lnTo>
                <a:lnTo>
                  <a:pt x="7887456" y="8865629"/>
                </a:lnTo>
                <a:lnTo>
                  <a:pt x="7874258" y="8876003"/>
                </a:lnTo>
                <a:cubicBezTo>
                  <a:pt x="7052291" y="9490822"/>
                  <a:pt x="6031956" y="9854914"/>
                  <a:pt x="4926597" y="9854914"/>
                </a:cubicBezTo>
                <a:cubicBezTo>
                  <a:pt x="2205713" y="9854914"/>
                  <a:pt x="0" y="7648816"/>
                  <a:pt x="0" y="4927457"/>
                </a:cubicBezTo>
                <a:cubicBezTo>
                  <a:pt x="0" y="2206098"/>
                  <a:pt x="2205713" y="0"/>
                  <a:pt x="4926597" y="0"/>
                </a:cubicBezTo>
                <a:close/>
              </a:path>
            </a:pathLst>
          </a:custGeom>
          <a:pattFill prst="wdUpDiag">
            <a:fgClr>
              <a:srgbClr val="FADFD8"/>
            </a:fgClr>
            <a:bgClr>
              <a:schemeClr val="bg1"/>
            </a:bgClr>
          </a:pattFill>
        </p:spPr>
        <p:txBody>
          <a:bodyPr wrap="square" lIns="2560320">
            <a:noAutofit/>
          </a:bodyPr>
          <a:lstStyle>
            <a:lvl1pPr>
              <a:defRPr>
                <a:solidFill>
                  <a:schemeClr val="tx1"/>
                </a:solidFill>
              </a:defRPr>
            </a:lvl1pPr>
          </a:lstStyle>
          <a:p>
            <a:r>
              <a:rPr lang="en-US"/>
              <a:t>Click icon to add picture</a:t>
            </a:r>
          </a:p>
        </p:txBody>
      </p:sp>
      <p:sp>
        <p:nvSpPr>
          <p:cNvPr id="7" name="Title 6">
            <a:extLst>
              <a:ext uri="{FF2B5EF4-FFF2-40B4-BE49-F238E27FC236}">
                <a16:creationId xmlns:a16="http://schemas.microsoft.com/office/drawing/2014/main" id="{706DB0E3-2F75-3247-9820-5EF0DA02F12D}"/>
              </a:ext>
            </a:extLst>
          </p:cNvPr>
          <p:cNvSpPr>
            <a:spLocks noGrp="1"/>
          </p:cNvSpPr>
          <p:nvPr>
            <p:ph type="title" hasCustomPrompt="1"/>
          </p:nvPr>
        </p:nvSpPr>
        <p:spPr>
          <a:xfrm>
            <a:off x="10502436" y="3429001"/>
            <a:ext cx="12282953" cy="3869782"/>
          </a:xfrm>
          <a:noFill/>
        </p:spPr>
        <p:txBody>
          <a:bodyPr vert="horz" lIns="0" tIns="45720" rIns="0" bIns="45720" rtlCol="0" anchor="b" anchorCtr="0">
            <a:normAutofit/>
          </a:bodyPr>
          <a:lstStyle>
            <a:lvl1pPr>
              <a:defRPr lang="en-US" sz="8798">
                <a:solidFill>
                  <a:schemeClr val="tx2"/>
                </a:solidFill>
                <a:ea typeface="+mn-ea"/>
                <a:cs typeface="+mn-cs"/>
              </a:defRPr>
            </a:lvl1pPr>
          </a:lstStyle>
          <a:p>
            <a:pPr lvl="0"/>
            <a:r>
              <a:rPr lang="en-US"/>
              <a:t>Enter slide title here, no longer than three lines.</a:t>
            </a:r>
          </a:p>
        </p:txBody>
      </p:sp>
      <p:sp>
        <p:nvSpPr>
          <p:cNvPr id="20" name="Text Placeholder 5">
            <a:extLst>
              <a:ext uri="{FF2B5EF4-FFF2-40B4-BE49-F238E27FC236}">
                <a16:creationId xmlns:a16="http://schemas.microsoft.com/office/drawing/2014/main" id="{84090792-F622-C948-98FC-533158E52E25}"/>
              </a:ext>
            </a:extLst>
          </p:cNvPr>
          <p:cNvSpPr>
            <a:spLocks noGrp="1"/>
          </p:cNvSpPr>
          <p:nvPr>
            <p:ph type="body" sz="quarter" idx="12" hasCustomPrompt="1"/>
          </p:nvPr>
        </p:nvSpPr>
        <p:spPr>
          <a:xfrm>
            <a:off x="10502434" y="7814582"/>
            <a:ext cx="5633397" cy="1260476"/>
          </a:xfrm>
        </p:spPr>
        <p:txBody>
          <a:bodyPr>
            <a:noAutofit/>
          </a:bodyPr>
          <a:lstStyle>
            <a:lvl1pPr marL="0" indent="0">
              <a:buNone/>
              <a:defRPr sz="4400"/>
            </a:lvl1pPr>
          </a:lstStyle>
          <a:p>
            <a:pPr lvl="0"/>
            <a:r>
              <a:rPr lang="en-US"/>
              <a:t>Enter speaker name</a:t>
            </a:r>
          </a:p>
          <a:p>
            <a:pPr lvl="0"/>
            <a:r>
              <a:rPr lang="en-US"/>
              <a:t>Enter speaker title</a:t>
            </a:r>
          </a:p>
        </p:txBody>
      </p:sp>
      <p:sp>
        <p:nvSpPr>
          <p:cNvPr id="22" name="Text Placeholder 5">
            <a:extLst>
              <a:ext uri="{FF2B5EF4-FFF2-40B4-BE49-F238E27FC236}">
                <a16:creationId xmlns:a16="http://schemas.microsoft.com/office/drawing/2014/main" id="{C6943AC9-160A-9645-8D02-458E45162749}"/>
              </a:ext>
            </a:extLst>
          </p:cNvPr>
          <p:cNvSpPr>
            <a:spLocks noGrp="1"/>
          </p:cNvSpPr>
          <p:nvPr>
            <p:ph type="body" sz="quarter" idx="13" hasCustomPrompt="1"/>
          </p:nvPr>
        </p:nvSpPr>
        <p:spPr>
          <a:xfrm>
            <a:off x="10472455" y="10019081"/>
            <a:ext cx="5660661" cy="443222"/>
          </a:xfrm>
        </p:spPr>
        <p:txBody>
          <a:bodyPr>
            <a:noAutofit/>
          </a:bodyPr>
          <a:lstStyle>
            <a:lvl1pPr marL="0" indent="0">
              <a:buNone/>
              <a:defRPr sz="3600">
                <a:solidFill>
                  <a:schemeClr val="accent6"/>
                </a:solidFill>
              </a:defRPr>
            </a:lvl1pPr>
            <a:lvl2pPr>
              <a:defRPr sz="2800"/>
            </a:lvl2pPr>
            <a:lvl3pPr>
              <a:defRPr sz="2800"/>
            </a:lvl3pPr>
            <a:lvl4pPr>
              <a:defRPr sz="2800"/>
            </a:lvl4pPr>
            <a:lvl5pPr>
              <a:defRPr sz="2800"/>
            </a:lvl5pPr>
          </a:lstStyle>
          <a:p>
            <a:pPr lvl="0"/>
            <a:r>
              <a:rPr lang="en-US"/>
              <a:t>Month ##, 2019</a:t>
            </a:r>
          </a:p>
        </p:txBody>
      </p:sp>
      <p:pic>
        <p:nvPicPr>
          <p:cNvPr id="11" name="Logo">
            <a:extLst>
              <a:ext uri="{FF2B5EF4-FFF2-40B4-BE49-F238E27FC236}">
                <a16:creationId xmlns:a16="http://schemas.microsoft.com/office/drawing/2014/main" id="{015489F0-76B9-D140-A052-FF64CA750546}"/>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60506"/>
            <a:ext cx="2182620" cy="552276"/>
          </a:xfrm>
          <a:prstGeom prst="rect">
            <a:avLst/>
          </a:prstGeom>
        </p:spPr>
      </p:pic>
      <p:sp>
        <p:nvSpPr>
          <p:cNvPr id="12" name="Folded Corner 11">
            <a:extLst>
              <a:ext uri="{FF2B5EF4-FFF2-40B4-BE49-F238E27FC236}">
                <a16:creationId xmlns:a16="http://schemas.microsoft.com/office/drawing/2014/main" id="{B245956C-2C43-5A4E-9B7C-0CEF635019A9}"/>
              </a:ext>
              <a:ext uri="{C183D7F6-B498-43B3-948B-1728B52AA6E4}">
                <adec:decorative xmlns:adec="http://schemas.microsoft.com/office/drawing/2017/decorative" val="1"/>
              </a:ext>
            </a:extLst>
          </p:cNvPr>
          <p:cNvSpPr/>
          <p:nvPr/>
        </p:nvSpPr>
        <p:spPr>
          <a:xfrm>
            <a:off x="1" y="-2590802"/>
            <a:ext cx="11202989" cy="20502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Circle cropped image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p:txBody>
      </p:sp>
    </p:spTree>
    <p:extLst>
      <p:ext uri="{BB962C8B-B14F-4D97-AF65-F5344CB8AC3E}">
        <p14:creationId xmlns:p14="http://schemas.microsoft.com/office/powerpoint/2010/main" val="143216961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lue_image title speaker 1">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382CE0-F98A-AE45-AB92-2D4CBA180350}"/>
              </a:ext>
              <a:ext uri="{C183D7F6-B498-43B3-948B-1728B52AA6E4}">
                <adec:decorative xmlns:adec="http://schemas.microsoft.com/office/drawing/2017/decorative" val="1"/>
              </a:ext>
            </a:extLst>
          </p:cNvPr>
          <p:cNvSpPr/>
          <p:nvPr/>
        </p:nvSpPr>
        <p:spPr>
          <a:xfrm>
            <a:off x="0" y="0"/>
            <a:ext cx="7123711"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11" name="Group 10">
            <a:extLst>
              <a:ext uri="{FF2B5EF4-FFF2-40B4-BE49-F238E27FC236}">
                <a16:creationId xmlns:a16="http://schemas.microsoft.com/office/drawing/2014/main" id="{DF336BE8-F6BF-A04D-931E-6FB088D00268}"/>
              </a:ext>
              <a:ext uri="{C183D7F6-B498-43B3-948B-1728B52AA6E4}">
                <adec:decorative xmlns:adec="http://schemas.microsoft.com/office/drawing/2017/decorative" val="1"/>
              </a:ext>
            </a:extLst>
          </p:cNvPr>
          <p:cNvGrpSpPr/>
          <p:nvPr/>
        </p:nvGrpSpPr>
        <p:grpSpPr>
          <a:xfrm>
            <a:off x="7123711" y="0"/>
            <a:ext cx="17263464" cy="13716000"/>
            <a:chOff x="7123711" y="0"/>
            <a:chExt cx="17263464" cy="13716000"/>
          </a:xfrm>
        </p:grpSpPr>
        <p:sp>
          <p:nvSpPr>
            <p:cNvPr id="12" name="Rectangle 11">
              <a:extLst>
                <a:ext uri="{FF2B5EF4-FFF2-40B4-BE49-F238E27FC236}">
                  <a16:creationId xmlns:a16="http://schemas.microsoft.com/office/drawing/2014/main" id="{C541979C-D28F-D849-9BA0-9F6FC55BFF2C}"/>
                </a:ext>
                <a:ext uri="{C183D7F6-B498-43B3-948B-1728B52AA6E4}">
                  <adec:decorative xmlns:adec="http://schemas.microsoft.com/office/drawing/2017/decorative" val="1"/>
                </a:ext>
              </a:extLst>
            </p:cNvPr>
            <p:cNvSpPr/>
            <p:nvPr/>
          </p:nvSpPr>
          <p:spPr>
            <a:xfrm>
              <a:off x="7123711" y="0"/>
              <a:ext cx="17263464" cy="13716000"/>
            </a:xfrm>
            <a:prstGeom prst="rect">
              <a:avLst/>
            </a:prstGeom>
            <a:solidFill>
              <a:srgbClr val="FD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Freeform 32">
              <a:extLst>
                <a:ext uri="{FF2B5EF4-FFF2-40B4-BE49-F238E27FC236}">
                  <a16:creationId xmlns:a16="http://schemas.microsoft.com/office/drawing/2014/main" id="{66A76532-FF72-8A41-A56E-8CCA723A7F98}"/>
                </a:ext>
                <a:ext uri="{C183D7F6-B498-43B3-948B-1728B52AA6E4}">
                  <adec:decorative xmlns:adec="http://schemas.microsoft.com/office/drawing/2017/decorative" val="1"/>
                </a:ext>
              </a:extLst>
            </p:cNvPr>
            <p:cNvSpPr txBox="1">
              <a:spLocks/>
            </p:cNvSpPr>
            <p:nvPr/>
          </p:nvSpPr>
          <p:spPr>
            <a:xfrm>
              <a:off x="7123712" y="3065279"/>
              <a:ext cx="1966315" cy="7877254"/>
            </a:xfrm>
            <a:custGeom>
              <a:avLst/>
              <a:gdLst>
                <a:gd name="connsiteX0" fmla="*/ 0 w 1966315"/>
                <a:gd name="connsiteY0" fmla="*/ 0 h 7877254"/>
                <a:gd name="connsiteX1" fmla="*/ 173492 w 1966315"/>
                <a:gd name="connsiteY1" fmla="*/ 136362 h 7877254"/>
                <a:gd name="connsiteX2" fmla="*/ 1966315 w 1966315"/>
                <a:gd name="connsiteY2" fmla="*/ 3938627 h 7877254"/>
                <a:gd name="connsiteX3" fmla="*/ 173492 w 1966315"/>
                <a:gd name="connsiteY3" fmla="*/ 7740892 h 7877254"/>
                <a:gd name="connsiteX4" fmla="*/ 0 w 1966315"/>
                <a:gd name="connsiteY4" fmla="*/ 7877254 h 7877254"/>
                <a:gd name="connsiteX5" fmla="*/ 0 w 1966315"/>
                <a:gd name="connsiteY5" fmla="*/ 0 h 7877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6315" h="7877254">
                  <a:moveTo>
                    <a:pt x="0" y="0"/>
                  </a:moveTo>
                  <a:lnTo>
                    <a:pt x="173492" y="136362"/>
                  </a:lnTo>
                  <a:cubicBezTo>
                    <a:pt x="1268414" y="1040130"/>
                    <a:pt x="1966315" y="2407863"/>
                    <a:pt x="1966315" y="3938627"/>
                  </a:cubicBezTo>
                  <a:cubicBezTo>
                    <a:pt x="1966315" y="5469391"/>
                    <a:pt x="1268414" y="6837124"/>
                    <a:pt x="173492" y="7740892"/>
                  </a:cubicBezTo>
                  <a:lnTo>
                    <a:pt x="0" y="7877254"/>
                  </a:lnTo>
                  <a:lnTo>
                    <a:pt x="0" y="0"/>
                  </a:lnTo>
                  <a:close/>
                </a:path>
              </a:pathLst>
            </a:custGeom>
            <a:solidFill>
              <a:schemeClr val="bg2"/>
            </a:solidFill>
          </p:spPr>
          <p:txBody>
            <a:bodyPr vert="horz" wrap="square" lIns="0" tIns="45720" rIns="0" bIns="45720" rtlCol="0">
              <a:noAutofit/>
            </a:bodyPr>
            <a:lstStyle>
              <a:lvl1pPr marL="0" indent="0" algn="l" defTabSz="1828800" rtl="0" eaLnBrk="1" latinLnBrk="0" hangingPunct="1">
                <a:lnSpc>
                  <a:spcPct val="90000"/>
                </a:lnSpc>
                <a:spcBef>
                  <a:spcPts val="2000"/>
                </a:spcBef>
                <a:buFont typeface="Arial" panose="020B0604020202020204" pitchFamily="34" charset="0"/>
                <a:buNone/>
                <a:defRPr sz="5600" kern="1200" baseline="0">
                  <a:solidFill>
                    <a:srgbClr val="56687A"/>
                  </a:solidFill>
                  <a:latin typeface="Community Light" panose="02000303040000020003" pitchFamily="2" charset="0"/>
                  <a:ea typeface="+mn-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sz="5598"/>
            </a:p>
          </p:txBody>
        </p:sp>
      </p:grpSp>
      <p:sp>
        <p:nvSpPr>
          <p:cNvPr id="14" name="Picture Placeholder 35">
            <a:extLst>
              <a:ext uri="{FF2B5EF4-FFF2-40B4-BE49-F238E27FC236}">
                <a16:creationId xmlns:a16="http://schemas.microsoft.com/office/drawing/2014/main" id="{63AB216A-9892-9148-8DE6-B34271142667}"/>
              </a:ext>
              <a:ext uri="{C183D7F6-B498-43B3-948B-1728B52AA6E4}">
                <adec:decorative xmlns:adec="http://schemas.microsoft.com/office/drawing/2017/decorative" val="1"/>
              </a:ext>
            </a:extLst>
          </p:cNvPr>
          <p:cNvSpPr>
            <a:spLocks noGrp="1"/>
          </p:cNvSpPr>
          <p:nvPr>
            <p:ph type="pic" sz="quarter" idx="16"/>
          </p:nvPr>
        </p:nvSpPr>
        <p:spPr>
          <a:xfrm>
            <a:off x="-763744" y="2076449"/>
            <a:ext cx="7887457" cy="9854914"/>
          </a:xfrm>
          <a:custGeom>
            <a:avLst/>
            <a:gdLst>
              <a:gd name="connsiteX0" fmla="*/ 4926597 w 7887456"/>
              <a:gd name="connsiteY0" fmla="*/ 0 h 9854914"/>
              <a:gd name="connsiteX1" fmla="*/ 7874258 w 7887456"/>
              <a:gd name="connsiteY1" fmla="*/ 978911 h 9854914"/>
              <a:gd name="connsiteX2" fmla="*/ 7887456 w 7887456"/>
              <a:gd name="connsiteY2" fmla="*/ 989285 h 9854914"/>
              <a:gd name="connsiteX3" fmla="*/ 7887456 w 7887456"/>
              <a:gd name="connsiteY3" fmla="*/ 8865629 h 9854914"/>
              <a:gd name="connsiteX4" fmla="*/ 7874258 w 7887456"/>
              <a:gd name="connsiteY4" fmla="*/ 8876003 h 9854914"/>
              <a:gd name="connsiteX5" fmla="*/ 4926597 w 7887456"/>
              <a:gd name="connsiteY5" fmla="*/ 9854914 h 9854914"/>
              <a:gd name="connsiteX6" fmla="*/ 0 w 7887456"/>
              <a:gd name="connsiteY6" fmla="*/ 4927457 h 9854914"/>
              <a:gd name="connsiteX7" fmla="*/ 4926597 w 7887456"/>
              <a:gd name="connsiteY7" fmla="*/ 0 h 985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87456" h="9854914">
                <a:moveTo>
                  <a:pt x="4926597" y="0"/>
                </a:moveTo>
                <a:cubicBezTo>
                  <a:pt x="6031956" y="0"/>
                  <a:pt x="7052291" y="364093"/>
                  <a:pt x="7874258" y="978911"/>
                </a:cubicBezTo>
                <a:lnTo>
                  <a:pt x="7887456" y="989285"/>
                </a:lnTo>
                <a:lnTo>
                  <a:pt x="7887456" y="8865629"/>
                </a:lnTo>
                <a:lnTo>
                  <a:pt x="7874258" y="8876003"/>
                </a:lnTo>
                <a:cubicBezTo>
                  <a:pt x="7052291" y="9490822"/>
                  <a:pt x="6031956" y="9854914"/>
                  <a:pt x="4926597" y="9854914"/>
                </a:cubicBezTo>
                <a:cubicBezTo>
                  <a:pt x="2205713" y="9854914"/>
                  <a:pt x="0" y="7648816"/>
                  <a:pt x="0" y="4927457"/>
                </a:cubicBezTo>
                <a:cubicBezTo>
                  <a:pt x="0" y="2206098"/>
                  <a:pt x="2205713" y="0"/>
                  <a:pt x="4926597" y="0"/>
                </a:cubicBezTo>
                <a:close/>
              </a:path>
            </a:pathLst>
          </a:custGeom>
          <a:pattFill prst="wdUpDiag">
            <a:fgClr>
              <a:srgbClr val="FADFD8"/>
            </a:fgClr>
            <a:bgClr>
              <a:schemeClr val="bg1"/>
            </a:bgClr>
          </a:pattFill>
        </p:spPr>
        <p:txBody>
          <a:bodyPr wrap="square" lIns="2560320">
            <a:noAutofit/>
          </a:bodyPr>
          <a:lstStyle>
            <a:lvl1pPr>
              <a:defRPr>
                <a:solidFill>
                  <a:schemeClr val="tx1"/>
                </a:solidFill>
              </a:defRPr>
            </a:lvl1pPr>
          </a:lstStyle>
          <a:p>
            <a:r>
              <a:rPr lang="en-US"/>
              <a:t>Click icon to add picture</a:t>
            </a:r>
          </a:p>
        </p:txBody>
      </p:sp>
      <p:sp>
        <p:nvSpPr>
          <p:cNvPr id="15" name="Title 6">
            <a:extLst>
              <a:ext uri="{FF2B5EF4-FFF2-40B4-BE49-F238E27FC236}">
                <a16:creationId xmlns:a16="http://schemas.microsoft.com/office/drawing/2014/main" id="{B7BCA3D9-481A-C441-8324-00CC24BFC097}"/>
              </a:ext>
            </a:extLst>
          </p:cNvPr>
          <p:cNvSpPr>
            <a:spLocks noGrp="1"/>
          </p:cNvSpPr>
          <p:nvPr>
            <p:ph type="title" hasCustomPrompt="1"/>
          </p:nvPr>
        </p:nvSpPr>
        <p:spPr>
          <a:xfrm>
            <a:off x="10502436" y="3429001"/>
            <a:ext cx="12282953" cy="3869782"/>
          </a:xfrm>
          <a:noFill/>
        </p:spPr>
        <p:txBody>
          <a:bodyPr vert="horz" lIns="0" tIns="45720" rIns="0" bIns="45720" rtlCol="0" anchor="b" anchorCtr="0">
            <a:normAutofit/>
          </a:bodyPr>
          <a:lstStyle>
            <a:lvl1pPr>
              <a:defRPr lang="en-US" sz="8798">
                <a:solidFill>
                  <a:schemeClr val="bg2"/>
                </a:solidFill>
                <a:ea typeface="+mn-ea"/>
                <a:cs typeface="+mn-cs"/>
              </a:defRPr>
            </a:lvl1pPr>
          </a:lstStyle>
          <a:p>
            <a:pPr lvl="0"/>
            <a:r>
              <a:rPr lang="en-US"/>
              <a:t>Enter slide title here, no longer than three lines.</a:t>
            </a:r>
          </a:p>
        </p:txBody>
      </p:sp>
      <p:sp>
        <p:nvSpPr>
          <p:cNvPr id="16" name="Text Placeholder 5">
            <a:extLst>
              <a:ext uri="{FF2B5EF4-FFF2-40B4-BE49-F238E27FC236}">
                <a16:creationId xmlns:a16="http://schemas.microsoft.com/office/drawing/2014/main" id="{A803E129-C7EB-6947-B27A-F12FEB08977A}"/>
              </a:ext>
            </a:extLst>
          </p:cNvPr>
          <p:cNvSpPr>
            <a:spLocks noGrp="1"/>
          </p:cNvSpPr>
          <p:nvPr>
            <p:ph type="body" sz="quarter" idx="12" hasCustomPrompt="1"/>
          </p:nvPr>
        </p:nvSpPr>
        <p:spPr>
          <a:xfrm>
            <a:off x="10502434" y="7814582"/>
            <a:ext cx="5633397" cy="1260476"/>
          </a:xfrm>
        </p:spPr>
        <p:txBody>
          <a:bodyPr>
            <a:noAutofit/>
          </a:bodyPr>
          <a:lstStyle>
            <a:lvl1pPr marL="0" indent="0">
              <a:buNone/>
              <a:defRPr sz="4400"/>
            </a:lvl1pPr>
          </a:lstStyle>
          <a:p>
            <a:pPr lvl="0"/>
            <a:r>
              <a:rPr lang="en-US"/>
              <a:t>Enter speaker name</a:t>
            </a:r>
          </a:p>
          <a:p>
            <a:pPr lvl="0"/>
            <a:r>
              <a:rPr lang="en-US"/>
              <a:t>Enter speaker title</a:t>
            </a:r>
          </a:p>
        </p:txBody>
      </p:sp>
      <p:sp>
        <p:nvSpPr>
          <p:cNvPr id="17" name="Text Placeholder 5">
            <a:extLst>
              <a:ext uri="{FF2B5EF4-FFF2-40B4-BE49-F238E27FC236}">
                <a16:creationId xmlns:a16="http://schemas.microsoft.com/office/drawing/2014/main" id="{FB59EA05-0C38-4F4A-911D-35D6FDB5FE8C}"/>
              </a:ext>
            </a:extLst>
          </p:cNvPr>
          <p:cNvSpPr>
            <a:spLocks noGrp="1"/>
          </p:cNvSpPr>
          <p:nvPr>
            <p:ph type="body" sz="quarter" idx="13" hasCustomPrompt="1"/>
          </p:nvPr>
        </p:nvSpPr>
        <p:spPr>
          <a:xfrm>
            <a:off x="10472455" y="10019081"/>
            <a:ext cx="5660661" cy="443222"/>
          </a:xfrm>
        </p:spPr>
        <p:txBody>
          <a:bodyPr>
            <a:noAutofit/>
          </a:bodyPr>
          <a:lstStyle>
            <a:lvl1pPr marL="0" indent="0">
              <a:buNone/>
              <a:defRPr sz="3600">
                <a:solidFill>
                  <a:schemeClr val="accent6"/>
                </a:solidFill>
              </a:defRPr>
            </a:lvl1pPr>
            <a:lvl2pPr>
              <a:defRPr sz="2800"/>
            </a:lvl2pPr>
            <a:lvl3pPr>
              <a:defRPr sz="2800"/>
            </a:lvl3pPr>
            <a:lvl4pPr>
              <a:defRPr sz="2800"/>
            </a:lvl4pPr>
            <a:lvl5pPr>
              <a:defRPr sz="2800"/>
            </a:lvl5pPr>
          </a:lstStyle>
          <a:p>
            <a:pPr lvl="0"/>
            <a:r>
              <a:rPr lang="en-US"/>
              <a:t>Month ##, 2019</a:t>
            </a:r>
          </a:p>
        </p:txBody>
      </p:sp>
      <p:sp>
        <p:nvSpPr>
          <p:cNvPr id="2" name="TextBox 1">
            <a:extLst>
              <a:ext uri="{FF2B5EF4-FFF2-40B4-BE49-F238E27FC236}">
                <a16:creationId xmlns:a16="http://schemas.microsoft.com/office/drawing/2014/main" id="{1B9A6E06-44BD-BE43-8E63-6101F308A93E}"/>
              </a:ext>
            </a:extLst>
          </p:cNvPr>
          <p:cNvSpPr txBox="1"/>
          <p:nvPr/>
        </p:nvSpPr>
        <p:spPr>
          <a:xfrm>
            <a:off x="2165684" y="1275348"/>
            <a:ext cx="0" cy="0"/>
          </a:xfrm>
          <a:prstGeom prst="rect">
            <a:avLst/>
          </a:prstGeom>
          <a:noFill/>
        </p:spPr>
        <p:txBody>
          <a:bodyPr wrap="none" lIns="0" tIns="0" rIns="0" bIns="0" rtlCol="0">
            <a:noAutofit/>
          </a:bodyPr>
          <a:lstStyle/>
          <a:p>
            <a:pPr algn="l"/>
            <a:endParaRPr lang="en-US" sz="1800">
              <a:latin typeface="LKN Sans" panose="02000503040000020003" pitchFamily="2" charset="0"/>
            </a:endParaRPr>
          </a:p>
        </p:txBody>
      </p:sp>
      <p:pic>
        <p:nvPicPr>
          <p:cNvPr id="19" name="Logo">
            <a:extLst>
              <a:ext uri="{FF2B5EF4-FFF2-40B4-BE49-F238E27FC236}">
                <a16:creationId xmlns:a16="http://schemas.microsoft.com/office/drawing/2014/main" id="{B964DD16-CBBF-214E-8C5B-5F1A01ADA1D5}"/>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60506"/>
            <a:ext cx="2182620" cy="552276"/>
          </a:xfrm>
          <a:prstGeom prst="rect">
            <a:avLst/>
          </a:prstGeom>
        </p:spPr>
      </p:pic>
      <p:sp>
        <p:nvSpPr>
          <p:cNvPr id="20" name="Folded Corner 19">
            <a:extLst>
              <a:ext uri="{FF2B5EF4-FFF2-40B4-BE49-F238E27FC236}">
                <a16:creationId xmlns:a16="http://schemas.microsoft.com/office/drawing/2014/main" id="{C189F51A-C8AF-1C42-8C18-063E7EBDCBEB}"/>
              </a:ext>
              <a:ext uri="{C183D7F6-B498-43B3-948B-1728B52AA6E4}">
                <adec:decorative xmlns:adec="http://schemas.microsoft.com/office/drawing/2017/decorative" val="1"/>
              </a:ext>
            </a:extLst>
          </p:cNvPr>
          <p:cNvSpPr/>
          <p:nvPr/>
        </p:nvSpPr>
        <p:spPr>
          <a:xfrm>
            <a:off x="1" y="-2590802"/>
            <a:ext cx="11202989" cy="20502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Circle cropped image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p:txBody>
      </p:sp>
    </p:spTree>
    <p:extLst>
      <p:ext uri="{BB962C8B-B14F-4D97-AF65-F5344CB8AC3E}">
        <p14:creationId xmlns:p14="http://schemas.microsoft.com/office/powerpoint/2010/main" val="374799441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arkamber_image title speaker 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C06F719-C7E3-F84E-9E05-136DF19CD9BF}"/>
              </a:ext>
              <a:ext uri="{C183D7F6-B498-43B3-948B-1728B52AA6E4}">
                <adec:decorative xmlns:adec="http://schemas.microsoft.com/office/drawing/2017/decorative" val="1"/>
              </a:ext>
            </a:extLst>
          </p:cNvPr>
          <p:cNvGrpSpPr/>
          <p:nvPr/>
        </p:nvGrpSpPr>
        <p:grpSpPr>
          <a:xfrm>
            <a:off x="0" y="0"/>
            <a:ext cx="9090027" cy="13716000"/>
            <a:chOff x="0" y="0"/>
            <a:chExt cx="9090027" cy="13716000"/>
          </a:xfrm>
        </p:grpSpPr>
        <p:sp>
          <p:nvSpPr>
            <p:cNvPr id="30" name="Rectangle 29">
              <a:extLst>
                <a:ext uri="{FF2B5EF4-FFF2-40B4-BE49-F238E27FC236}">
                  <a16:creationId xmlns:a16="http://schemas.microsoft.com/office/drawing/2014/main" id="{24F9C3AB-1DFD-7D41-9FC6-CC22D0F500FF}"/>
                </a:ext>
                <a:ext uri="{C183D7F6-B498-43B3-948B-1728B52AA6E4}">
                  <adec:decorative xmlns:adec="http://schemas.microsoft.com/office/drawing/2017/decorative" val="1"/>
                </a:ext>
              </a:extLst>
            </p:cNvPr>
            <p:cNvSpPr/>
            <p:nvPr/>
          </p:nvSpPr>
          <p:spPr>
            <a:xfrm>
              <a:off x="0" y="0"/>
              <a:ext cx="7123712"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 name="Freeform 32">
              <a:extLst>
                <a:ext uri="{FF2B5EF4-FFF2-40B4-BE49-F238E27FC236}">
                  <a16:creationId xmlns:a16="http://schemas.microsoft.com/office/drawing/2014/main" id="{40FDB804-AA08-0740-A4E3-1558FF51ADBA}"/>
                </a:ext>
                <a:ext uri="{C183D7F6-B498-43B3-948B-1728B52AA6E4}">
                  <adec:decorative xmlns:adec="http://schemas.microsoft.com/office/drawing/2017/decorative" val="1"/>
                </a:ext>
              </a:extLst>
            </p:cNvPr>
            <p:cNvSpPr txBox="1">
              <a:spLocks/>
            </p:cNvSpPr>
            <p:nvPr/>
          </p:nvSpPr>
          <p:spPr>
            <a:xfrm>
              <a:off x="7123712" y="3065279"/>
              <a:ext cx="1966315" cy="7877254"/>
            </a:xfrm>
            <a:custGeom>
              <a:avLst/>
              <a:gdLst>
                <a:gd name="connsiteX0" fmla="*/ 0 w 1966315"/>
                <a:gd name="connsiteY0" fmla="*/ 0 h 7877254"/>
                <a:gd name="connsiteX1" fmla="*/ 173492 w 1966315"/>
                <a:gd name="connsiteY1" fmla="*/ 136362 h 7877254"/>
                <a:gd name="connsiteX2" fmla="*/ 1966315 w 1966315"/>
                <a:gd name="connsiteY2" fmla="*/ 3938627 h 7877254"/>
                <a:gd name="connsiteX3" fmla="*/ 173492 w 1966315"/>
                <a:gd name="connsiteY3" fmla="*/ 7740892 h 7877254"/>
                <a:gd name="connsiteX4" fmla="*/ 0 w 1966315"/>
                <a:gd name="connsiteY4" fmla="*/ 7877254 h 7877254"/>
                <a:gd name="connsiteX5" fmla="*/ 0 w 1966315"/>
                <a:gd name="connsiteY5" fmla="*/ 0 h 7877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6315" h="7877254">
                  <a:moveTo>
                    <a:pt x="0" y="0"/>
                  </a:moveTo>
                  <a:lnTo>
                    <a:pt x="173492" y="136362"/>
                  </a:lnTo>
                  <a:cubicBezTo>
                    <a:pt x="1268414" y="1040130"/>
                    <a:pt x="1966315" y="2407863"/>
                    <a:pt x="1966315" y="3938627"/>
                  </a:cubicBezTo>
                  <a:cubicBezTo>
                    <a:pt x="1966315" y="5469391"/>
                    <a:pt x="1268414" y="6837124"/>
                    <a:pt x="173492" y="7740892"/>
                  </a:cubicBezTo>
                  <a:lnTo>
                    <a:pt x="0" y="7877254"/>
                  </a:lnTo>
                  <a:lnTo>
                    <a:pt x="0" y="0"/>
                  </a:lnTo>
                  <a:close/>
                </a:path>
              </a:pathLst>
            </a:custGeom>
            <a:solidFill>
              <a:schemeClr val="accent2"/>
            </a:solidFill>
          </p:spPr>
          <p:txBody>
            <a:bodyPr vert="horz" wrap="square" lIns="0" tIns="45720" rIns="0" bIns="45720" rtlCol="0">
              <a:noAutofit/>
            </a:bodyPr>
            <a:lstStyle>
              <a:lvl1pPr marL="0" indent="0" algn="l" defTabSz="1828800" rtl="0" eaLnBrk="1" latinLnBrk="0" hangingPunct="1">
                <a:lnSpc>
                  <a:spcPct val="90000"/>
                </a:lnSpc>
                <a:spcBef>
                  <a:spcPts val="2000"/>
                </a:spcBef>
                <a:buFont typeface="Arial" panose="020B0604020202020204" pitchFamily="34" charset="0"/>
                <a:buNone/>
                <a:defRPr sz="5600" kern="1200" baseline="0">
                  <a:solidFill>
                    <a:srgbClr val="56687A"/>
                  </a:solidFill>
                  <a:latin typeface="Community Light" panose="02000303040000020003" pitchFamily="2" charset="0"/>
                  <a:ea typeface="+mn-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sz="5598"/>
            </a:p>
          </p:txBody>
        </p:sp>
      </p:grpSp>
      <p:sp>
        <p:nvSpPr>
          <p:cNvPr id="9" name="Picture Placeholder 35">
            <a:extLst>
              <a:ext uri="{FF2B5EF4-FFF2-40B4-BE49-F238E27FC236}">
                <a16:creationId xmlns:a16="http://schemas.microsoft.com/office/drawing/2014/main" id="{699FC468-CAD5-FA41-BFFD-42B39432D5B5}"/>
              </a:ext>
              <a:ext uri="{C183D7F6-B498-43B3-948B-1728B52AA6E4}">
                <adec:decorative xmlns:adec="http://schemas.microsoft.com/office/drawing/2017/decorative" val="1"/>
              </a:ext>
            </a:extLst>
          </p:cNvPr>
          <p:cNvSpPr>
            <a:spLocks noGrp="1"/>
          </p:cNvSpPr>
          <p:nvPr>
            <p:ph type="pic" sz="quarter" idx="16"/>
          </p:nvPr>
        </p:nvSpPr>
        <p:spPr>
          <a:xfrm>
            <a:off x="-763744" y="2076449"/>
            <a:ext cx="7887457" cy="9854914"/>
          </a:xfrm>
          <a:custGeom>
            <a:avLst/>
            <a:gdLst>
              <a:gd name="connsiteX0" fmla="*/ 4926597 w 7887456"/>
              <a:gd name="connsiteY0" fmla="*/ 0 h 9854914"/>
              <a:gd name="connsiteX1" fmla="*/ 7874258 w 7887456"/>
              <a:gd name="connsiteY1" fmla="*/ 978911 h 9854914"/>
              <a:gd name="connsiteX2" fmla="*/ 7887456 w 7887456"/>
              <a:gd name="connsiteY2" fmla="*/ 989285 h 9854914"/>
              <a:gd name="connsiteX3" fmla="*/ 7887456 w 7887456"/>
              <a:gd name="connsiteY3" fmla="*/ 8865629 h 9854914"/>
              <a:gd name="connsiteX4" fmla="*/ 7874258 w 7887456"/>
              <a:gd name="connsiteY4" fmla="*/ 8876003 h 9854914"/>
              <a:gd name="connsiteX5" fmla="*/ 4926597 w 7887456"/>
              <a:gd name="connsiteY5" fmla="*/ 9854914 h 9854914"/>
              <a:gd name="connsiteX6" fmla="*/ 0 w 7887456"/>
              <a:gd name="connsiteY6" fmla="*/ 4927457 h 9854914"/>
              <a:gd name="connsiteX7" fmla="*/ 4926597 w 7887456"/>
              <a:gd name="connsiteY7" fmla="*/ 0 h 985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87456" h="9854914">
                <a:moveTo>
                  <a:pt x="4926597" y="0"/>
                </a:moveTo>
                <a:cubicBezTo>
                  <a:pt x="6031956" y="0"/>
                  <a:pt x="7052291" y="364093"/>
                  <a:pt x="7874258" y="978911"/>
                </a:cubicBezTo>
                <a:lnTo>
                  <a:pt x="7887456" y="989285"/>
                </a:lnTo>
                <a:lnTo>
                  <a:pt x="7887456" y="8865629"/>
                </a:lnTo>
                <a:lnTo>
                  <a:pt x="7874258" y="8876003"/>
                </a:lnTo>
                <a:cubicBezTo>
                  <a:pt x="7052291" y="9490822"/>
                  <a:pt x="6031956" y="9854914"/>
                  <a:pt x="4926597" y="9854914"/>
                </a:cubicBezTo>
                <a:cubicBezTo>
                  <a:pt x="2205713" y="9854914"/>
                  <a:pt x="0" y="7648816"/>
                  <a:pt x="0" y="4927457"/>
                </a:cubicBezTo>
                <a:cubicBezTo>
                  <a:pt x="0" y="2206098"/>
                  <a:pt x="2205713" y="0"/>
                  <a:pt x="4926597" y="0"/>
                </a:cubicBezTo>
                <a:close/>
              </a:path>
            </a:pathLst>
          </a:custGeom>
          <a:pattFill prst="wdUpDiag">
            <a:fgClr>
              <a:srgbClr val="FADFD8"/>
            </a:fgClr>
            <a:bgClr>
              <a:schemeClr val="bg1"/>
            </a:bgClr>
          </a:pattFill>
        </p:spPr>
        <p:txBody>
          <a:bodyPr wrap="square" lIns="2560320">
            <a:noAutofit/>
          </a:bodyPr>
          <a:lstStyle>
            <a:lvl1pPr>
              <a:defRPr>
                <a:solidFill>
                  <a:schemeClr val="tx1"/>
                </a:solidFill>
              </a:defRPr>
            </a:lvl1pPr>
          </a:lstStyle>
          <a:p>
            <a:r>
              <a:rPr lang="en-US"/>
              <a:t>Click icon to add picture</a:t>
            </a:r>
          </a:p>
        </p:txBody>
      </p:sp>
      <p:sp>
        <p:nvSpPr>
          <p:cNvPr id="7" name="Title 6">
            <a:extLst>
              <a:ext uri="{FF2B5EF4-FFF2-40B4-BE49-F238E27FC236}">
                <a16:creationId xmlns:a16="http://schemas.microsoft.com/office/drawing/2014/main" id="{706DB0E3-2F75-3247-9820-5EF0DA02F12D}"/>
              </a:ext>
            </a:extLst>
          </p:cNvPr>
          <p:cNvSpPr>
            <a:spLocks noGrp="1"/>
          </p:cNvSpPr>
          <p:nvPr>
            <p:ph type="title" hasCustomPrompt="1"/>
          </p:nvPr>
        </p:nvSpPr>
        <p:spPr>
          <a:xfrm>
            <a:off x="10502436" y="3429001"/>
            <a:ext cx="12282953" cy="3869782"/>
          </a:xfrm>
          <a:noFill/>
        </p:spPr>
        <p:txBody>
          <a:bodyPr vert="horz" lIns="0" tIns="45720" rIns="0" bIns="45720" rtlCol="0" anchor="b" anchorCtr="0">
            <a:normAutofit/>
          </a:bodyPr>
          <a:lstStyle>
            <a:lvl1pPr>
              <a:defRPr lang="en-US" sz="8798">
                <a:solidFill>
                  <a:schemeClr val="accent2"/>
                </a:solidFill>
                <a:ea typeface="+mn-ea"/>
                <a:cs typeface="+mn-cs"/>
              </a:defRPr>
            </a:lvl1pPr>
          </a:lstStyle>
          <a:p>
            <a:pPr lvl="0"/>
            <a:r>
              <a:rPr lang="en-US"/>
              <a:t>Enter slide title here, no longer than three lines.</a:t>
            </a:r>
          </a:p>
        </p:txBody>
      </p:sp>
      <p:sp>
        <p:nvSpPr>
          <p:cNvPr id="20" name="Text Placeholder 5">
            <a:extLst>
              <a:ext uri="{FF2B5EF4-FFF2-40B4-BE49-F238E27FC236}">
                <a16:creationId xmlns:a16="http://schemas.microsoft.com/office/drawing/2014/main" id="{84090792-F622-C948-98FC-533158E52E25}"/>
              </a:ext>
            </a:extLst>
          </p:cNvPr>
          <p:cNvSpPr>
            <a:spLocks noGrp="1"/>
          </p:cNvSpPr>
          <p:nvPr>
            <p:ph type="body" sz="quarter" idx="12" hasCustomPrompt="1"/>
          </p:nvPr>
        </p:nvSpPr>
        <p:spPr>
          <a:xfrm>
            <a:off x="10502434" y="7814582"/>
            <a:ext cx="5633397" cy="1260476"/>
          </a:xfrm>
        </p:spPr>
        <p:txBody>
          <a:bodyPr>
            <a:noAutofit/>
          </a:bodyPr>
          <a:lstStyle>
            <a:lvl1pPr marL="0" indent="0">
              <a:buNone/>
              <a:defRPr sz="4400"/>
            </a:lvl1pPr>
          </a:lstStyle>
          <a:p>
            <a:pPr lvl="0"/>
            <a:r>
              <a:rPr lang="en-US"/>
              <a:t>Enter speaker name</a:t>
            </a:r>
          </a:p>
          <a:p>
            <a:pPr lvl="0"/>
            <a:r>
              <a:rPr lang="en-US"/>
              <a:t>Enter speaker title</a:t>
            </a:r>
          </a:p>
        </p:txBody>
      </p:sp>
      <p:sp>
        <p:nvSpPr>
          <p:cNvPr id="22" name="Text Placeholder 5">
            <a:extLst>
              <a:ext uri="{FF2B5EF4-FFF2-40B4-BE49-F238E27FC236}">
                <a16:creationId xmlns:a16="http://schemas.microsoft.com/office/drawing/2014/main" id="{C6943AC9-160A-9645-8D02-458E45162749}"/>
              </a:ext>
            </a:extLst>
          </p:cNvPr>
          <p:cNvSpPr>
            <a:spLocks noGrp="1"/>
          </p:cNvSpPr>
          <p:nvPr>
            <p:ph type="body" sz="quarter" idx="13" hasCustomPrompt="1"/>
          </p:nvPr>
        </p:nvSpPr>
        <p:spPr>
          <a:xfrm>
            <a:off x="10472455" y="10019081"/>
            <a:ext cx="5660661" cy="443222"/>
          </a:xfrm>
        </p:spPr>
        <p:txBody>
          <a:bodyPr>
            <a:noAutofit/>
          </a:bodyPr>
          <a:lstStyle>
            <a:lvl1pPr marL="0" indent="0">
              <a:buNone/>
              <a:defRPr sz="3600">
                <a:solidFill>
                  <a:schemeClr val="accent6"/>
                </a:solidFill>
              </a:defRPr>
            </a:lvl1pPr>
            <a:lvl2pPr>
              <a:defRPr sz="2800"/>
            </a:lvl2pPr>
            <a:lvl3pPr>
              <a:defRPr sz="2800"/>
            </a:lvl3pPr>
            <a:lvl4pPr>
              <a:defRPr sz="2800"/>
            </a:lvl4pPr>
            <a:lvl5pPr>
              <a:defRPr sz="2800"/>
            </a:lvl5pPr>
          </a:lstStyle>
          <a:p>
            <a:pPr lvl="0"/>
            <a:r>
              <a:rPr lang="en-US"/>
              <a:t>Month ##, 2019</a:t>
            </a:r>
          </a:p>
        </p:txBody>
      </p:sp>
      <p:pic>
        <p:nvPicPr>
          <p:cNvPr id="11" name="Logo">
            <a:extLst>
              <a:ext uri="{FF2B5EF4-FFF2-40B4-BE49-F238E27FC236}">
                <a16:creationId xmlns:a16="http://schemas.microsoft.com/office/drawing/2014/main" id="{DDE22F9A-B4D4-C44D-A5E6-3FB5E55E4603}"/>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60506"/>
            <a:ext cx="2182620" cy="552276"/>
          </a:xfrm>
          <a:prstGeom prst="rect">
            <a:avLst/>
          </a:prstGeom>
        </p:spPr>
      </p:pic>
      <p:sp>
        <p:nvSpPr>
          <p:cNvPr id="12" name="Folded Corner 11">
            <a:extLst>
              <a:ext uri="{FF2B5EF4-FFF2-40B4-BE49-F238E27FC236}">
                <a16:creationId xmlns:a16="http://schemas.microsoft.com/office/drawing/2014/main" id="{35492DEA-7481-3442-9F18-7B6D51EFF1F6}"/>
              </a:ext>
              <a:ext uri="{C183D7F6-B498-43B3-948B-1728B52AA6E4}">
                <adec:decorative xmlns:adec="http://schemas.microsoft.com/office/drawing/2017/decorative" val="1"/>
              </a:ext>
            </a:extLst>
          </p:cNvPr>
          <p:cNvSpPr/>
          <p:nvPr/>
        </p:nvSpPr>
        <p:spPr>
          <a:xfrm>
            <a:off x="1" y="-2590802"/>
            <a:ext cx="11202989" cy="20502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Circle cropped image left with placeholder text descriptor on right.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p:txBody>
      </p:sp>
    </p:spTree>
    <p:extLst>
      <p:ext uri="{BB962C8B-B14F-4D97-AF65-F5344CB8AC3E}">
        <p14:creationId xmlns:p14="http://schemas.microsoft.com/office/powerpoint/2010/main" val="156134136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green_big quote 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33EA9F-E852-E443-BE7C-76145251FE95}"/>
              </a:ext>
              <a:ext uri="{C183D7F6-B498-43B3-948B-1728B52AA6E4}">
                <adec:decorative xmlns:adec="http://schemas.microsoft.com/office/drawing/2017/decorative" val="1"/>
              </a:ext>
            </a:extLst>
          </p:cNvPr>
          <p:cNvGrpSpPr/>
          <p:nvPr/>
        </p:nvGrpSpPr>
        <p:grpSpPr>
          <a:xfrm>
            <a:off x="-1" y="-2819400"/>
            <a:ext cx="24387177" cy="16548848"/>
            <a:chOff x="-2" y="-2819400"/>
            <a:chExt cx="24387178" cy="16548847"/>
          </a:xfrm>
        </p:grpSpPr>
        <p:sp>
          <p:nvSpPr>
            <p:cNvPr id="12" name="Freeform 11">
              <a:extLst>
                <a:ext uri="{FF2B5EF4-FFF2-40B4-BE49-F238E27FC236}">
                  <a16:creationId xmlns:a16="http://schemas.microsoft.com/office/drawing/2014/main" id="{A024477A-BADA-DB4A-B9A3-E9A23A4D9A69}"/>
                </a:ext>
                <a:ext uri="{C183D7F6-B498-43B3-948B-1728B52AA6E4}">
                  <adec:decorative xmlns:adec="http://schemas.microsoft.com/office/drawing/2017/decorative" val="1"/>
                </a:ext>
              </a:extLst>
            </p:cNvPr>
            <p:cNvSpPr/>
            <p:nvPr/>
          </p:nvSpPr>
          <p:spPr>
            <a:xfrm rot="10800000">
              <a:off x="0" y="0"/>
              <a:ext cx="24387176" cy="13716000"/>
            </a:xfrm>
            <a:custGeom>
              <a:avLst/>
              <a:gdLst>
                <a:gd name="connsiteX0" fmla="*/ 24387176 w 24387176"/>
                <a:gd name="connsiteY0" fmla="*/ 13716000 h 13716000"/>
                <a:gd name="connsiteX1" fmla="*/ 21569290 w 24387176"/>
                <a:gd name="connsiteY1" fmla="*/ 13716000 h 13716000"/>
                <a:gd name="connsiteX2" fmla="*/ 21702721 w 24387176"/>
                <a:gd name="connsiteY2" fmla="*/ 13246121 h 13716000"/>
                <a:gd name="connsiteX3" fmla="*/ 22016954 w 24387176"/>
                <a:gd name="connsiteY3" fmla="*/ 10751674 h 13716000"/>
                <a:gd name="connsiteX4" fmla="*/ 12035797 w 24387176"/>
                <a:gd name="connsiteY4" fmla="*/ 770517 h 13716000"/>
                <a:gd name="connsiteX5" fmla="*/ 2054640 w 24387176"/>
                <a:gd name="connsiteY5" fmla="*/ 10751674 h 13716000"/>
                <a:gd name="connsiteX6" fmla="*/ 2368872 w 24387176"/>
                <a:gd name="connsiteY6" fmla="*/ 13246121 h 13716000"/>
                <a:gd name="connsiteX7" fmla="*/ 2502304 w 24387176"/>
                <a:gd name="connsiteY7" fmla="*/ 13716000 h 13716000"/>
                <a:gd name="connsiteX8" fmla="*/ 0 w 24387176"/>
                <a:gd name="connsiteY8" fmla="*/ 13716000 h 13716000"/>
                <a:gd name="connsiteX9" fmla="*/ 0 w 24387176"/>
                <a:gd name="connsiteY9" fmla="*/ 0 h 13716000"/>
                <a:gd name="connsiteX10" fmla="*/ 24387176 w 24387176"/>
                <a:gd name="connsiteY10" fmla="*/ 0 h 13716000"/>
                <a:gd name="connsiteX11" fmla="*/ 24387176 w 24387176"/>
                <a:gd name="connsiteY11"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387176" h="13716000">
                  <a:moveTo>
                    <a:pt x="24387176" y="13716000"/>
                  </a:moveTo>
                  <a:lnTo>
                    <a:pt x="21569290" y="13716000"/>
                  </a:lnTo>
                  <a:lnTo>
                    <a:pt x="21702721" y="13246121"/>
                  </a:lnTo>
                  <a:cubicBezTo>
                    <a:pt x="21907855" y="12448830"/>
                    <a:pt x="22016954" y="11612993"/>
                    <a:pt x="22016954" y="10751674"/>
                  </a:cubicBezTo>
                  <a:cubicBezTo>
                    <a:pt x="22016954" y="5239233"/>
                    <a:pt x="17548238" y="770517"/>
                    <a:pt x="12035797" y="770517"/>
                  </a:cubicBezTo>
                  <a:cubicBezTo>
                    <a:pt x="6523356" y="770517"/>
                    <a:pt x="2054640" y="5239233"/>
                    <a:pt x="2054640" y="10751674"/>
                  </a:cubicBezTo>
                  <a:cubicBezTo>
                    <a:pt x="2054640" y="11612993"/>
                    <a:pt x="2163740" y="12448830"/>
                    <a:pt x="2368872" y="13246121"/>
                  </a:cubicBezTo>
                  <a:lnTo>
                    <a:pt x="2502304" y="13716000"/>
                  </a:lnTo>
                  <a:lnTo>
                    <a:pt x="0" y="13716000"/>
                  </a:lnTo>
                  <a:lnTo>
                    <a:pt x="0" y="0"/>
                  </a:lnTo>
                  <a:lnTo>
                    <a:pt x="24387176" y="0"/>
                  </a:lnTo>
                  <a:lnTo>
                    <a:pt x="24387176" y="13716000"/>
                  </a:lnTo>
                  <a:close/>
                </a:path>
              </a:pathLst>
            </a:custGeom>
            <a:solidFill>
              <a:srgbClr val="E9E5D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solidFill>
                  <a:srgbClr val="FEFBF5"/>
                </a:solidFill>
              </a:endParaRPr>
            </a:p>
          </p:txBody>
        </p:sp>
        <p:sp>
          <p:nvSpPr>
            <p:cNvPr id="11" name="Rectangle 10">
              <a:extLst>
                <a:ext uri="{FF2B5EF4-FFF2-40B4-BE49-F238E27FC236}">
                  <a16:creationId xmlns:a16="http://schemas.microsoft.com/office/drawing/2014/main" id="{52B3DBCB-CD48-D940-A4C3-B3033421FEDC}"/>
                </a:ext>
                <a:ext uri="{C183D7F6-B498-43B3-948B-1728B52AA6E4}">
                  <adec:decorative xmlns:adec="http://schemas.microsoft.com/office/drawing/2017/decorative" val="1"/>
                </a:ext>
              </a:extLst>
            </p:cNvPr>
            <p:cNvSpPr/>
            <p:nvPr/>
          </p:nvSpPr>
          <p:spPr>
            <a:xfrm rot="5400000">
              <a:off x="10421935" y="-235791"/>
              <a:ext cx="3543301" cy="24387175"/>
            </a:xfrm>
            <a:prstGeom prst="rect">
              <a:avLst/>
            </a:prstGeom>
            <a:solidFill>
              <a:srgbClr val="D7EB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Freeform 13">
              <a:extLst>
                <a:ext uri="{FF2B5EF4-FFF2-40B4-BE49-F238E27FC236}">
                  <a16:creationId xmlns:a16="http://schemas.microsoft.com/office/drawing/2014/main" id="{48F70263-352A-9948-A0F8-6D466363E3C5}"/>
                </a:ext>
                <a:ext uri="{C183D7F6-B498-43B3-948B-1728B52AA6E4}">
                  <adec:decorative xmlns:adec="http://schemas.microsoft.com/office/drawing/2017/decorative" val="1"/>
                </a:ext>
              </a:extLst>
            </p:cNvPr>
            <p:cNvSpPr/>
            <p:nvPr/>
          </p:nvSpPr>
          <p:spPr>
            <a:xfrm rot="16200000">
              <a:off x="10963520" y="4657970"/>
              <a:ext cx="2804964" cy="13834424"/>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6" name="Rectangle 15">
              <a:extLst>
                <a:ext uri="{FF2B5EF4-FFF2-40B4-BE49-F238E27FC236}">
                  <a16:creationId xmlns:a16="http://schemas.microsoft.com/office/drawing/2014/main" id="{CCDC9481-7043-EA42-92B6-6AE95894974B}"/>
                </a:ext>
                <a:ext uri="{C183D7F6-B498-43B3-948B-1728B52AA6E4}">
                  <adec:decorative xmlns:adec="http://schemas.microsoft.com/office/drawing/2017/decorative" val="1"/>
                </a:ext>
              </a:extLst>
            </p:cNvPr>
            <p:cNvSpPr/>
            <p:nvPr/>
          </p:nvSpPr>
          <p:spPr>
            <a:xfrm>
              <a:off x="11576365" y="7690654"/>
              <a:ext cx="1234440" cy="75463"/>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3AE9E"/>
                </a:solidFill>
              </a:endParaRPr>
            </a:p>
          </p:txBody>
        </p:sp>
        <p:sp>
          <p:nvSpPr>
            <p:cNvPr id="18" name="Folded Corner 17">
              <a:extLst>
                <a:ext uri="{FF2B5EF4-FFF2-40B4-BE49-F238E27FC236}">
                  <a16:creationId xmlns:a16="http://schemas.microsoft.com/office/drawing/2014/main" id="{41838FF1-B4BD-FD46-A8E1-E5B0CCB78867}"/>
                </a:ext>
                <a:ext uri="{C183D7F6-B498-43B3-948B-1728B52AA6E4}">
                  <adec:decorative xmlns:adec="http://schemas.microsoft.com/office/drawing/2017/decorative" val="1"/>
                </a:ext>
              </a:extLst>
            </p:cNvPr>
            <p:cNvSpPr/>
            <p:nvPr/>
          </p:nvSpPr>
          <p:spPr>
            <a:xfrm>
              <a:off x="0" y="-2819400"/>
              <a:ext cx="7926388" cy="2142877"/>
            </a:xfrm>
            <a:prstGeom prst="foldedCorner">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320" tIns="274320" rIns="274320"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For inspirational quotes and author. Use the color blue to signify importance or a call to action.</a:t>
              </a:r>
            </a:p>
            <a:p>
              <a:endParaRPr lang="en-US" sz="2400">
                <a:solidFill>
                  <a:schemeClr val="tx1"/>
                </a:solidFill>
                <a:latin typeface="Source Sans Pro" charset="0"/>
                <a:ea typeface="Source Sans Pro" charset="0"/>
                <a:cs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grpSp>
      <p:sp>
        <p:nvSpPr>
          <p:cNvPr id="2" name="Title 1">
            <a:extLst>
              <a:ext uri="{FF2B5EF4-FFF2-40B4-BE49-F238E27FC236}">
                <a16:creationId xmlns:a16="http://schemas.microsoft.com/office/drawing/2014/main" id="{CA344CA1-4443-6646-B956-55905A1B4388}"/>
              </a:ext>
            </a:extLst>
          </p:cNvPr>
          <p:cNvSpPr>
            <a:spLocks noGrp="1"/>
          </p:cNvSpPr>
          <p:nvPr>
            <p:ph type="title" hasCustomPrompt="1"/>
          </p:nvPr>
        </p:nvSpPr>
        <p:spPr>
          <a:xfrm>
            <a:off x="5115698" y="1359244"/>
            <a:ext cx="14160844" cy="5881816"/>
          </a:xfrm>
          <a:noFill/>
        </p:spPr>
        <p:txBody>
          <a:bodyPr vert="horz" lIns="0" tIns="45720" rIns="0" bIns="45720" rtlCol="0" anchor="ctr" anchorCtr="0">
            <a:noAutofit/>
          </a:bodyPr>
          <a:lstStyle>
            <a:lvl1pPr algn="ctr">
              <a:defRPr lang="en-US" sz="9598">
                <a:solidFill>
                  <a:schemeClr val="accent1"/>
                </a:solidFill>
                <a:ea typeface="+mn-ea"/>
                <a:cs typeface="+mn-cs"/>
              </a:defRPr>
            </a:lvl1pPr>
          </a:lstStyle>
          <a:p>
            <a:pPr lvl="0"/>
            <a:r>
              <a:rPr lang="en-US"/>
              <a:t>“Enter a big idea or statement here of no more than three lines”</a:t>
            </a:r>
          </a:p>
        </p:txBody>
      </p:sp>
      <p:sp>
        <p:nvSpPr>
          <p:cNvPr id="21" name="Text Placeholder 2">
            <a:extLst>
              <a:ext uri="{FF2B5EF4-FFF2-40B4-BE49-F238E27FC236}">
                <a16:creationId xmlns:a16="http://schemas.microsoft.com/office/drawing/2014/main" id="{1D8B3765-7D82-F549-A036-6DC601400400}"/>
              </a:ext>
            </a:extLst>
          </p:cNvPr>
          <p:cNvSpPr>
            <a:spLocks noGrp="1"/>
          </p:cNvSpPr>
          <p:nvPr>
            <p:ph type="body" sz="quarter" idx="11" hasCustomPrompt="1"/>
          </p:nvPr>
        </p:nvSpPr>
        <p:spPr>
          <a:xfrm>
            <a:off x="5178914" y="8214834"/>
            <a:ext cx="14104300" cy="959000"/>
          </a:xfrm>
        </p:spPr>
        <p:txBody>
          <a:bodyPr anchor="t" anchorCtr="0">
            <a:noAutofit/>
          </a:bodyPr>
          <a:lstStyle>
            <a:lvl1pPr marL="0" indent="0" algn="ctr">
              <a:buNone/>
              <a:defRPr sz="5398" b="1" i="0">
                <a:solidFill>
                  <a:schemeClr val="accent6"/>
                </a:solidFill>
                <a:latin typeface="Community Semibold" panose="02000303040000020003" pitchFamily="2" charset="0"/>
              </a:defRPr>
            </a:lvl1pPr>
            <a:lvl2pPr marL="914218" indent="0">
              <a:buNone/>
              <a:defRPr sz="13798">
                <a:solidFill>
                  <a:schemeClr val="accent2"/>
                </a:solidFill>
              </a:defRPr>
            </a:lvl2pPr>
            <a:lvl3pPr marL="1828434" indent="0">
              <a:buNone/>
              <a:defRPr sz="13798">
                <a:solidFill>
                  <a:schemeClr val="accent2"/>
                </a:solidFill>
              </a:defRPr>
            </a:lvl3pPr>
            <a:lvl4pPr marL="2742652" indent="0">
              <a:buNone/>
              <a:defRPr sz="13798">
                <a:solidFill>
                  <a:schemeClr val="accent2"/>
                </a:solidFill>
              </a:defRPr>
            </a:lvl4pPr>
            <a:lvl5pPr marL="3656868" indent="0">
              <a:buNone/>
              <a:defRPr sz="13798">
                <a:solidFill>
                  <a:schemeClr val="accent2"/>
                </a:solidFill>
              </a:defRPr>
            </a:lvl5pPr>
          </a:lstStyle>
          <a:p>
            <a:pPr lvl="0"/>
            <a:r>
              <a:rPr lang="en-US"/>
              <a:t>Enter name</a:t>
            </a:r>
          </a:p>
        </p:txBody>
      </p:sp>
    </p:spTree>
    <p:extLst>
      <p:ext uri="{BB962C8B-B14F-4D97-AF65-F5344CB8AC3E}">
        <p14:creationId xmlns:p14="http://schemas.microsoft.com/office/powerpoint/2010/main" val="20718884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mber_big quote 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33EA9F-E852-E443-BE7C-76145251FE95}"/>
              </a:ext>
              <a:ext uri="{C183D7F6-B498-43B3-948B-1728B52AA6E4}">
                <adec:decorative xmlns:adec="http://schemas.microsoft.com/office/drawing/2017/decorative" val="1"/>
              </a:ext>
            </a:extLst>
          </p:cNvPr>
          <p:cNvGrpSpPr/>
          <p:nvPr/>
        </p:nvGrpSpPr>
        <p:grpSpPr>
          <a:xfrm>
            <a:off x="-1" y="0"/>
            <a:ext cx="24387177" cy="13729448"/>
            <a:chOff x="-2" y="0"/>
            <a:chExt cx="24387178" cy="13729447"/>
          </a:xfrm>
        </p:grpSpPr>
        <p:sp>
          <p:nvSpPr>
            <p:cNvPr id="12" name="Freeform 11">
              <a:extLst>
                <a:ext uri="{FF2B5EF4-FFF2-40B4-BE49-F238E27FC236}">
                  <a16:creationId xmlns:a16="http://schemas.microsoft.com/office/drawing/2014/main" id="{A024477A-BADA-DB4A-B9A3-E9A23A4D9A69}"/>
                </a:ext>
                <a:ext uri="{C183D7F6-B498-43B3-948B-1728B52AA6E4}">
                  <adec:decorative xmlns:adec="http://schemas.microsoft.com/office/drawing/2017/decorative" val="1"/>
                </a:ext>
              </a:extLst>
            </p:cNvPr>
            <p:cNvSpPr/>
            <p:nvPr/>
          </p:nvSpPr>
          <p:spPr>
            <a:xfrm rot="10800000">
              <a:off x="0" y="0"/>
              <a:ext cx="24387176" cy="13716000"/>
            </a:xfrm>
            <a:custGeom>
              <a:avLst/>
              <a:gdLst>
                <a:gd name="connsiteX0" fmla="*/ 24387176 w 24387176"/>
                <a:gd name="connsiteY0" fmla="*/ 13716000 h 13716000"/>
                <a:gd name="connsiteX1" fmla="*/ 21569290 w 24387176"/>
                <a:gd name="connsiteY1" fmla="*/ 13716000 h 13716000"/>
                <a:gd name="connsiteX2" fmla="*/ 21702721 w 24387176"/>
                <a:gd name="connsiteY2" fmla="*/ 13246121 h 13716000"/>
                <a:gd name="connsiteX3" fmla="*/ 22016954 w 24387176"/>
                <a:gd name="connsiteY3" fmla="*/ 10751674 h 13716000"/>
                <a:gd name="connsiteX4" fmla="*/ 12035797 w 24387176"/>
                <a:gd name="connsiteY4" fmla="*/ 770517 h 13716000"/>
                <a:gd name="connsiteX5" fmla="*/ 2054640 w 24387176"/>
                <a:gd name="connsiteY5" fmla="*/ 10751674 h 13716000"/>
                <a:gd name="connsiteX6" fmla="*/ 2368872 w 24387176"/>
                <a:gd name="connsiteY6" fmla="*/ 13246121 h 13716000"/>
                <a:gd name="connsiteX7" fmla="*/ 2502304 w 24387176"/>
                <a:gd name="connsiteY7" fmla="*/ 13716000 h 13716000"/>
                <a:gd name="connsiteX8" fmla="*/ 0 w 24387176"/>
                <a:gd name="connsiteY8" fmla="*/ 13716000 h 13716000"/>
                <a:gd name="connsiteX9" fmla="*/ 0 w 24387176"/>
                <a:gd name="connsiteY9" fmla="*/ 0 h 13716000"/>
                <a:gd name="connsiteX10" fmla="*/ 24387176 w 24387176"/>
                <a:gd name="connsiteY10" fmla="*/ 0 h 13716000"/>
                <a:gd name="connsiteX11" fmla="*/ 24387176 w 24387176"/>
                <a:gd name="connsiteY11"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387176" h="13716000">
                  <a:moveTo>
                    <a:pt x="24387176" y="13716000"/>
                  </a:moveTo>
                  <a:lnTo>
                    <a:pt x="21569290" y="13716000"/>
                  </a:lnTo>
                  <a:lnTo>
                    <a:pt x="21702721" y="13246121"/>
                  </a:lnTo>
                  <a:cubicBezTo>
                    <a:pt x="21907855" y="12448830"/>
                    <a:pt x="22016954" y="11612993"/>
                    <a:pt x="22016954" y="10751674"/>
                  </a:cubicBezTo>
                  <a:cubicBezTo>
                    <a:pt x="22016954" y="5239233"/>
                    <a:pt x="17548238" y="770517"/>
                    <a:pt x="12035797" y="770517"/>
                  </a:cubicBezTo>
                  <a:cubicBezTo>
                    <a:pt x="6523356" y="770517"/>
                    <a:pt x="2054640" y="5239233"/>
                    <a:pt x="2054640" y="10751674"/>
                  </a:cubicBezTo>
                  <a:cubicBezTo>
                    <a:pt x="2054640" y="11612993"/>
                    <a:pt x="2163740" y="12448830"/>
                    <a:pt x="2368872" y="13246121"/>
                  </a:cubicBezTo>
                  <a:lnTo>
                    <a:pt x="2502304" y="13716000"/>
                  </a:lnTo>
                  <a:lnTo>
                    <a:pt x="0" y="13716000"/>
                  </a:lnTo>
                  <a:lnTo>
                    <a:pt x="0" y="0"/>
                  </a:lnTo>
                  <a:lnTo>
                    <a:pt x="24387176" y="0"/>
                  </a:lnTo>
                  <a:lnTo>
                    <a:pt x="24387176" y="13716000"/>
                  </a:lnTo>
                  <a:close/>
                </a:path>
              </a:pathLst>
            </a:custGeom>
            <a:solidFill>
              <a:srgbClr val="E9E5D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solidFill>
                  <a:srgbClr val="FEFBF5"/>
                </a:solidFill>
              </a:endParaRPr>
            </a:p>
          </p:txBody>
        </p:sp>
        <p:sp>
          <p:nvSpPr>
            <p:cNvPr id="11" name="Rectangle 10">
              <a:extLst>
                <a:ext uri="{FF2B5EF4-FFF2-40B4-BE49-F238E27FC236}">
                  <a16:creationId xmlns:a16="http://schemas.microsoft.com/office/drawing/2014/main" id="{52B3DBCB-CD48-D940-A4C3-B3033421FEDC}"/>
                </a:ext>
                <a:ext uri="{C183D7F6-B498-43B3-948B-1728B52AA6E4}">
                  <adec:decorative xmlns:adec="http://schemas.microsoft.com/office/drawing/2017/decorative" val="1"/>
                </a:ext>
              </a:extLst>
            </p:cNvPr>
            <p:cNvSpPr/>
            <p:nvPr/>
          </p:nvSpPr>
          <p:spPr>
            <a:xfrm rot="5400000">
              <a:off x="10421935" y="-235791"/>
              <a:ext cx="3543301" cy="24387175"/>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Freeform 13">
              <a:extLst>
                <a:ext uri="{FF2B5EF4-FFF2-40B4-BE49-F238E27FC236}">
                  <a16:creationId xmlns:a16="http://schemas.microsoft.com/office/drawing/2014/main" id="{48F70263-352A-9948-A0F8-6D466363E3C5}"/>
                </a:ext>
                <a:ext uri="{C183D7F6-B498-43B3-948B-1728B52AA6E4}">
                  <adec:decorative xmlns:adec="http://schemas.microsoft.com/office/drawing/2017/decorative" val="1"/>
                </a:ext>
              </a:extLst>
            </p:cNvPr>
            <p:cNvSpPr/>
            <p:nvPr/>
          </p:nvSpPr>
          <p:spPr>
            <a:xfrm rot="16200000">
              <a:off x="10963520" y="4657970"/>
              <a:ext cx="2804964" cy="13834424"/>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6" name="Rectangle 15">
              <a:extLst>
                <a:ext uri="{FF2B5EF4-FFF2-40B4-BE49-F238E27FC236}">
                  <a16:creationId xmlns:a16="http://schemas.microsoft.com/office/drawing/2014/main" id="{CCDC9481-7043-EA42-92B6-6AE95894974B}"/>
                </a:ext>
                <a:ext uri="{C183D7F6-B498-43B3-948B-1728B52AA6E4}">
                  <adec:decorative xmlns:adec="http://schemas.microsoft.com/office/drawing/2017/decorative" val="1"/>
                </a:ext>
              </a:extLst>
            </p:cNvPr>
            <p:cNvSpPr/>
            <p:nvPr/>
          </p:nvSpPr>
          <p:spPr>
            <a:xfrm>
              <a:off x="11576365" y="7690654"/>
              <a:ext cx="1234440" cy="75463"/>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3AE9E"/>
                </a:solidFill>
              </a:endParaRPr>
            </a:p>
          </p:txBody>
        </p:sp>
      </p:grpSp>
      <p:sp>
        <p:nvSpPr>
          <p:cNvPr id="2" name="Title 1">
            <a:extLst>
              <a:ext uri="{FF2B5EF4-FFF2-40B4-BE49-F238E27FC236}">
                <a16:creationId xmlns:a16="http://schemas.microsoft.com/office/drawing/2014/main" id="{CA344CA1-4443-6646-B956-55905A1B4388}"/>
              </a:ext>
            </a:extLst>
          </p:cNvPr>
          <p:cNvSpPr>
            <a:spLocks noGrp="1"/>
          </p:cNvSpPr>
          <p:nvPr>
            <p:ph type="title" hasCustomPrompt="1"/>
          </p:nvPr>
        </p:nvSpPr>
        <p:spPr>
          <a:xfrm>
            <a:off x="5115698" y="1359244"/>
            <a:ext cx="14160844" cy="5881816"/>
          </a:xfrm>
          <a:noFill/>
        </p:spPr>
        <p:txBody>
          <a:bodyPr vert="horz" lIns="0" tIns="45720" rIns="0" bIns="45720" rtlCol="0" anchor="ctr" anchorCtr="0">
            <a:noAutofit/>
          </a:bodyPr>
          <a:lstStyle>
            <a:lvl1pPr algn="ctr">
              <a:defRPr lang="en-US" sz="9598">
                <a:solidFill>
                  <a:schemeClr val="accent2"/>
                </a:solidFill>
                <a:ea typeface="+mn-ea"/>
                <a:cs typeface="+mn-cs"/>
              </a:defRPr>
            </a:lvl1pPr>
          </a:lstStyle>
          <a:p>
            <a:pPr lvl="0"/>
            <a:r>
              <a:rPr lang="en-US"/>
              <a:t>“Enter a big idea or statement here of no more than three lines”</a:t>
            </a:r>
          </a:p>
        </p:txBody>
      </p:sp>
      <p:sp>
        <p:nvSpPr>
          <p:cNvPr id="21" name="Text Placeholder 2">
            <a:extLst>
              <a:ext uri="{FF2B5EF4-FFF2-40B4-BE49-F238E27FC236}">
                <a16:creationId xmlns:a16="http://schemas.microsoft.com/office/drawing/2014/main" id="{1D8B3765-7D82-F549-A036-6DC601400400}"/>
              </a:ext>
            </a:extLst>
          </p:cNvPr>
          <p:cNvSpPr>
            <a:spLocks noGrp="1"/>
          </p:cNvSpPr>
          <p:nvPr>
            <p:ph type="body" sz="quarter" idx="11" hasCustomPrompt="1"/>
          </p:nvPr>
        </p:nvSpPr>
        <p:spPr>
          <a:xfrm>
            <a:off x="5178914" y="8214834"/>
            <a:ext cx="14104300" cy="959000"/>
          </a:xfrm>
        </p:spPr>
        <p:txBody>
          <a:bodyPr anchor="t" anchorCtr="0">
            <a:noAutofit/>
          </a:bodyPr>
          <a:lstStyle>
            <a:lvl1pPr marL="0" indent="0" algn="ctr">
              <a:buNone/>
              <a:defRPr sz="5398" b="1" i="0">
                <a:solidFill>
                  <a:schemeClr val="accent6"/>
                </a:solidFill>
                <a:latin typeface="Community Semibold" panose="02000303040000020003" pitchFamily="2" charset="0"/>
              </a:defRPr>
            </a:lvl1pPr>
            <a:lvl2pPr marL="914218" indent="0">
              <a:buNone/>
              <a:defRPr sz="13798">
                <a:solidFill>
                  <a:schemeClr val="accent2"/>
                </a:solidFill>
              </a:defRPr>
            </a:lvl2pPr>
            <a:lvl3pPr marL="1828434" indent="0">
              <a:buNone/>
              <a:defRPr sz="13798">
                <a:solidFill>
                  <a:schemeClr val="accent2"/>
                </a:solidFill>
              </a:defRPr>
            </a:lvl3pPr>
            <a:lvl4pPr marL="2742652" indent="0">
              <a:buNone/>
              <a:defRPr sz="13798">
                <a:solidFill>
                  <a:schemeClr val="accent2"/>
                </a:solidFill>
              </a:defRPr>
            </a:lvl4pPr>
            <a:lvl5pPr marL="3656868" indent="0">
              <a:buNone/>
              <a:defRPr sz="13798">
                <a:solidFill>
                  <a:schemeClr val="accent2"/>
                </a:solidFill>
              </a:defRPr>
            </a:lvl5pPr>
          </a:lstStyle>
          <a:p>
            <a:pPr lvl="0"/>
            <a:r>
              <a:rPr lang="en-US"/>
              <a:t>Enter name</a:t>
            </a:r>
          </a:p>
        </p:txBody>
      </p:sp>
      <p:sp>
        <p:nvSpPr>
          <p:cNvPr id="13" name="Folded Corner 12">
            <a:extLst>
              <a:ext uri="{FF2B5EF4-FFF2-40B4-BE49-F238E27FC236}">
                <a16:creationId xmlns:a16="http://schemas.microsoft.com/office/drawing/2014/main" id="{BC84E5C4-8612-1247-BD39-77C4545A6E34}"/>
              </a:ext>
              <a:ext uri="{C183D7F6-B498-43B3-948B-1728B52AA6E4}">
                <adec:decorative xmlns:adec="http://schemas.microsoft.com/office/drawing/2017/decorative" val="1"/>
              </a:ext>
            </a:extLst>
          </p:cNvPr>
          <p:cNvSpPr/>
          <p:nvPr/>
        </p:nvSpPr>
        <p:spPr>
          <a:xfrm>
            <a:off x="0" y="-2819399"/>
            <a:ext cx="7926388" cy="2142878"/>
          </a:xfrm>
          <a:prstGeom prst="foldedCorner">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For inspirational quotes and author. Use the color blue to signify importance or a call to action.</a:t>
            </a:r>
          </a:p>
          <a:p>
            <a:endParaRPr lang="en-US" sz="2400">
              <a:solidFill>
                <a:schemeClr val="tx1"/>
              </a:solidFill>
              <a:latin typeface="Source Sans Pro" charset="0"/>
              <a:ea typeface="Source Sans Pro" charset="0"/>
              <a:cs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2653826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red_big quote 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33EA9F-E852-E443-BE7C-76145251FE95}"/>
              </a:ext>
              <a:ext uri="{C183D7F6-B498-43B3-948B-1728B52AA6E4}">
                <adec:decorative xmlns:adec="http://schemas.microsoft.com/office/drawing/2017/decorative" val="1"/>
              </a:ext>
            </a:extLst>
          </p:cNvPr>
          <p:cNvGrpSpPr/>
          <p:nvPr/>
        </p:nvGrpSpPr>
        <p:grpSpPr>
          <a:xfrm>
            <a:off x="-1" y="0"/>
            <a:ext cx="24387177" cy="13729448"/>
            <a:chOff x="-2" y="0"/>
            <a:chExt cx="24387178" cy="13729447"/>
          </a:xfrm>
        </p:grpSpPr>
        <p:sp>
          <p:nvSpPr>
            <p:cNvPr id="12" name="Freeform 11">
              <a:extLst>
                <a:ext uri="{FF2B5EF4-FFF2-40B4-BE49-F238E27FC236}">
                  <a16:creationId xmlns:a16="http://schemas.microsoft.com/office/drawing/2014/main" id="{A024477A-BADA-DB4A-B9A3-E9A23A4D9A69}"/>
                </a:ext>
                <a:ext uri="{C183D7F6-B498-43B3-948B-1728B52AA6E4}">
                  <adec:decorative xmlns:adec="http://schemas.microsoft.com/office/drawing/2017/decorative" val="1"/>
                </a:ext>
              </a:extLst>
            </p:cNvPr>
            <p:cNvSpPr/>
            <p:nvPr/>
          </p:nvSpPr>
          <p:spPr>
            <a:xfrm rot="10800000">
              <a:off x="0" y="0"/>
              <a:ext cx="24387176" cy="13716000"/>
            </a:xfrm>
            <a:custGeom>
              <a:avLst/>
              <a:gdLst>
                <a:gd name="connsiteX0" fmla="*/ 24387176 w 24387176"/>
                <a:gd name="connsiteY0" fmla="*/ 13716000 h 13716000"/>
                <a:gd name="connsiteX1" fmla="*/ 21569290 w 24387176"/>
                <a:gd name="connsiteY1" fmla="*/ 13716000 h 13716000"/>
                <a:gd name="connsiteX2" fmla="*/ 21702721 w 24387176"/>
                <a:gd name="connsiteY2" fmla="*/ 13246121 h 13716000"/>
                <a:gd name="connsiteX3" fmla="*/ 22016954 w 24387176"/>
                <a:gd name="connsiteY3" fmla="*/ 10751674 h 13716000"/>
                <a:gd name="connsiteX4" fmla="*/ 12035797 w 24387176"/>
                <a:gd name="connsiteY4" fmla="*/ 770517 h 13716000"/>
                <a:gd name="connsiteX5" fmla="*/ 2054640 w 24387176"/>
                <a:gd name="connsiteY5" fmla="*/ 10751674 h 13716000"/>
                <a:gd name="connsiteX6" fmla="*/ 2368872 w 24387176"/>
                <a:gd name="connsiteY6" fmla="*/ 13246121 h 13716000"/>
                <a:gd name="connsiteX7" fmla="*/ 2502304 w 24387176"/>
                <a:gd name="connsiteY7" fmla="*/ 13716000 h 13716000"/>
                <a:gd name="connsiteX8" fmla="*/ 0 w 24387176"/>
                <a:gd name="connsiteY8" fmla="*/ 13716000 h 13716000"/>
                <a:gd name="connsiteX9" fmla="*/ 0 w 24387176"/>
                <a:gd name="connsiteY9" fmla="*/ 0 h 13716000"/>
                <a:gd name="connsiteX10" fmla="*/ 24387176 w 24387176"/>
                <a:gd name="connsiteY10" fmla="*/ 0 h 13716000"/>
                <a:gd name="connsiteX11" fmla="*/ 24387176 w 24387176"/>
                <a:gd name="connsiteY11"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387176" h="13716000">
                  <a:moveTo>
                    <a:pt x="24387176" y="13716000"/>
                  </a:moveTo>
                  <a:lnTo>
                    <a:pt x="21569290" y="13716000"/>
                  </a:lnTo>
                  <a:lnTo>
                    <a:pt x="21702721" y="13246121"/>
                  </a:lnTo>
                  <a:cubicBezTo>
                    <a:pt x="21907855" y="12448830"/>
                    <a:pt x="22016954" y="11612993"/>
                    <a:pt x="22016954" y="10751674"/>
                  </a:cubicBezTo>
                  <a:cubicBezTo>
                    <a:pt x="22016954" y="5239233"/>
                    <a:pt x="17548238" y="770517"/>
                    <a:pt x="12035797" y="770517"/>
                  </a:cubicBezTo>
                  <a:cubicBezTo>
                    <a:pt x="6523356" y="770517"/>
                    <a:pt x="2054640" y="5239233"/>
                    <a:pt x="2054640" y="10751674"/>
                  </a:cubicBezTo>
                  <a:cubicBezTo>
                    <a:pt x="2054640" y="11612993"/>
                    <a:pt x="2163740" y="12448830"/>
                    <a:pt x="2368872" y="13246121"/>
                  </a:cubicBezTo>
                  <a:lnTo>
                    <a:pt x="2502304" y="13716000"/>
                  </a:lnTo>
                  <a:lnTo>
                    <a:pt x="0" y="13716000"/>
                  </a:lnTo>
                  <a:lnTo>
                    <a:pt x="0" y="0"/>
                  </a:lnTo>
                  <a:lnTo>
                    <a:pt x="24387176" y="0"/>
                  </a:lnTo>
                  <a:lnTo>
                    <a:pt x="24387176" y="13716000"/>
                  </a:lnTo>
                  <a:close/>
                </a:path>
              </a:pathLst>
            </a:custGeom>
            <a:solidFill>
              <a:srgbClr val="E9E5D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solidFill>
                  <a:srgbClr val="FEFBF5"/>
                </a:solidFill>
              </a:endParaRPr>
            </a:p>
          </p:txBody>
        </p:sp>
        <p:sp>
          <p:nvSpPr>
            <p:cNvPr id="11" name="Rectangle 10">
              <a:extLst>
                <a:ext uri="{FF2B5EF4-FFF2-40B4-BE49-F238E27FC236}">
                  <a16:creationId xmlns:a16="http://schemas.microsoft.com/office/drawing/2014/main" id="{52B3DBCB-CD48-D940-A4C3-B3033421FEDC}"/>
                </a:ext>
                <a:ext uri="{C183D7F6-B498-43B3-948B-1728B52AA6E4}">
                  <adec:decorative xmlns:adec="http://schemas.microsoft.com/office/drawing/2017/decorative" val="1"/>
                </a:ext>
              </a:extLst>
            </p:cNvPr>
            <p:cNvSpPr/>
            <p:nvPr/>
          </p:nvSpPr>
          <p:spPr>
            <a:xfrm rot="5400000">
              <a:off x="10421935" y="-235791"/>
              <a:ext cx="3543301" cy="24387175"/>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Freeform 13">
              <a:extLst>
                <a:ext uri="{FF2B5EF4-FFF2-40B4-BE49-F238E27FC236}">
                  <a16:creationId xmlns:a16="http://schemas.microsoft.com/office/drawing/2014/main" id="{48F70263-352A-9948-A0F8-6D466363E3C5}"/>
                </a:ext>
                <a:ext uri="{C183D7F6-B498-43B3-948B-1728B52AA6E4}">
                  <adec:decorative xmlns:adec="http://schemas.microsoft.com/office/drawing/2017/decorative" val="1"/>
                </a:ext>
              </a:extLst>
            </p:cNvPr>
            <p:cNvSpPr/>
            <p:nvPr/>
          </p:nvSpPr>
          <p:spPr>
            <a:xfrm rot="16200000">
              <a:off x="10963520" y="4657970"/>
              <a:ext cx="2804964" cy="13834424"/>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6" name="Rectangle 15">
              <a:extLst>
                <a:ext uri="{FF2B5EF4-FFF2-40B4-BE49-F238E27FC236}">
                  <a16:creationId xmlns:a16="http://schemas.microsoft.com/office/drawing/2014/main" id="{CCDC9481-7043-EA42-92B6-6AE95894974B}"/>
                </a:ext>
                <a:ext uri="{C183D7F6-B498-43B3-948B-1728B52AA6E4}">
                  <adec:decorative xmlns:adec="http://schemas.microsoft.com/office/drawing/2017/decorative" val="1"/>
                </a:ext>
              </a:extLst>
            </p:cNvPr>
            <p:cNvSpPr/>
            <p:nvPr/>
          </p:nvSpPr>
          <p:spPr>
            <a:xfrm>
              <a:off x="11576365" y="7690654"/>
              <a:ext cx="1234440" cy="75463"/>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3AE9E"/>
                </a:solidFill>
              </a:endParaRPr>
            </a:p>
          </p:txBody>
        </p:sp>
      </p:grpSp>
      <p:sp>
        <p:nvSpPr>
          <p:cNvPr id="2" name="Title 1">
            <a:extLst>
              <a:ext uri="{FF2B5EF4-FFF2-40B4-BE49-F238E27FC236}">
                <a16:creationId xmlns:a16="http://schemas.microsoft.com/office/drawing/2014/main" id="{CA344CA1-4443-6646-B956-55905A1B4388}"/>
              </a:ext>
            </a:extLst>
          </p:cNvPr>
          <p:cNvSpPr>
            <a:spLocks noGrp="1"/>
          </p:cNvSpPr>
          <p:nvPr>
            <p:ph type="title" hasCustomPrompt="1"/>
          </p:nvPr>
        </p:nvSpPr>
        <p:spPr>
          <a:xfrm>
            <a:off x="5115698" y="1359244"/>
            <a:ext cx="14160844" cy="5881816"/>
          </a:xfrm>
          <a:noFill/>
        </p:spPr>
        <p:txBody>
          <a:bodyPr vert="horz" lIns="0" tIns="45720" rIns="0" bIns="45720" rtlCol="0" anchor="ctr" anchorCtr="0">
            <a:noAutofit/>
          </a:bodyPr>
          <a:lstStyle>
            <a:lvl1pPr algn="ctr">
              <a:defRPr lang="en-US" sz="9598">
                <a:solidFill>
                  <a:schemeClr val="tx2"/>
                </a:solidFill>
                <a:ea typeface="+mn-ea"/>
                <a:cs typeface="+mn-cs"/>
              </a:defRPr>
            </a:lvl1pPr>
          </a:lstStyle>
          <a:p>
            <a:pPr lvl="0"/>
            <a:r>
              <a:rPr lang="en-US"/>
              <a:t>“Enter a big idea or statement here of no more than three lines”</a:t>
            </a:r>
          </a:p>
        </p:txBody>
      </p:sp>
      <p:sp>
        <p:nvSpPr>
          <p:cNvPr id="21" name="Text Placeholder 2">
            <a:extLst>
              <a:ext uri="{FF2B5EF4-FFF2-40B4-BE49-F238E27FC236}">
                <a16:creationId xmlns:a16="http://schemas.microsoft.com/office/drawing/2014/main" id="{1D8B3765-7D82-F549-A036-6DC601400400}"/>
              </a:ext>
            </a:extLst>
          </p:cNvPr>
          <p:cNvSpPr>
            <a:spLocks noGrp="1"/>
          </p:cNvSpPr>
          <p:nvPr>
            <p:ph type="body" sz="quarter" idx="11" hasCustomPrompt="1"/>
          </p:nvPr>
        </p:nvSpPr>
        <p:spPr>
          <a:xfrm>
            <a:off x="5178914" y="8214834"/>
            <a:ext cx="14104300" cy="959000"/>
          </a:xfrm>
        </p:spPr>
        <p:txBody>
          <a:bodyPr anchor="t" anchorCtr="0">
            <a:noAutofit/>
          </a:bodyPr>
          <a:lstStyle>
            <a:lvl1pPr marL="0" indent="0" algn="ctr">
              <a:buNone/>
              <a:defRPr sz="5398" b="1" i="0">
                <a:solidFill>
                  <a:schemeClr val="accent6"/>
                </a:solidFill>
                <a:latin typeface="Community Semibold" panose="02000303040000020003" pitchFamily="2" charset="0"/>
              </a:defRPr>
            </a:lvl1pPr>
            <a:lvl2pPr marL="914218" indent="0">
              <a:buNone/>
              <a:defRPr sz="13798">
                <a:solidFill>
                  <a:schemeClr val="accent2"/>
                </a:solidFill>
              </a:defRPr>
            </a:lvl2pPr>
            <a:lvl3pPr marL="1828434" indent="0">
              <a:buNone/>
              <a:defRPr sz="13798">
                <a:solidFill>
                  <a:schemeClr val="accent2"/>
                </a:solidFill>
              </a:defRPr>
            </a:lvl3pPr>
            <a:lvl4pPr marL="2742652" indent="0">
              <a:buNone/>
              <a:defRPr sz="13798">
                <a:solidFill>
                  <a:schemeClr val="accent2"/>
                </a:solidFill>
              </a:defRPr>
            </a:lvl4pPr>
            <a:lvl5pPr marL="3656868" indent="0">
              <a:buNone/>
              <a:defRPr sz="13798">
                <a:solidFill>
                  <a:schemeClr val="accent2"/>
                </a:solidFill>
              </a:defRPr>
            </a:lvl5pPr>
          </a:lstStyle>
          <a:p>
            <a:pPr lvl="0"/>
            <a:r>
              <a:rPr lang="en-US"/>
              <a:t>Enter name</a:t>
            </a:r>
          </a:p>
        </p:txBody>
      </p:sp>
      <p:sp>
        <p:nvSpPr>
          <p:cNvPr id="13" name="Folded Corner 12">
            <a:extLst>
              <a:ext uri="{FF2B5EF4-FFF2-40B4-BE49-F238E27FC236}">
                <a16:creationId xmlns:a16="http://schemas.microsoft.com/office/drawing/2014/main" id="{A98B2E77-59DC-3F43-917E-D2B0055EE9C9}"/>
              </a:ext>
              <a:ext uri="{C183D7F6-B498-43B3-948B-1728B52AA6E4}">
                <adec:decorative xmlns:adec="http://schemas.microsoft.com/office/drawing/2017/decorative" val="1"/>
              </a:ext>
            </a:extLst>
          </p:cNvPr>
          <p:cNvSpPr/>
          <p:nvPr/>
        </p:nvSpPr>
        <p:spPr>
          <a:xfrm>
            <a:off x="0" y="-2819399"/>
            <a:ext cx="7926388" cy="2142878"/>
          </a:xfrm>
          <a:prstGeom prst="foldedCorner">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For inspirational quotes and author. Use the color blue to signify importance or a call to action.</a:t>
            </a:r>
          </a:p>
          <a:p>
            <a:endParaRPr lang="en-US" sz="2400">
              <a:solidFill>
                <a:schemeClr val="tx1"/>
              </a:solidFill>
              <a:latin typeface="Source Sans Pro" charset="0"/>
              <a:ea typeface="Source Sans Pro" charset="0"/>
              <a:cs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6592232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ue_big quote 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33EA9F-E852-E443-BE7C-76145251FE95}"/>
              </a:ext>
              <a:ext uri="{C183D7F6-B498-43B3-948B-1728B52AA6E4}">
                <adec:decorative xmlns:adec="http://schemas.microsoft.com/office/drawing/2017/decorative" val="1"/>
              </a:ext>
            </a:extLst>
          </p:cNvPr>
          <p:cNvGrpSpPr/>
          <p:nvPr/>
        </p:nvGrpSpPr>
        <p:grpSpPr>
          <a:xfrm>
            <a:off x="-1" y="0"/>
            <a:ext cx="24387177" cy="13729448"/>
            <a:chOff x="-2" y="0"/>
            <a:chExt cx="24387178" cy="13729447"/>
          </a:xfrm>
        </p:grpSpPr>
        <p:sp>
          <p:nvSpPr>
            <p:cNvPr id="12" name="Freeform 11">
              <a:extLst>
                <a:ext uri="{FF2B5EF4-FFF2-40B4-BE49-F238E27FC236}">
                  <a16:creationId xmlns:a16="http://schemas.microsoft.com/office/drawing/2014/main" id="{A024477A-BADA-DB4A-B9A3-E9A23A4D9A69}"/>
                </a:ext>
                <a:ext uri="{C183D7F6-B498-43B3-948B-1728B52AA6E4}">
                  <adec:decorative xmlns:adec="http://schemas.microsoft.com/office/drawing/2017/decorative" val="1"/>
                </a:ext>
              </a:extLst>
            </p:cNvPr>
            <p:cNvSpPr/>
            <p:nvPr/>
          </p:nvSpPr>
          <p:spPr>
            <a:xfrm rot="10800000">
              <a:off x="0" y="0"/>
              <a:ext cx="24387176" cy="13716000"/>
            </a:xfrm>
            <a:custGeom>
              <a:avLst/>
              <a:gdLst>
                <a:gd name="connsiteX0" fmla="*/ 24387176 w 24387176"/>
                <a:gd name="connsiteY0" fmla="*/ 13716000 h 13716000"/>
                <a:gd name="connsiteX1" fmla="*/ 21569290 w 24387176"/>
                <a:gd name="connsiteY1" fmla="*/ 13716000 h 13716000"/>
                <a:gd name="connsiteX2" fmla="*/ 21702721 w 24387176"/>
                <a:gd name="connsiteY2" fmla="*/ 13246121 h 13716000"/>
                <a:gd name="connsiteX3" fmla="*/ 22016954 w 24387176"/>
                <a:gd name="connsiteY3" fmla="*/ 10751674 h 13716000"/>
                <a:gd name="connsiteX4" fmla="*/ 12035797 w 24387176"/>
                <a:gd name="connsiteY4" fmla="*/ 770517 h 13716000"/>
                <a:gd name="connsiteX5" fmla="*/ 2054640 w 24387176"/>
                <a:gd name="connsiteY5" fmla="*/ 10751674 h 13716000"/>
                <a:gd name="connsiteX6" fmla="*/ 2368872 w 24387176"/>
                <a:gd name="connsiteY6" fmla="*/ 13246121 h 13716000"/>
                <a:gd name="connsiteX7" fmla="*/ 2502304 w 24387176"/>
                <a:gd name="connsiteY7" fmla="*/ 13716000 h 13716000"/>
                <a:gd name="connsiteX8" fmla="*/ 0 w 24387176"/>
                <a:gd name="connsiteY8" fmla="*/ 13716000 h 13716000"/>
                <a:gd name="connsiteX9" fmla="*/ 0 w 24387176"/>
                <a:gd name="connsiteY9" fmla="*/ 0 h 13716000"/>
                <a:gd name="connsiteX10" fmla="*/ 24387176 w 24387176"/>
                <a:gd name="connsiteY10" fmla="*/ 0 h 13716000"/>
                <a:gd name="connsiteX11" fmla="*/ 24387176 w 24387176"/>
                <a:gd name="connsiteY11"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387176" h="13716000">
                  <a:moveTo>
                    <a:pt x="24387176" y="13716000"/>
                  </a:moveTo>
                  <a:lnTo>
                    <a:pt x="21569290" y="13716000"/>
                  </a:lnTo>
                  <a:lnTo>
                    <a:pt x="21702721" y="13246121"/>
                  </a:lnTo>
                  <a:cubicBezTo>
                    <a:pt x="21907855" y="12448830"/>
                    <a:pt x="22016954" y="11612993"/>
                    <a:pt x="22016954" y="10751674"/>
                  </a:cubicBezTo>
                  <a:cubicBezTo>
                    <a:pt x="22016954" y="5239233"/>
                    <a:pt x="17548238" y="770517"/>
                    <a:pt x="12035797" y="770517"/>
                  </a:cubicBezTo>
                  <a:cubicBezTo>
                    <a:pt x="6523356" y="770517"/>
                    <a:pt x="2054640" y="5239233"/>
                    <a:pt x="2054640" y="10751674"/>
                  </a:cubicBezTo>
                  <a:cubicBezTo>
                    <a:pt x="2054640" y="11612993"/>
                    <a:pt x="2163740" y="12448830"/>
                    <a:pt x="2368872" y="13246121"/>
                  </a:cubicBezTo>
                  <a:lnTo>
                    <a:pt x="2502304" y="13716000"/>
                  </a:lnTo>
                  <a:lnTo>
                    <a:pt x="0" y="13716000"/>
                  </a:lnTo>
                  <a:lnTo>
                    <a:pt x="0" y="0"/>
                  </a:lnTo>
                  <a:lnTo>
                    <a:pt x="24387176" y="0"/>
                  </a:lnTo>
                  <a:lnTo>
                    <a:pt x="24387176" y="13716000"/>
                  </a:lnTo>
                  <a:close/>
                </a:path>
              </a:pathLst>
            </a:custGeom>
            <a:solidFill>
              <a:srgbClr val="E9E5D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solidFill>
                  <a:srgbClr val="FEFBF5"/>
                </a:solidFill>
              </a:endParaRPr>
            </a:p>
          </p:txBody>
        </p:sp>
        <p:sp>
          <p:nvSpPr>
            <p:cNvPr id="11" name="Rectangle 10">
              <a:extLst>
                <a:ext uri="{FF2B5EF4-FFF2-40B4-BE49-F238E27FC236}">
                  <a16:creationId xmlns:a16="http://schemas.microsoft.com/office/drawing/2014/main" id="{52B3DBCB-CD48-D940-A4C3-B3033421FEDC}"/>
                </a:ext>
                <a:ext uri="{C183D7F6-B498-43B3-948B-1728B52AA6E4}">
                  <adec:decorative xmlns:adec="http://schemas.microsoft.com/office/drawing/2017/decorative" val="1"/>
                </a:ext>
              </a:extLst>
            </p:cNvPr>
            <p:cNvSpPr/>
            <p:nvPr/>
          </p:nvSpPr>
          <p:spPr>
            <a:xfrm rot="5400000">
              <a:off x="10421935" y="-235791"/>
              <a:ext cx="3543301" cy="24387175"/>
            </a:xfrm>
            <a:prstGeom prst="rect">
              <a:avLst/>
            </a:prstGeom>
            <a:solidFill>
              <a:srgbClr val="DCE6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Freeform 13">
              <a:extLst>
                <a:ext uri="{FF2B5EF4-FFF2-40B4-BE49-F238E27FC236}">
                  <a16:creationId xmlns:a16="http://schemas.microsoft.com/office/drawing/2014/main" id="{48F70263-352A-9948-A0F8-6D466363E3C5}"/>
                </a:ext>
                <a:ext uri="{C183D7F6-B498-43B3-948B-1728B52AA6E4}">
                  <adec:decorative xmlns:adec="http://schemas.microsoft.com/office/drawing/2017/decorative" val="1"/>
                </a:ext>
              </a:extLst>
            </p:cNvPr>
            <p:cNvSpPr/>
            <p:nvPr/>
          </p:nvSpPr>
          <p:spPr>
            <a:xfrm rot="16200000">
              <a:off x="10963520" y="4657970"/>
              <a:ext cx="2804964" cy="13834424"/>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6" name="Rectangle 15">
              <a:extLst>
                <a:ext uri="{FF2B5EF4-FFF2-40B4-BE49-F238E27FC236}">
                  <a16:creationId xmlns:a16="http://schemas.microsoft.com/office/drawing/2014/main" id="{CCDC9481-7043-EA42-92B6-6AE95894974B}"/>
                </a:ext>
                <a:ext uri="{C183D7F6-B498-43B3-948B-1728B52AA6E4}">
                  <adec:decorative xmlns:adec="http://schemas.microsoft.com/office/drawing/2017/decorative" val="1"/>
                </a:ext>
              </a:extLst>
            </p:cNvPr>
            <p:cNvSpPr/>
            <p:nvPr/>
          </p:nvSpPr>
          <p:spPr>
            <a:xfrm>
              <a:off x="11576365" y="7690654"/>
              <a:ext cx="1234440" cy="75463"/>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3AE9E"/>
                </a:solidFill>
              </a:endParaRPr>
            </a:p>
          </p:txBody>
        </p:sp>
      </p:grpSp>
      <p:sp>
        <p:nvSpPr>
          <p:cNvPr id="2" name="Title 1">
            <a:extLst>
              <a:ext uri="{FF2B5EF4-FFF2-40B4-BE49-F238E27FC236}">
                <a16:creationId xmlns:a16="http://schemas.microsoft.com/office/drawing/2014/main" id="{CA344CA1-4443-6646-B956-55905A1B4388}"/>
              </a:ext>
            </a:extLst>
          </p:cNvPr>
          <p:cNvSpPr>
            <a:spLocks noGrp="1"/>
          </p:cNvSpPr>
          <p:nvPr>
            <p:ph type="title" hasCustomPrompt="1"/>
          </p:nvPr>
        </p:nvSpPr>
        <p:spPr>
          <a:xfrm>
            <a:off x="5115698" y="1359244"/>
            <a:ext cx="14160844" cy="5881816"/>
          </a:xfrm>
          <a:noFill/>
        </p:spPr>
        <p:txBody>
          <a:bodyPr vert="horz" lIns="0" tIns="45720" rIns="0" bIns="45720" rtlCol="0" anchor="ctr" anchorCtr="0">
            <a:noAutofit/>
          </a:bodyPr>
          <a:lstStyle>
            <a:lvl1pPr algn="ctr">
              <a:defRPr lang="en-US" sz="9598">
                <a:solidFill>
                  <a:schemeClr val="bg2"/>
                </a:solidFill>
                <a:ea typeface="+mn-ea"/>
                <a:cs typeface="+mn-cs"/>
              </a:defRPr>
            </a:lvl1pPr>
          </a:lstStyle>
          <a:p>
            <a:pPr lvl="0"/>
            <a:r>
              <a:rPr lang="en-US"/>
              <a:t>“Enter a big idea or statement here of no more than three lines”</a:t>
            </a:r>
          </a:p>
        </p:txBody>
      </p:sp>
      <p:sp>
        <p:nvSpPr>
          <p:cNvPr id="21" name="Text Placeholder 2">
            <a:extLst>
              <a:ext uri="{FF2B5EF4-FFF2-40B4-BE49-F238E27FC236}">
                <a16:creationId xmlns:a16="http://schemas.microsoft.com/office/drawing/2014/main" id="{1D8B3765-7D82-F549-A036-6DC601400400}"/>
              </a:ext>
            </a:extLst>
          </p:cNvPr>
          <p:cNvSpPr>
            <a:spLocks noGrp="1"/>
          </p:cNvSpPr>
          <p:nvPr>
            <p:ph type="body" sz="quarter" idx="11" hasCustomPrompt="1"/>
          </p:nvPr>
        </p:nvSpPr>
        <p:spPr>
          <a:xfrm>
            <a:off x="5178914" y="8214834"/>
            <a:ext cx="14104300" cy="959000"/>
          </a:xfrm>
        </p:spPr>
        <p:txBody>
          <a:bodyPr anchor="t" anchorCtr="0">
            <a:noAutofit/>
          </a:bodyPr>
          <a:lstStyle>
            <a:lvl1pPr marL="0" indent="0" algn="ctr">
              <a:buNone/>
              <a:defRPr sz="5398" b="1" i="0">
                <a:solidFill>
                  <a:schemeClr val="accent6"/>
                </a:solidFill>
                <a:latin typeface="Community Semibold" panose="02000303040000020003" pitchFamily="2" charset="0"/>
              </a:defRPr>
            </a:lvl1pPr>
            <a:lvl2pPr marL="914218" indent="0">
              <a:buNone/>
              <a:defRPr sz="13798">
                <a:solidFill>
                  <a:schemeClr val="accent2"/>
                </a:solidFill>
              </a:defRPr>
            </a:lvl2pPr>
            <a:lvl3pPr marL="1828434" indent="0">
              <a:buNone/>
              <a:defRPr sz="13798">
                <a:solidFill>
                  <a:schemeClr val="accent2"/>
                </a:solidFill>
              </a:defRPr>
            </a:lvl3pPr>
            <a:lvl4pPr marL="2742652" indent="0">
              <a:buNone/>
              <a:defRPr sz="13798">
                <a:solidFill>
                  <a:schemeClr val="accent2"/>
                </a:solidFill>
              </a:defRPr>
            </a:lvl4pPr>
            <a:lvl5pPr marL="3656868" indent="0">
              <a:buNone/>
              <a:defRPr sz="13798">
                <a:solidFill>
                  <a:schemeClr val="accent2"/>
                </a:solidFill>
              </a:defRPr>
            </a:lvl5pPr>
          </a:lstStyle>
          <a:p>
            <a:pPr lvl="0"/>
            <a:r>
              <a:rPr lang="en-US"/>
              <a:t>Enter name</a:t>
            </a:r>
          </a:p>
        </p:txBody>
      </p:sp>
      <p:sp>
        <p:nvSpPr>
          <p:cNvPr id="10" name="Folded Corner 9">
            <a:extLst>
              <a:ext uri="{FF2B5EF4-FFF2-40B4-BE49-F238E27FC236}">
                <a16:creationId xmlns:a16="http://schemas.microsoft.com/office/drawing/2014/main" id="{6E51536E-05D2-BE41-9F99-CFD299053D58}"/>
              </a:ext>
              <a:ext uri="{C183D7F6-B498-43B3-948B-1728B52AA6E4}">
                <adec:decorative xmlns:adec="http://schemas.microsoft.com/office/drawing/2017/decorative" val="1"/>
              </a:ext>
            </a:extLst>
          </p:cNvPr>
          <p:cNvSpPr/>
          <p:nvPr/>
        </p:nvSpPr>
        <p:spPr>
          <a:xfrm>
            <a:off x="0" y="-2819399"/>
            <a:ext cx="7926388" cy="2142878"/>
          </a:xfrm>
          <a:prstGeom prst="foldedCorner">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For inspirational quotes and author. Use the color blue to signify importance or a call to action.</a:t>
            </a:r>
          </a:p>
          <a:p>
            <a:endParaRPr lang="en-US" sz="2400">
              <a:solidFill>
                <a:schemeClr val="tx1"/>
              </a:solidFill>
              <a:latin typeface="Source Sans Pro" charset="0"/>
              <a:ea typeface="Source Sans Pro" charset="0"/>
              <a:cs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9568965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arkamber_big quote 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33EA9F-E852-E443-BE7C-76145251FE95}"/>
              </a:ext>
              <a:ext uri="{C183D7F6-B498-43B3-948B-1728B52AA6E4}">
                <adec:decorative xmlns:adec="http://schemas.microsoft.com/office/drawing/2017/decorative" val="1"/>
              </a:ext>
            </a:extLst>
          </p:cNvPr>
          <p:cNvGrpSpPr/>
          <p:nvPr/>
        </p:nvGrpSpPr>
        <p:grpSpPr>
          <a:xfrm>
            <a:off x="-1" y="0"/>
            <a:ext cx="24387177" cy="13729448"/>
            <a:chOff x="-2" y="0"/>
            <a:chExt cx="24387178" cy="13729447"/>
          </a:xfrm>
        </p:grpSpPr>
        <p:sp>
          <p:nvSpPr>
            <p:cNvPr id="12" name="Freeform 11">
              <a:extLst>
                <a:ext uri="{FF2B5EF4-FFF2-40B4-BE49-F238E27FC236}">
                  <a16:creationId xmlns:a16="http://schemas.microsoft.com/office/drawing/2014/main" id="{A024477A-BADA-DB4A-B9A3-E9A23A4D9A69}"/>
                </a:ext>
                <a:ext uri="{C183D7F6-B498-43B3-948B-1728B52AA6E4}">
                  <adec:decorative xmlns:adec="http://schemas.microsoft.com/office/drawing/2017/decorative" val="1"/>
                </a:ext>
              </a:extLst>
            </p:cNvPr>
            <p:cNvSpPr/>
            <p:nvPr/>
          </p:nvSpPr>
          <p:spPr>
            <a:xfrm rot="10800000">
              <a:off x="0" y="0"/>
              <a:ext cx="24387176" cy="13716000"/>
            </a:xfrm>
            <a:custGeom>
              <a:avLst/>
              <a:gdLst>
                <a:gd name="connsiteX0" fmla="*/ 24387176 w 24387176"/>
                <a:gd name="connsiteY0" fmla="*/ 13716000 h 13716000"/>
                <a:gd name="connsiteX1" fmla="*/ 21569290 w 24387176"/>
                <a:gd name="connsiteY1" fmla="*/ 13716000 h 13716000"/>
                <a:gd name="connsiteX2" fmla="*/ 21702721 w 24387176"/>
                <a:gd name="connsiteY2" fmla="*/ 13246121 h 13716000"/>
                <a:gd name="connsiteX3" fmla="*/ 22016954 w 24387176"/>
                <a:gd name="connsiteY3" fmla="*/ 10751674 h 13716000"/>
                <a:gd name="connsiteX4" fmla="*/ 12035797 w 24387176"/>
                <a:gd name="connsiteY4" fmla="*/ 770517 h 13716000"/>
                <a:gd name="connsiteX5" fmla="*/ 2054640 w 24387176"/>
                <a:gd name="connsiteY5" fmla="*/ 10751674 h 13716000"/>
                <a:gd name="connsiteX6" fmla="*/ 2368872 w 24387176"/>
                <a:gd name="connsiteY6" fmla="*/ 13246121 h 13716000"/>
                <a:gd name="connsiteX7" fmla="*/ 2502304 w 24387176"/>
                <a:gd name="connsiteY7" fmla="*/ 13716000 h 13716000"/>
                <a:gd name="connsiteX8" fmla="*/ 0 w 24387176"/>
                <a:gd name="connsiteY8" fmla="*/ 13716000 h 13716000"/>
                <a:gd name="connsiteX9" fmla="*/ 0 w 24387176"/>
                <a:gd name="connsiteY9" fmla="*/ 0 h 13716000"/>
                <a:gd name="connsiteX10" fmla="*/ 24387176 w 24387176"/>
                <a:gd name="connsiteY10" fmla="*/ 0 h 13716000"/>
                <a:gd name="connsiteX11" fmla="*/ 24387176 w 24387176"/>
                <a:gd name="connsiteY11"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387176" h="13716000">
                  <a:moveTo>
                    <a:pt x="24387176" y="13716000"/>
                  </a:moveTo>
                  <a:lnTo>
                    <a:pt x="21569290" y="13716000"/>
                  </a:lnTo>
                  <a:lnTo>
                    <a:pt x="21702721" y="13246121"/>
                  </a:lnTo>
                  <a:cubicBezTo>
                    <a:pt x="21907855" y="12448830"/>
                    <a:pt x="22016954" y="11612993"/>
                    <a:pt x="22016954" y="10751674"/>
                  </a:cubicBezTo>
                  <a:cubicBezTo>
                    <a:pt x="22016954" y="5239233"/>
                    <a:pt x="17548238" y="770517"/>
                    <a:pt x="12035797" y="770517"/>
                  </a:cubicBezTo>
                  <a:cubicBezTo>
                    <a:pt x="6523356" y="770517"/>
                    <a:pt x="2054640" y="5239233"/>
                    <a:pt x="2054640" y="10751674"/>
                  </a:cubicBezTo>
                  <a:cubicBezTo>
                    <a:pt x="2054640" y="11612993"/>
                    <a:pt x="2163740" y="12448830"/>
                    <a:pt x="2368872" y="13246121"/>
                  </a:cubicBezTo>
                  <a:lnTo>
                    <a:pt x="2502304" y="13716000"/>
                  </a:lnTo>
                  <a:lnTo>
                    <a:pt x="0" y="13716000"/>
                  </a:lnTo>
                  <a:lnTo>
                    <a:pt x="0" y="0"/>
                  </a:lnTo>
                  <a:lnTo>
                    <a:pt x="24387176" y="0"/>
                  </a:lnTo>
                  <a:lnTo>
                    <a:pt x="24387176" y="13716000"/>
                  </a:lnTo>
                  <a:close/>
                </a:path>
              </a:pathLst>
            </a:custGeom>
            <a:solidFill>
              <a:srgbClr val="E9E5D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solidFill>
                  <a:srgbClr val="FEFBF5"/>
                </a:solidFill>
              </a:endParaRPr>
            </a:p>
          </p:txBody>
        </p:sp>
        <p:sp>
          <p:nvSpPr>
            <p:cNvPr id="11" name="Rectangle 10">
              <a:extLst>
                <a:ext uri="{FF2B5EF4-FFF2-40B4-BE49-F238E27FC236}">
                  <a16:creationId xmlns:a16="http://schemas.microsoft.com/office/drawing/2014/main" id="{52B3DBCB-CD48-D940-A4C3-B3033421FEDC}"/>
                </a:ext>
                <a:ext uri="{C183D7F6-B498-43B3-948B-1728B52AA6E4}">
                  <adec:decorative xmlns:adec="http://schemas.microsoft.com/office/drawing/2017/decorative" val="1"/>
                </a:ext>
              </a:extLst>
            </p:cNvPr>
            <p:cNvSpPr/>
            <p:nvPr/>
          </p:nvSpPr>
          <p:spPr>
            <a:xfrm rot="5400000">
              <a:off x="10421935" y="-235791"/>
              <a:ext cx="3543301" cy="24387175"/>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Freeform 13">
              <a:extLst>
                <a:ext uri="{FF2B5EF4-FFF2-40B4-BE49-F238E27FC236}">
                  <a16:creationId xmlns:a16="http://schemas.microsoft.com/office/drawing/2014/main" id="{48F70263-352A-9948-A0F8-6D466363E3C5}"/>
                </a:ext>
                <a:ext uri="{C183D7F6-B498-43B3-948B-1728B52AA6E4}">
                  <adec:decorative xmlns:adec="http://schemas.microsoft.com/office/drawing/2017/decorative" val="1"/>
                </a:ext>
              </a:extLst>
            </p:cNvPr>
            <p:cNvSpPr/>
            <p:nvPr/>
          </p:nvSpPr>
          <p:spPr>
            <a:xfrm rot="16200000">
              <a:off x="10963520" y="4657970"/>
              <a:ext cx="2804964" cy="13834424"/>
            </a:xfrm>
            <a:custGeom>
              <a:avLst/>
              <a:gdLst>
                <a:gd name="connsiteX0" fmla="*/ 1488979 w 1488979"/>
                <a:gd name="connsiteY0" fmla="*/ 0 h 7343824"/>
                <a:gd name="connsiteX1" fmla="*/ 1488979 w 1488979"/>
                <a:gd name="connsiteY1" fmla="*/ 7343824 h 7343824"/>
                <a:gd name="connsiteX2" fmla="*/ 1370799 w 1488979"/>
                <a:gd name="connsiteY2" fmla="*/ 7219869 h 7343824"/>
                <a:gd name="connsiteX3" fmla="*/ 0 w 1488979"/>
                <a:gd name="connsiteY3" fmla="*/ 3671912 h 7343824"/>
                <a:gd name="connsiteX4" fmla="*/ 1370799 w 1488979"/>
                <a:gd name="connsiteY4" fmla="*/ 123955 h 734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979" h="7343824">
                  <a:moveTo>
                    <a:pt x="1488979" y="0"/>
                  </a:moveTo>
                  <a:lnTo>
                    <a:pt x="1488979" y="7343824"/>
                  </a:lnTo>
                  <a:lnTo>
                    <a:pt x="1370799" y="7219869"/>
                  </a:lnTo>
                  <a:cubicBezTo>
                    <a:pt x="519098" y="6282789"/>
                    <a:pt x="0" y="5037972"/>
                    <a:pt x="0" y="3671912"/>
                  </a:cubicBezTo>
                  <a:cubicBezTo>
                    <a:pt x="0" y="2305853"/>
                    <a:pt x="519098" y="1061036"/>
                    <a:pt x="1370799" y="123955"/>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6" name="Rectangle 15">
              <a:extLst>
                <a:ext uri="{FF2B5EF4-FFF2-40B4-BE49-F238E27FC236}">
                  <a16:creationId xmlns:a16="http://schemas.microsoft.com/office/drawing/2014/main" id="{CCDC9481-7043-EA42-92B6-6AE95894974B}"/>
                </a:ext>
                <a:ext uri="{C183D7F6-B498-43B3-948B-1728B52AA6E4}">
                  <adec:decorative xmlns:adec="http://schemas.microsoft.com/office/drawing/2017/decorative" val="1"/>
                </a:ext>
              </a:extLst>
            </p:cNvPr>
            <p:cNvSpPr/>
            <p:nvPr/>
          </p:nvSpPr>
          <p:spPr>
            <a:xfrm>
              <a:off x="11576365" y="7690654"/>
              <a:ext cx="1234440" cy="75463"/>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3AE9E"/>
                </a:solidFill>
              </a:endParaRPr>
            </a:p>
          </p:txBody>
        </p:sp>
      </p:grpSp>
      <p:sp>
        <p:nvSpPr>
          <p:cNvPr id="2" name="Title 1">
            <a:extLst>
              <a:ext uri="{FF2B5EF4-FFF2-40B4-BE49-F238E27FC236}">
                <a16:creationId xmlns:a16="http://schemas.microsoft.com/office/drawing/2014/main" id="{CA344CA1-4443-6646-B956-55905A1B4388}"/>
              </a:ext>
            </a:extLst>
          </p:cNvPr>
          <p:cNvSpPr>
            <a:spLocks noGrp="1"/>
          </p:cNvSpPr>
          <p:nvPr>
            <p:ph type="title" hasCustomPrompt="1"/>
          </p:nvPr>
        </p:nvSpPr>
        <p:spPr>
          <a:xfrm>
            <a:off x="5115698" y="1359244"/>
            <a:ext cx="14160844" cy="5881816"/>
          </a:xfrm>
          <a:noFill/>
        </p:spPr>
        <p:txBody>
          <a:bodyPr vert="horz" lIns="0" tIns="45720" rIns="0" bIns="45720" rtlCol="0" anchor="ctr" anchorCtr="0">
            <a:noAutofit/>
          </a:bodyPr>
          <a:lstStyle>
            <a:lvl1pPr algn="ctr">
              <a:defRPr lang="en-US" sz="9598">
                <a:solidFill>
                  <a:schemeClr val="accent2"/>
                </a:solidFill>
                <a:ea typeface="+mn-ea"/>
                <a:cs typeface="+mn-cs"/>
              </a:defRPr>
            </a:lvl1pPr>
          </a:lstStyle>
          <a:p>
            <a:pPr lvl="0"/>
            <a:r>
              <a:rPr lang="en-US"/>
              <a:t>“Enter a big idea or statement here of no more than three lines”</a:t>
            </a:r>
          </a:p>
        </p:txBody>
      </p:sp>
      <p:sp>
        <p:nvSpPr>
          <p:cNvPr id="21" name="Text Placeholder 2">
            <a:extLst>
              <a:ext uri="{FF2B5EF4-FFF2-40B4-BE49-F238E27FC236}">
                <a16:creationId xmlns:a16="http://schemas.microsoft.com/office/drawing/2014/main" id="{1D8B3765-7D82-F549-A036-6DC601400400}"/>
              </a:ext>
            </a:extLst>
          </p:cNvPr>
          <p:cNvSpPr>
            <a:spLocks noGrp="1"/>
          </p:cNvSpPr>
          <p:nvPr>
            <p:ph type="body" sz="quarter" idx="11" hasCustomPrompt="1"/>
          </p:nvPr>
        </p:nvSpPr>
        <p:spPr>
          <a:xfrm>
            <a:off x="5178914" y="8214834"/>
            <a:ext cx="14104300" cy="959000"/>
          </a:xfrm>
        </p:spPr>
        <p:txBody>
          <a:bodyPr anchor="t" anchorCtr="0">
            <a:noAutofit/>
          </a:bodyPr>
          <a:lstStyle>
            <a:lvl1pPr marL="0" indent="0" algn="ctr">
              <a:buNone/>
              <a:defRPr sz="5398" b="1" i="0">
                <a:solidFill>
                  <a:schemeClr val="accent6"/>
                </a:solidFill>
                <a:latin typeface="Community Semibold" panose="02000303040000020003" pitchFamily="2" charset="0"/>
              </a:defRPr>
            </a:lvl1pPr>
            <a:lvl2pPr marL="914218" indent="0">
              <a:buNone/>
              <a:defRPr sz="13798">
                <a:solidFill>
                  <a:schemeClr val="accent2"/>
                </a:solidFill>
              </a:defRPr>
            </a:lvl2pPr>
            <a:lvl3pPr marL="1828434" indent="0">
              <a:buNone/>
              <a:defRPr sz="13798">
                <a:solidFill>
                  <a:schemeClr val="accent2"/>
                </a:solidFill>
              </a:defRPr>
            </a:lvl3pPr>
            <a:lvl4pPr marL="2742652" indent="0">
              <a:buNone/>
              <a:defRPr sz="13798">
                <a:solidFill>
                  <a:schemeClr val="accent2"/>
                </a:solidFill>
              </a:defRPr>
            </a:lvl4pPr>
            <a:lvl5pPr marL="3656868" indent="0">
              <a:buNone/>
              <a:defRPr sz="13798">
                <a:solidFill>
                  <a:schemeClr val="accent2"/>
                </a:solidFill>
              </a:defRPr>
            </a:lvl5pPr>
          </a:lstStyle>
          <a:p>
            <a:pPr lvl="0"/>
            <a:r>
              <a:rPr lang="en-US"/>
              <a:t>Enter name</a:t>
            </a:r>
          </a:p>
        </p:txBody>
      </p:sp>
      <p:sp>
        <p:nvSpPr>
          <p:cNvPr id="10" name="Folded Corner 9">
            <a:extLst>
              <a:ext uri="{FF2B5EF4-FFF2-40B4-BE49-F238E27FC236}">
                <a16:creationId xmlns:a16="http://schemas.microsoft.com/office/drawing/2014/main" id="{D57FC8E1-2F0B-E242-9CDC-C1A5E0A4DF23}"/>
              </a:ext>
              <a:ext uri="{C183D7F6-B498-43B3-948B-1728B52AA6E4}">
                <adec:decorative xmlns:adec="http://schemas.microsoft.com/office/drawing/2017/decorative" val="1"/>
              </a:ext>
            </a:extLst>
          </p:cNvPr>
          <p:cNvSpPr/>
          <p:nvPr/>
        </p:nvSpPr>
        <p:spPr>
          <a:xfrm>
            <a:off x="0" y="-2819399"/>
            <a:ext cx="7926388" cy="2142878"/>
          </a:xfrm>
          <a:prstGeom prst="foldedCorner">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For inspirational quotes and author. Use the color blue to signify importance or a call to action.</a:t>
            </a:r>
          </a:p>
          <a:p>
            <a:endParaRPr lang="en-US" sz="2400">
              <a:solidFill>
                <a:schemeClr val="tx1"/>
              </a:solidFill>
              <a:latin typeface="Source Sans Pro" charset="0"/>
              <a:ea typeface="Source Sans Pro" charset="0"/>
              <a:cs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4591162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green_big idea 1">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72C76CE-E5F0-8D41-B032-234266B4241F}"/>
              </a:ext>
            </a:extLst>
          </p:cNvPr>
          <p:cNvSpPr/>
          <p:nvPr/>
        </p:nvSpPr>
        <p:spPr>
          <a:xfrm>
            <a:off x="3177" y="8875061"/>
            <a:ext cx="24380826" cy="4839158"/>
          </a:xfrm>
          <a:prstGeom prst="rect">
            <a:avLst/>
          </a:prstGeom>
          <a:solidFill>
            <a:srgbClr val="D7EBCE"/>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DC333391-1A0A-0F42-8D34-0F8E9D6A9A6D}"/>
              </a:ext>
              <a:ext uri="{C183D7F6-B498-43B3-948B-1728B52AA6E4}">
                <adec:decorative xmlns:adec="http://schemas.microsoft.com/office/drawing/2017/decorative" val="1"/>
              </a:ext>
            </a:extLst>
          </p:cNvPr>
          <p:cNvGrpSpPr/>
          <p:nvPr/>
        </p:nvGrpSpPr>
        <p:grpSpPr>
          <a:xfrm rot="16200000">
            <a:off x="6478591" y="1246095"/>
            <a:ext cx="11429998" cy="11429998"/>
            <a:chOff x="5985246" y="649659"/>
            <a:chExt cx="12416681" cy="12416683"/>
          </a:xfrm>
        </p:grpSpPr>
        <p:sp>
          <p:nvSpPr>
            <p:cNvPr id="21" name="Oval 20">
              <a:extLst>
                <a:ext uri="{FF2B5EF4-FFF2-40B4-BE49-F238E27FC236}">
                  <a16:creationId xmlns:a16="http://schemas.microsoft.com/office/drawing/2014/main" id="{2746924D-1596-134C-8C48-54D1CA5A18CB}"/>
                </a:ext>
                <a:ext uri="{C183D7F6-B498-43B3-948B-1728B52AA6E4}">
                  <adec:decorative xmlns:adec="http://schemas.microsoft.com/office/drawing/2017/decorative" val="1"/>
                </a:ext>
              </a:extLst>
            </p:cNvPr>
            <p:cNvSpPr/>
            <p:nvPr/>
          </p:nvSpPr>
          <p:spPr>
            <a:xfrm>
              <a:off x="5985246" y="649659"/>
              <a:ext cx="12416682" cy="12416682"/>
            </a:xfrm>
            <a:prstGeom prst="ellipse">
              <a:avLst/>
            </a:prstGeom>
            <a:solidFill>
              <a:srgbClr val="E9E5DF"/>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2" name="Freeform 21">
              <a:extLst>
                <a:ext uri="{FF2B5EF4-FFF2-40B4-BE49-F238E27FC236}">
                  <a16:creationId xmlns:a16="http://schemas.microsoft.com/office/drawing/2014/main" id="{EB6DB5FF-905D-0343-99A6-5DBB0D585FB8}"/>
                </a:ext>
                <a:ext uri="{C183D7F6-B498-43B3-948B-1728B52AA6E4}">
                  <adec:decorative xmlns:adec="http://schemas.microsoft.com/office/drawing/2017/decorative" val="1"/>
                </a:ext>
              </a:extLst>
            </p:cNvPr>
            <p:cNvSpPr/>
            <p:nvPr/>
          </p:nvSpPr>
          <p:spPr>
            <a:xfrm>
              <a:off x="5985246" y="1009842"/>
              <a:ext cx="4122581" cy="11696316"/>
            </a:xfrm>
            <a:custGeom>
              <a:avLst/>
              <a:gdLst>
                <a:gd name="connsiteX0" fmla="*/ 4122581 w 4122581"/>
                <a:gd name="connsiteY0" fmla="*/ 0 h 11696316"/>
                <a:gd name="connsiteX1" fmla="*/ 4122581 w 4122581"/>
                <a:gd name="connsiteY1" fmla="*/ 11696316 h 11696316"/>
                <a:gd name="connsiteX2" fmla="*/ 4073706 w 4122581"/>
                <a:gd name="connsiteY2" fmla="*/ 11679778 h 11696316"/>
                <a:gd name="connsiteX3" fmla="*/ 0 w 4122581"/>
                <a:gd name="connsiteY3" fmla="*/ 5848158 h 11696316"/>
                <a:gd name="connsiteX4" fmla="*/ 4073706 w 4122581"/>
                <a:gd name="connsiteY4" fmla="*/ 16538 h 11696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2581" h="11696316">
                  <a:moveTo>
                    <a:pt x="4122581" y="0"/>
                  </a:moveTo>
                  <a:lnTo>
                    <a:pt x="4122581" y="11696316"/>
                  </a:lnTo>
                  <a:lnTo>
                    <a:pt x="4073706" y="11679778"/>
                  </a:lnTo>
                  <a:cubicBezTo>
                    <a:pt x="1696515" y="10809372"/>
                    <a:pt x="0" y="8526886"/>
                    <a:pt x="0" y="5848158"/>
                  </a:cubicBezTo>
                  <a:cubicBezTo>
                    <a:pt x="0" y="3169430"/>
                    <a:pt x="1696515" y="886944"/>
                    <a:pt x="4073706" y="16538"/>
                  </a:cubicBezTo>
                  <a:close/>
                </a:path>
              </a:pathLst>
            </a:custGeom>
            <a:solidFill>
              <a:schemeClr val="accent1"/>
            </a:solidFill>
            <a:ln w="6350" cap="flat" cmpd="sng" algn="ctr">
              <a:noFill/>
              <a:prstDash val="solid"/>
              <a:miter lim="800000"/>
            </a:ln>
            <a:effectLst/>
          </p:spPr>
          <p:txBody>
            <a:bodyPr wrap="square" rtlCol="0" anchor="ctr">
              <a:noAutofit/>
            </a:bodyPr>
            <a:lstStyle/>
            <a:p>
              <a:pPr marL="0" marR="0" lvl="0" indent="0" algn="ctr" defTabSz="182816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1403989" y="2056887"/>
            <a:ext cx="14387945" cy="5263978"/>
          </a:xfrm>
        </p:spPr>
        <p:txBody>
          <a:bodyPr/>
          <a:lstStyle>
            <a:lvl1pPr>
              <a:defRPr lang="en-US" sz="13798" kern="1200" baseline="0" dirty="0" smtClean="0">
                <a:solidFill>
                  <a:schemeClr val="accent1"/>
                </a:solidFill>
                <a:latin typeface="Community Light" panose="02000303040000020003" pitchFamily="2" charset="0"/>
                <a:ea typeface="+mn-ea"/>
                <a:cs typeface="+mn-cs"/>
              </a:defRPr>
            </a:lvl1pPr>
          </a:lstStyle>
          <a:p>
            <a:pPr lvl="0"/>
            <a:r>
              <a:rPr lang="en-US"/>
              <a:t>Enter a big idea or statement here of no more than 3 lines.</a:t>
            </a:r>
          </a:p>
        </p:txBody>
      </p:sp>
      <p:sp>
        <p:nvSpPr>
          <p:cNvPr id="10" name="Folded Corner 9">
            <a:extLst>
              <a:ext uri="{FF2B5EF4-FFF2-40B4-BE49-F238E27FC236}">
                <a16:creationId xmlns:a16="http://schemas.microsoft.com/office/drawing/2014/main" id="{7A1C2934-10D2-924D-AC09-E17B3A6D1BF1}"/>
              </a:ext>
              <a:ext uri="{C183D7F6-B498-43B3-948B-1728B52AA6E4}">
                <adec:decorative xmlns:adec="http://schemas.microsoft.com/office/drawing/2017/decorative" val="1"/>
              </a:ext>
            </a:extLst>
          </p:cNvPr>
          <p:cNvSpPr/>
          <p:nvPr/>
        </p:nvSpPr>
        <p:spPr>
          <a:xfrm>
            <a:off x="29297" y="-2286000"/>
            <a:ext cx="10030692" cy="1849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37790080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amber_big idea 1">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72C76CE-E5F0-8D41-B032-234266B4241F}"/>
              </a:ext>
            </a:extLst>
          </p:cNvPr>
          <p:cNvSpPr/>
          <p:nvPr/>
        </p:nvSpPr>
        <p:spPr>
          <a:xfrm>
            <a:off x="3177" y="8875061"/>
            <a:ext cx="24380826" cy="4839158"/>
          </a:xfrm>
          <a:prstGeom prst="rect">
            <a:avLst/>
          </a:prstGeom>
          <a:solidFill>
            <a:srgbClr val="E9E5DF"/>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DC333391-1A0A-0F42-8D34-0F8E9D6A9A6D}"/>
              </a:ext>
              <a:ext uri="{C183D7F6-B498-43B3-948B-1728B52AA6E4}">
                <adec:decorative xmlns:adec="http://schemas.microsoft.com/office/drawing/2017/decorative" val="1"/>
              </a:ext>
            </a:extLst>
          </p:cNvPr>
          <p:cNvGrpSpPr/>
          <p:nvPr/>
        </p:nvGrpSpPr>
        <p:grpSpPr>
          <a:xfrm rot="16200000">
            <a:off x="6478591" y="1246095"/>
            <a:ext cx="11429998" cy="11429998"/>
            <a:chOff x="5985246" y="649659"/>
            <a:chExt cx="12416681" cy="12416683"/>
          </a:xfrm>
        </p:grpSpPr>
        <p:sp>
          <p:nvSpPr>
            <p:cNvPr id="21" name="Oval 20">
              <a:extLst>
                <a:ext uri="{FF2B5EF4-FFF2-40B4-BE49-F238E27FC236}">
                  <a16:creationId xmlns:a16="http://schemas.microsoft.com/office/drawing/2014/main" id="{2746924D-1596-134C-8C48-54D1CA5A18CB}"/>
                </a:ext>
                <a:ext uri="{C183D7F6-B498-43B3-948B-1728B52AA6E4}">
                  <adec:decorative xmlns:adec="http://schemas.microsoft.com/office/drawing/2017/decorative" val="1"/>
                </a:ext>
              </a:extLst>
            </p:cNvPr>
            <p:cNvSpPr/>
            <p:nvPr/>
          </p:nvSpPr>
          <p:spPr>
            <a:xfrm>
              <a:off x="5985246" y="649659"/>
              <a:ext cx="12416682" cy="12416682"/>
            </a:xfrm>
            <a:prstGeom prst="ellipse">
              <a:avLst/>
            </a:prstGeom>
            <a:solidFill>
              <a:srgbClr val="FCE2BA"/>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2" name="Freeform 21">
              <a:extLst>
                <a:ext uri="{FF2B5EF4-FFF2-40B4-BE49-F238E27FC236}">
                  <a16:creationId xmlns:a16="http://schemas.microsoft.com/office/drawing/2014/main" id="{EB6DB5FF-905D-0343-99A6-5DBB0D585FB8}"/>
                </a:ext>
                <a:ext uri="{C183D7F6-B498-43B3-948B-1728B52AA6E4}">
                  <adec:decorative xmlns:adec="http://schemas.microsoft.com/office/drawing/2017/decorative" val="1"/>
                </a:ext>
              </a:extLst>
            </p:cNvPr>
            <p:cNvSpPr/>
            <p:nvPr/>
          </p:nvSpPr>
          <p:spPr>
            <a:xfrm>
              <a:off x="5985246" y="1009842"/>
              <a:ext cx="4122581" cy="11696316"/>
            </a:xfrm>
            <a:custGeom>
              <a:avLst/>
              <a:gdLst>
                <a:gd name="connsiteX0" fmla="*/ 4122581 w 4122581"/>
                <a:gd name="connsiteY0" fmla="*/ 0 h 11696316"/>
                <a:gd name="connsiteX1" fmla="*/ 4122581 w 4122581"/>
                <a:gd name="connsiteY1" fmla="*/ 11696316 h 11696316"/>
                <a:gd name="connsiteX2" fmla="*/ 4073706 w 4122581"/>
                <a:gd name="connsiteY2" fmla="*/ 11679778 h 11696316"/>
                <a:gd name="connsiteX3" fmla="*/ 0 w 4122581"/>
                <a:gd name="connsiteY3" fmla="*/ 5848158 h 11696316"/>
                <a:gd name="connsiteX4" fmla="*/ 4073706 w 4122581"/>
                <a:gd name="connsiteY4" fmla="*/ 16538 h 11696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2581" h="11696316">
                  <a:moveTo>
                    <a:pt x="4122581" y="0"/>
                  </a:moveTo>
                  <a:lnTo>
                    <a:pt x="4122581" y="11696316"/>
                  </a:lnTo>
                  <a:lnTo>
                    <a:pt x="4073706" y="11679778"/>
                  </a:lnTo>
                  <a:cubicBezTo>
                    <a:pt x="1696515" y="10809372"/>
                    <a:pt x="0" y="8526886"/>
                    <a:pt x="0" y="5848158"/>
                  </a:cubicBezTo>
                  <a:cubicBezTo>
                    <a:pt x="0" y="3169430"/>
                    <a:pt x="1696515" y="886944"/>
                    <a:pt x="4073706" y="16538"/>
                  </a:cubicBezTo>
                  <a:close/>
                </a:path>
              </a:pathLst>
            </a:custGeom>
            <a:solidFill>
              <a:schemeClr val="accent4"/>
            </a:solidFill>
            <a:ln w="6350" cap="flat" cmpd="sng" algn="ctr">
              <a:noFill/>
              <a:prstDash val="solid"/>
              <a:miter lim="800000"/>
            </a:ln>
            <a:effectLst/>
          </p:spPr>
          <p:txBody>
            <a:bodyPr wrap="square" rtlCol="0" anchor="ctr">
              <a:noAutofit/>
            </a:bodyPr>
            <a:lstStyle/>
            <a:p>
              <a:pPr marL="0" marR="0" lvl="0" indent="0" algn="ctr" defTabSz="182816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1403989" y="2056887"/>
            <a:ext cx="14387945" cy="5263978"/>
          </a:xfrm>
        </p:spPr>
        <p:txBody>
          <a:bodyPr/>
          <a:lstStyle>
            <a:lvl1pPr>
              <a:defRPr lang="en-US" sz="13798" kern="1200" baseline="0" dirty="0" smtClean="0">
                <a:solidFill>
                  <a:schemeClr val="tx2"/>
                </a:solidFill>
                <a:latin typeface="Community Light" panose="02000303040000020003" pitchFamily="2" charset="0"/>
                <a:ea typeface="+mn-ea"/>
                <a:cs typeface="+mn-cs"/>
              </a:defRPr>
            </a:lvl1pPr>
          </a:lstStyle>
          <a:p>
            <a:pPr lvl="0"/>
            <a:r>
              <a:rPr lang="en-US"/>
              <a:t>Enter a big idea or statement here of no more than 3 lines.</a:t>
            </a:r>
          </a:p>
        </p:txBody>
      </p:sp>
      <p:sp>
        <p:nvSpPr>
          <p:cNvPr id="8" name="Folded Corner 7">
            <a:extLst>
              <a:ext uri="{FF2B5EF4-FFF2-40B4-BE49-F238E27FC236}">
                <a16:creationId xmlns:a16="http://schemas.microsoft.com/office/drawing/2014/main" id="{CD16017D-1DDA-6E43-AA7D-7A3F44D22667}"/>
              </a:ext>
              <a:ext uri="{C183D7F6-B498-43B3-948B-1728B52AA6E4}">
                <adec:decorative xmlns:adec="http://schemas.microsoft.com/office/drawing/2017/decorative" val="1"/>
              </a:ext>
            </a:extLst>
          </p:cNvPr>
          <p:cNvSpPr/>
          <p:nvPr/>
        </p:nvSpPr>
        <p:spPr>
          <a:xfrm>
            <a:off x="29297" y="-2286000"/>
            <a:ext cx="10030692" cy="1849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403296713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red_big idea 1">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72C76CE-E5F0-8D41-B032-234266B4241F}"/>
              </a:ext>
            </a:extLst>
          </p:cNvPr>
          <p:cNvSpPr/>
          <p:nvPr/>
        </p:nvSpPr>
        <p:spPr>
          <a:xfrm>
            <a:off x="3177" y="8875061"/>
            <a:ext cx="24380826" cy="4839158"/>
          </a:xfrm>
          <a:prstGeom prst="rect">
            <a:avLst/>
          </a:prstGeom>
          <a:solidFill>
            <a:srgbClr val="FBE9E3"/>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DC333391-1A0A-0F42-8D34-0F8E9D6A9A6D}"/>
              </a:ext>
              <a:ext uri="{C183D7F6-B498-43B3-948B-1728B52AA6E4}">
                <adec:decorative xmlns:adec="http://schemas.microsoft.com/office/drawing/2017/decorative" val="1"/>
              </a:ext>
            </a:extLst>
          </p:cNvPr>
          <p:cNvGrpSpPr/>
          <p:nvPr/>
        </p:nvGrpSpPr>
        <p:grpSpPr>
          <a:xfrm rot="16200000">
            <a:off x="6478591" y="1246095"/>
            <a:ext cx="11429998" cy="11429998"/>
            <a:chOff x="5985246" y="649659"/>
            <a:chExt cx="12416681" cy="12416683"/>
          </a:xfrm>
        </p:grpSpPr>
        <p:sp>
          <p:nvSpPr>
            <p:cNvPr id="21" name="Oval 20">
              <a:extLst>
                <a:ext uri="{FF2B5EF4-FFF2-40B4-BE49-F238E27FC236}">
                  <a16:creationId xmlns:a16="http://schemas.microsoft.com/office/drawing/2014/main" id="{2746924D-1596-134C-8C48-54D1CA5A18CB}"/>
                </a:ext>
                <a:ext uri="{C183D7F6-B498-43B3-948B-1728B52AA6E4}">
                  <adec:decorative xmlns:adec="http://schemas.microsoft.com/office/drawing/2017/decorative" val="1"/>
                </a:ext>
              </a:extLst>
            </p:cNvPr>
            <p:cNvSpPr/>
            <p:nvPr/>
          </p:nvSpPr>
          <p:spPr>
            <a:xfrm>
              <a:off x="5985246" y="649659"/>
              <a:ext cx="12416682" cy="12416682"/>
            </a:xfrm>
            <a:prstGeom prst="ellipse">
              <a:avLst/>
            </a:prstGeom>
            <a:solidFill>
              <a:srgbClr val="FCE2BA"/>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2" name="Freeform 21">
              <a:extLst>
                <a:ext uri="{FF2B5EF4-FFF2-40B4-BE49-F238E27FC236}">
                  <a16:creationId xmlns:a16="http://schemas.microsoft.com/office/drawing/2014/main" id="{EB6DB5FF-905D-0343-99A6-5DBB0D585FB8}"/>
                </a:ext>
                <a:ext uri="{C183D7F6-B498-43B3-948B-1728B52AA6E4}">
                  <adec:decorative xmlns:adec="http://schemas.microsoft.com/office/drawing/2017/decorative" val="1"/>
                </a:ext>
              </a:extLst>
            </p:cNvPr>
            <p:cNvSpPr/>
            <p:nvPr/>
          </p:nvSpPr>
          <p:spPr>
            <a:xfrm>
              <a:off x="5985246" y="1009842"/>
              <a:ext cx="4122581" cy="11696316"/>
            </a:xfrm>
            <a:custGeom>
              <a:avLst/>
              <a:gdLst>
                <a:gd name="connsiteX0" fmla="*/ 4122581 w 4122581"/>
                <a:gd name="connsiteY0" fmla="*/ 0 h 11696316"/>
                <a:gd name="connsiteX1" fmla="*/ 4122581 w 4122581"/>
                <a:gd name="connsiteY1" fmla="*/ 11696316 h 11696316"/>
                <a:gd name="connsiteX2" fmla="*/ 4073706 w 4122581"/>
                <a:gd name="connsiteY2" fmla="*/ 11679778 h 11696316"/>
                <a:gd name="connsiteX3" fmla="*/ 0 w 4122581"/>
                <a:gd name="connsiteY3" fmla="*/ 5848158 h 11696316"/>
                <a:gd name="connsiteX4" fmla="*/ 4073706 w 4122581"/>
                <a:gd name="connsiteY4" fmla="*/ 16538 h 11696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2581" h="11696316">
                  <a:moveTo>
                    <a:pt x="4122581" y="0"/>
                  </a:moveTo>
                  <a:lnTo>
                    <a:pt x="4122581" y="11696316"/>
                  </a:lnTo>
                  <a:lnTo>
                    <a:pt x="4073706" y="11679778"/>
                  </a:lnTo>
                  <a:cubicBezTo>
                    <a:pt x="1696515" y="10809372"/>
                    <a:pt x="0" y="8526886"/>
                    <a:pt x="0" y="5848158"/>
                  </a:cubicBezTo>
                  <a:cubicBezTo>
                    <a:pt x="0" y="3169430"/>
                    <a:pt x="1696515" y="886944"/>
                    <a:pt x="4073706" y="16538"/>
                  </a:cubicBezTo>
                  <a:close/>
                </a:path>
              </a:pathLst>
            </a:custGeom>
            <a:solidFill>
              <a:srgbClr val="B24020"/>
            </a:solidFill>
            <a:ln w="6350" cap="flat" cmpd="sng" algn="ctr">
              <a:noFill/>
              <a:prstDash val="solid"/>
              <a:miter lim="800000"/>
            </a:ln>
            <a:effectLst/>
          </p:spPr>
          <p:txBody>
            <a:bodyPr wrap="square" rtlCol="0" anchor="ctr">
              <a:noAutofit/>
            </a:bodyPr>
            <a:lstStyle/>
            <a:p>
              <a:pPr marL="0" marR="0" lvl="0" indent="0" algn="ctr" defTabSz="182816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1403989" y="2056887"/>
            <a:ext cx="14387945" cy="5263978"/>
          </a:xfrm>
        </p:spPr>
        <p:txBody>
          <a:bodyPr/>
          <a:lstStyle>
            <a:lvl1pPr>
              <a:defRPr lang="en-US" sz="13798" kern="1200" baseline="0" dirty="0" smtClean="0">
                <a:solidFill>
                  <a:schemeClr val="tx2"/>
                </a:solidFill>
                <a:latin typeface="Community Light" panose="02000303040000020003" pitchFamily="2" charset="0"/>
                <a:ea typeface="+mn-ea"/>
                <a:cs typeface="+mn-cs"/>
              </a:defRPr>
            </a:lvl1pPr>
          </a:lstStyle>
          <a:p>
            <a:pPr lvl="0"/>
            <a:r>
              <a:rPr lang="en-US"/>
              <a:t>Enter a big idea or statement here of no more than 3 lines.</a:t>
            </a:r>
          </a:p>
        </p:txBody>
      </p:sp>
      <p:sp>
        <p:nvSpPr>
          <p:cNvPr id="8" name="Folded Corner 7">
            <a:extLst>
              <a:ext uri="{FF2B5EF4-FFF2-40B4-BE49-F238E27FC236}">
                <a16:creationId xmlns:a16="http://schemas.microsoft.com/office/drawing/2014/main" id="{6D50BDD2-6E60-6744-8358-089EE8AB31A0}"/>
              </a:ext>
              <a:ext uri="{C183D7F6-B498-43B3-948B-1728B52AA6E4}">
                <adec:decorative xmlns:adec="http://schemas.microsoft.com/office/drawing/2017/decorative" val="1"/>
              </a:ext>
            </a:extLst>
          </p:cNvPr>
          <p:cNvSpPr/>
          <p:nvPr/>
        </p:nvSpPr>
        <p:spPr>
          <a:xfrm>
            <a:off x="29297" y="-2286000"/>
            <a:ext cx="10030692" cy="1849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411206662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ue_big idea 1">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72C76CE-E5F0-8D41-B032-234266B4241F}"/>
              </a:ext>
            </a:extLst>
          </p:cNvPr>
          <p:cNvSpPr/>
          <p:nvPr/>
        </p:nvSpPr>
        <p:spPr>
          <a:xfrm>
            <a:off x="3177" y="8875061"/>
            <a:ext cx="24380826" cy="4839158"/>
          </a:xfrm>
          <a:prstGeom prst="rect">
            <a:avLst/>
          </a:prstGeom>
          <a:solidFill>
            <a:srgbClr val="DCE6F2"/>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DC333391-1A0A-0F42-8D34-0F8E9D6A9A6D}"/>
              </a:ext>
              <a:ext uri="{C183D7F6-B498-43B3-948B-1728B52AA6E4}">
                <adec:decorative xmlns:adec="http://schemas.microsoft.com/office/drawing/2017/decorative" val="1"/>
              </a:ext>
            </a:extLst>
          </p:cNvPr>
          <p:cNvGrpSpPr/>
          <p:nvPr/>
        </p:nvGrpSpPr>
        <p:grpSpPr>
          <a:xfrm rot="16200000">
            <a:off x="6478591" y="1246095"/>
            <a:ext cx="11429998" cy="11429998"/>
            <a:chOff x="5985246" y="649659"/>
            <a:chExt cx="12416681" cy="12416683"/>
          </a:xfrm>
        </p:grpSpPr>
        <p:sp>
          <p:nvSpPr>
            <p:cNvPr id="21" name="Oval 20">
              <a:extLst>
                <a:ext uri="{FF2B5EF4-FFF2-40B4-BE49-F238E27FC236}">
                  <a16:creationId xmlns:a16="http://schemas.microsoft.com/office/drawing/2014/main" id="{2746924D-1596-134C-8C48-54D1CA5A18CB}"/>
                </a:ext>
                <a:ext uri="{C183D7F6-B498-43B3-948B-1728B52AA6E4}">
                  <adec:decorative xmlns:adec="http://schemas.microsoft.com/office/drawing/2017/decorative" val="1"/>
                </a:ext>
              </a:extLst>
            </p:cNvPr>
            <p:cNvSpPr/>
            <p:nvPr/>
          </p:nvSpPr>
          <p:spPr>
            <a:xfrm>
              <a:off x="5985246" y="649659"/>
              <a:ext cx="12416682" cy="12416682"/>
            </a:xfrm>
            <a:prstGeom prst="ellipse">
              <a:avLst/>
            </a:prstGeom>
            <a:solidFill>
              <a:srgbClr val="FCE2BA"/>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2" name="Freeform 21">
              <a:extLst>
                <a:ext uri="{FF2B5EF4-FFF2-40B4-BE49-F238E27FC236}">
                  <a16:creationId xmlns:a16="http://schemas.microsoft.com/office/drawing/2014/main" id="{EB6DB5FF-905D-0343-99A6-5DBB0D585FB8}"/>
                </a:ext>
                <a:ext uri="{C183D7F6-B498-43B3-948B-1728B52AA6E4}">
                  <adec:decorative xmlns:adec="http://schemas.microsoft.com/office/drawing/2017/decorative" val="1"/>
                </a:ext>
              </a:extLst>
            </p:cNvPr>
            <p:cNvSpPr/>
            <p:nvPr/>
          </p:nvSpPr>
          <p:spPr>
            <a:xfrm>
              <a:off x="5985246" y="1009842"/>
              <a:ext cx="4122581" cy="11696316"/>
            </a:xfrm>
            <a:custGeom>
              <a:avLst/>
              <a:gdLst>
                <a:gd name="connsiteX0" fmla="*/ 4122581 w 4122581"/>
                <a:gd name="connsiteY0" fmla="*/ 0 h 11696316"/>
                <a:gd name="connsiteX1" fmla="*/ 4122581 w 4122581"/>
                <a:gd name="connsiteY1" fmla="*/ 11696316 h 11696316"/>
                <a:gd name="connsiteX2" fmla="*/ 4073706 w 4122581"/>
                <a:gd name="connsiteY2" fmla="*/ 11679778 h 11696316"/>
                <a:gd name="connsiteX3" fmla="*/ 0 w 4122581"/>
                <a:gd name="connsiteY3" fmla="*/ 5848158 h 11696316"/>
                <a:gd name="connsiteX4" fmla="*/ 4073706 w 4122581"/>
                <a:gd name="connsiteY4" fmla="*/ 16538 h 11696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2581" h="11696316">
                  <a:moveTo>
                    <a:pt x="4122581" y="0"/>
                  </a:moveTo>
                  <a:lnTo>
                    <a:pt x="4122581" y="11696316"/>
                  </a:lnTo>
                  <a:lnTo>
                    <a:pt x="4073706" y="11679778"/>
                  </a:lnTo>
                  <a:cubicBezTo>
                    <a:pt x="1696515" y="10809372"/>
                    <a:pt x="0" y="8526886"/>
                    <a:pt x="0" y="5848158"/>
                  </a:cubicBezTo>
                  <a:cubicBezTo>
                    <a:pt x="0" y="3169430"/>
                    <a:pt x="1696515" y="886944"/>
                    <a:pt x="4073706" y="16538"/>
                  </a:cubicBezTo>
                  <a:close/>
                </a:path>
              </a:pathLst>
            </a:custGeom>
            <a:solidFill>
              <a:schemeClr val="bg2"/>
            </a:solidFill>
            <a:ln w="6350" cap="flat" cmpd="sng" algn="ctr">
              <a:noFill/>
              <a:prstDash val="solid"/>
              <a:miter lim="800000"/>
            </a:ln>
            <a:effectLst/>
          </p:spPr>
          <p:txBody>
            <a:bodyPr wrap="square" rtlCol="0" anchor="ctr">
              <a:noAutofit/>
            </a:bodyPr>
            <a:lstStyle/>
            <a:p>
              <a:pPr marL="0" marR="0" lvl="0" indent="0" algn="ctr" defTabSz="182816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1403989" y="2056887"/>
            <a:ext cx="14387945" cy="5263978"/>
          </a:xfrm>
        </p:spPr>
        <p:txBody>
          <a:bodyPr/>
          <a:lstStyle>
            <a:lvl1pPr>
              <a:defRPr lang="en-US" sz="13798" kern="1200" baseline="0" dirty="0" smtClean="0">
                <a:solidFill>
                  <a:schemeClr val="tx2"/>
                </a:solidFill>
                <a:latin typeface="Community Light" panose="02000303040000020003" pitchFamily="2" charset="0"/>
                <a:ea typeface="+mn-ea"/>
                <a:cs typeface="+mn-cs"/>
              </a:defRPr>
            </a:lvl1pPr>
          </a:lstStyle>
          <a:p>
            <a:pPr lvl="0"/>
            <a:r>
              <a:rPr lang="en-US"/>
              <a:t>Enter a big idea or statement here of no more than 3 lines.</a:t>
            </a:r>
          </a:p>
        </p:txBody>
      </p:sp>
      <p:sp>
        <p:nvSpPr>
          <p:cNvPr id="8" name="Folded Corner 7">
            <a:extLst>
              <a:ext uri="{FF2B5EF4-FFF2-40B4-BE49-F238E27FC236}">
                <a16:creationId xmlns:a16="http://schemas.microsoft.com/office/drawing/2014/main" id="{2775E3D0-707F-3B4A-813F-B61BE1E68D39}"/>
              </a:ext>
              <a:ext uri="{C183D7F6-B498-43B3-948B-1728B52AA6E4}">
                <adec:decorative xmlns:adec="http://schemas.microsoft.com/office/drawing/2017/decorative" val="1"/>
              </a:ext>
            </a:extLst>
          </p:cNvPr>
          <p:cNvSpPr/>
          <p:nvPr/>
        </p:nvSpPr>
        <p:spPr>
          <a:xfrm>
            <a:off x="29297" y="-2286000"/>
            <a:ext cx="10030692" cy="1849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79852279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arkamber_big idea 1">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72C76CE-E5F0-8D41-B032-234266B4241F}"/>
              </a:ext>
            </a:extLst>
          </p:cNvPr>
          <p:cNvSpPr/>
          <p:nvPr/>
        </p:nvSpPr>
        <p:spPr>
          <a:xfrm>
            <a:off x="3177" y="8875061"/>
            <a:ext cx="24380826" cy="4839158"/>
          </a:xfrm>
          <a:prstGeom prst="rect">
            <a:avLst/>
          </a:prstGeom>
          <a:solidFill>
            <a:srgbClr val="E9E5DF"/>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DC333391-1A0A-0F42-8D34-0F8E9D6A9A6D}"/>
              </a:ext>
              <a:ext uri="{C183D7F6-B498-43B3-948B-1728B52AA6E4}">
                <adec:decorative xmlns:adec="http://schemas.microsoft.com/office/drawing/2017/decorative" val="1"/>
              </a:ext>
            </a:extLst>
          </p:cNvPr>
          <p:cNvGrpSpPr/>
          <p:nvPr/>
        </p:nvGrpSpPr>
        <p:grpSpPr>
          <a:xfrm rot="16200000">
            <a:off x="6478591" y="1246095"/>
            <a:ext cx="11429998" cy="11429998"/>
            <a:chOff x="5985246" y="649659"/>
            <a:chExt cx="12416681" cy="12416683"/>
          </a:xfrm>
        </p:grpSpPr>
        <p:sp>
          <p:nvSpPr>
            <p:cNvPr id="21" name="Oval 20">
              <a:extLst>
                <a:ext uri="{FF2B5EF4-FFF2-40B4-BE49-F238E27FC236}">
                  <a16:creationId xmlns:a16="http://schemas.microsoft.com/office/drawing/2014/main" id="{2746924D-1596-134C-8C48-54D1CA5A18CB}"/>
                </a:ext>
                <a:ext uri="{C183D7F6-B498-43B3-948B-1728B52AA6E4}">
                  <adec:decorative xmlns:adec="http://schemas.microsoft.com/office/drawing/2017/decorative" val="1"/>
                </a:ext>
              </a:extLst>
            </p:cNvPr>
            <p:cNvSpPr/>
            <p:nvPr/>
          </p:nvSpPr>
          <p:spPr>
            <a:xfrm>
              <a:off x="5985246" y="649659"/>
              <a:ext cx="12416682" cy="12416682"/>
            </a:xfrm>
            <a:prstGeom prst="ellipse">
              <a:avLst/>
            </a:prstGeom>
            <a:solidFill>
              <a:srgbClr val="FCE2BA"/>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2" name="Freeform 21">
              <a:extLst>
                <a:ext uri="{FF2B5EF4-FFF2-40B4-BE49-F238E27FC236}">
                  <a16:creationId xmlns:a16="http://schemas.microsoft.com/office/drawing/2014/main" id="{EB6DB5FF-905D-0343-99A6-5DBB0D585FB8}"/>
                </a:ext>
                <a:ext uri="{C183D7F6-B498-43B3-948B-1728B52AA6E4}">
                  <adec:decorative xmlns:adec="http://schemas.microsoft.com/office/drawing/2017/decorative" val="1"/>
                </a:ext>
              </a:extLst>
            </p:cNvPr>
            <p:cNvSpPr/>
            <p:nvPr/>
          </p:nvSpPr>
          <p:spPr>
            <a:xfrm>
              <a:off x="5985246" y="1009842"/>
              <a:ext cx="4122581" cy="11696316"/>
            </a:xfrm>
            <a:custGeom>
              <a:avLst/>
              <a:gdLst>
                <a:gd name="connsiteX0" fmla="*/ 4122581 w 4122581"/>
                <a:gd name="connsiteY0" fmla="*/ 0 h 11696316"/>
                <a:gd name="connsiteX1" fmla="*/ 4122581 w 4122581"/>
                <a:gd name="connsiteY1" fmla="*/ 11696316 h 11696316"/>
                <a:gd name="connsiteX2" fmla="*/ 4073706 w 4122581"/>
                <a:gd name="connsiteY2" fmla="*/ 11679778 h 11696316"/>
                <a:gd name="connsiteX3" fmla="*/ 0 w 4122581"/>
                <a:gd name="connsiteY3" fmla="*/ 5848158 h 11696316"/>
                <a:gd name="connsiteX4" fmla="*/ 4073706 w 4122581"/>
                <a:gd name="connsiteY4" fmla="*/ 16538 h 11696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2581" h="11696316">
                  <a:moveTo>
                    <a:pt x="4122581" y="0"/>
                  </a:moveTo>
                  <a:lnTo>
                    <a:pt x="4122581" y="11696316"/>
                  </a:lnTo>
                  <a:lnTo>
                    <a:pt x="4073706" y="11679778"/>
                  </a:lnTo>
                  <a:cubicBezTo>
                    <a:pt x="1696515" y="10809372"/>
                    <a:pt x="0" y="8526886"/>
                    <a:pt x="0" y="5848158"/>
                  </a:cubicBezTo>
                  <a:cubicBezTo>
                    <a:pt x="0" y="3169430"/>
                    <a:pt x="1696515" y="886944"/>
                    <a:pt x="4073706" y="16538"/>
                  </a:cubicBezTo>
                  <a:close/>
                </a:path>
              </a:pathLst>
            </a:custGeom>
            <a:solidFill>
              <a:schemeClr val="accent2"/>
            </a:solidFill>
            <a:ln w="6350" cap="flat" cmpd="sng" algn="ctr">
              <a:noFill/>
              <a:prstDash val="solid"/>
              <a:miter lim="800000"/>
            </a:ln>
            <a:effectLst/>
          </p:spPr>
          <p:txBody>
            <a:bodyPr wrap="square" rtlCol="0" anchor="ctr">
              <a:noAutofit/>
            </a:bodyPr>
            <a:lstStyle/>
            <a:p>
              <a:pPr marL="0" marR="0" lvl="0" indent="0" algn="ctr" defTabSz="182816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1403989" y="2056887"/>
            <a:ext cx="14387945" cy="5263978"/>
          </a:xfrm>
        </p:spPr>
        <p:txBody>
          <a:bodyPr/>
          <a:lstStyle>
            <a:lvl1pPr>
              <a:defRPr lang="en-US" sz="13798" kern="1200" baseline="0" dirty="0" smtClean="0">
                <a:solidFill>
                  <a:schemeClr val="tx2"/>
                </a:solidFill>
                <a:latin typeface="Community Light" panose="02000303040000020003" pitchFamily="2" charset="0"/>
                <a:ea typeface="+mn-ea"/>
                <a:cs typeface="+mn-cs"/>
              </a:defRPr>
            </a:lvl1pPr>
          </a:lstStyle>
          <a:p>
            <a:pPr lvl="0"/>
            <a:r>
              <a:rPr lang="en-US"/>
              <a:t>Enter a big idea or statement here of no more than 3 lines.</a:t>
            </a:r>
          </a:p>
        </p:txBody>
      </p:sp>
      <p:sp>
        <p:nvSpPr>
          <p:cNvPr id="8" name="Folded Corner 7">
            <a:extLst>
              <a:ext uri="{FF2B5EF4-FFF2-40B4-BE49-F238E27FC236}">
                <a16:creationId xmlns:a16="http://schemas.microsoft.com/office/drawing/2014/main" id="{F25833F7-23DB-174A-8262-FD59F327E8CF}"/>
              </a:ext>
              <a:ext uri="{C183D7F6-B498-43B3-948B-1728B52AA6E4}">
                <adec:decorative xmlns:adec="http://schemas.microsoft.com/office/drawing/2017/decorative" val="1"/>
              </a:ext>
            </a:extLst>
          </p:cNvPr>
          <p:cNvSpPr/>
          <p:nvPr/>
        </p:nvSpPr>
        <p:spPr>
          <a:xfrm>
            <a:off x="29297" y="-2286000"/>
            <a:ext cx="10030692" cy="1849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409615939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green_key words 1">
    <p:spTree>
      <p:nvGrpSpPr>
        <p:cNvPr id="1" name=""/>
        <p:cNvGrpSpPr/>
        <p:nvPr/>
      </p:nvGrpSpPr>
      <p:grpSpPr>
        <a:xfrm>
          <a:off x="0" y="0"/>
          <a:ext cx="0" cy="0"/>
          <a:chOff x="0" y="0"/>
          <a:chExt cx="0" cy="0"/>
        </a:xfrm>
      </p:grpSpPr>
      <p:grpSp>
        <p:nvGrpSpPr>
          <p:cNvPr id="3" name="bg">
            <a:extLst>
              <a:ext uri="{FF2B5EF4-FFF2-40B4-BE49-F238E27FC236}">
                <a16:creationId xmlns:a16="http://schemas.microsoft.com/office/drawing/2014/main" id="{C5997229-60AE-9243-B12D-1854393DED16}"/>
              </a:ext>
              <a:ext uri="{C183D7F6-B498-43B3-948B-1728B52AA6E4}">
                <adec:decorative xmlns:adec="http://schemas.microsoft.com/office/drawing/2017/decorative" val="1"/>
              </a:ext>
            </a:extLst>
          </p:cNvPr>
          <p:cNvGrpSpPr/>
          <p:nvPr/>
        </p:nvGrpSpPr>
        <p:grpSpPr>
          <a:xfrm>
            <a:off x="0" y="-1404764"/>
            <a:ext cx="24387175" cy="16561784"/>
            <a:chOff x="0" y="-1404763"/>
            <a:chExt cx="24387175" cy="16561784"/>
          </a:xfrm>
        </p:grpSpPr>
        <p:sp>
          <p:nvSpPr>
            <p:cNvPr id="10" name="Rectangle 9">
              <a:extLst>
                <a:ext uri="{FF2B5EF4-FFF2-40B4-BE49-F238E27FC236}">
                  <a16:creationId xmlns:a16="http://schemas.microsoft.com/office/drawing/2014/main" id="{ECF8E1AE-1A5F-E849-976A-C4FDB4513D63}"/>
                </a:ext>
                <a:ext uri="{C183D7F6-B498-43B3-948B-1728B52AA6E4}">
                  <adec:decorative xmlns:adec="http://schemas.microsoft.com/office/drawing/2017/decorative" val="1"/>
                </a:ext>
              </a:extLst>
            </p:cNvPr>
            <p:cNvSpPr/>
            <p:nvPr/>
          </p:nvSpPr>
          <p:spPr>
            <a:xfrm>
              <a:off x="0" y="0"/>
              <a:ext cx="24387175" cy="13716000"/>
            </a:xfrm>
            <a:prstGeom prst="rect">
              <a:avLst/>
            </a:prstGeom>
            <a:solidFill>
              <a:srgbClr val="D7EB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20BB0492-3A4D-3544-92C1-988EB46D9A65}"/>
                </a:ext>
                <a:ext uri="{C183D7F6-B498-43B3-948B-1728B52AA6E4}">
                  <adec:decorative xmlns:adec="http://schemas.microsoft.com/office/drawing/2017/decorative" val="1"/>
                </a:ext>
              </a:extLst>
            </p:cNvPr>
            <p:cNvSpPr/>
            <p:nvPr/>
          </p:nvSpPr>
          <p:spPr>
            <a:xfrm>
              <a:off x="21799296" y="0"/>
              <a:ext cx="2587879" cy="137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Oval 10">
              <a:extLst>
                <a:ext uri="{FF2B5EF4-FFF2-40B4-BE49-F238E27FC236}">
                  <a16:creationId xmlns:a16="http://schemas.microsoft.com/office/drawing/2014/main" id="{8883948F-993C-0140-A3A3-ED9F82EA7501}"/>
                </a:ext>
                <a:ext uri="{C183D7F6-B498-43B3-948B-1728B52AA6E4}">
                  <adec:decorative xmlns:adec="http://schemas.microsoft.com/office/drawing/2017/decorative" val="1"/>
                </a:ext>
              </a:extLst>
            </p:cNvPr>
            <p:cNvSpPr/>
            <p:nvPr/>
          </p:nvSpPr>
          <p:spPr>
            <a:xfrm>
              <a:off x="4131162" y="-1404763"/>
              <a:ext cx="16561784" cy="165617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2" name="Title 1">
            <a:extLst>
              <a:ext uri="{FF2B5EF4-FFF2-40B4-BE49-F238E27FC236}">
                <a16:creationId xmlns:a16="http://schemas.microsoft.com/office/drawing/2014/main" id="{83058F53-F763-BF48-9C8E-D885E5B4E505}"/>
              </a:ext>
              <a:ext uri="{C183D7F6-B498-43B3-948B-1728B52AA6E4}">
                <adec:decorative xmlns:adec="http://schemas.microsoft.com/office/drawing/2017/decorative" val="0"/>
              </a:ext>
            </a:extLst>
          </p:cNvPr>
          <p:cNvSpPr>
            <a:spLocks noGrp="1"/>
          </p:cNvSpPr>
          <p:nvPr>
            <p:ph type="title" hasCustomPrompt="1"/>
          </p:nvPr>
        </p:nvSpPr>
        <p:spPr>
          <a:xfrm>
            <a:off x="1888568" y="2916197"/>
            <a:ext cx="14224644" cy="8452022"/>
          </a:xfrm>
        </p:spPr>
        <p:txBody>
          <a:bodyPr/>
          <a:lstStyle>
            <a:lvl1pPr>
              <a:lnSpc>
                <a:spcPts val="16556"/>
              </a:lnSpc>
              <a:spcBef>
                <a:spcPts val="2000"/>
              </a:spcBef>
              <a:defRPr lang="en-US" sz="13798" kern="1200" baseline="0" dirty="0" smtClean="0">
                <a:solidFill>
                  <a:schemeClr val="accent1"/>
                </a:solidFill>
                <a:latin typeface="Community Light" panose="02000303040000020003" pitchFamily="2" charset="0"/>
                <a:ea typeface="+mn-ea"/>
                <a:cs typeface="+mn-cs"/>
              </a:defRPr>
            </a:lvl1pPr>
          </a:lstStyle>
          <a:p>
            <a:r>
              <a:rPr lang="en-US"/>
              <a:t>Key word</a:t>
            </a:r>
            <a:br>
              <a:rPr lang="en-US"/>
            </a:br>
            <a:r>
              <a:rPr lang="en-US"/>
              <a:t>Key word</a:t>
            </a:r>
            <a:br>
              <a:rPr lang="en-US"/>
            </a:br>
            <a:r>
              <a:rPr lang="en-US"/>
              <a:t>Key word</a:t>
            </a:r>
            <a:br>
              <a:rPr lang="en-US"/>
            </a:br>
            <a:r>
              <a:rPr lang="en-US"/>
              <a:t>Key word</a:t>
            </a:r>
          </a:p>
        </p:txBody>
      </p:sp>
      <p:sp>
        <p:nvSpPr>
          <p:cNvPr id="14" name="Folded Corner 13">
            <a:extLst>
              <a:ext uri="{FF2B5EF4-FFF2-40B4-BE49-F238E27FC236}">
                <a16:creationId xmlns:a16="http://schemas.microsoft.com/office/drawing/2014/main" id="{789D5B0B-3D84-7B45-AF5E-8501424ADB27}"/>
              </a:ext>
              <a:ext uri="{C183D7F6-B498-43B3-948B-1728B52AA6E4}">
                <adec:decorative xmlns:adec="http://schemas.microsoft.com/office/drawing/2017/decorative" val="1"/>
              </a:ext>
            </a:extLst>
          </p:cNvPr>
          <p:cNvSpPr/>
          <p:nvPr/>
        </p:nvSpPr>
        <p:spPr>
          <a:xfrm>
            <a:off x="1" y="-2471351"/>
            <a:ext cx="7512908" cy="178555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a:t>
            </a:r>
            <a:r>
              <a:rPr lang="en-US" sz="2400">
                <a:solidFill>
                  <a:schemeClr val="tx1"/>
                </a:solidFill>
                <a:latin typeface="Source Sans Pro" charset="0"/>
                <a:ea typeface="Source Sans Pro" charset="0"/>
                <a:cs typeface="Source Sans Pro" charset="0"/>
              </a:rPr>
              <a:t>Used to call out a few key words</a:t>
            </a: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143461823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amber_key words 1">
    <p:spTree>
      <p:nvGrpSpPr>
        <p:cNvPr id="1" name=""/>
        <p:cNvGrpSpPr/>
        <p:nvPr/>
      </p:nvGrpSpPr>
      <p:grpSpPr>
        <a:xfrm>
          <a:off x="0" y="0"/>
          <a:ext cx="0" cy="0"/>
          <a:chOff x="0" y="0"/>
          <a:chExt cx="0" cy="0"/>
        </a:xfrm>
      </p:grpSpPr>
      <p:grpSp>
        <p:nvGrpSpPr>
          <p:cNvPr id="3" name="bg">
            <a:extLst>
              <a:ext uri="{FF2B5EF4-FFF2-40B4-BE49-F238E27FC236}">
                <a16:creationId xmlns:a16="http://schemas.microsoft.com/office/drawing/2014/main" id="{C5997229-60AE-9243-B12D-1854393DED16}"/>
              </a:ext>
              <a:ext uri="{C183D7F6-B498-43B3-948B-1728B52AA6E4}">
                <adec:decorative xmlns:adec="http://schemas.microsoft.com/office/drawing/2017/decorative" val="1"/>
              </a:ext>
            </a:extLst>
          </p:cNvPr>
          <p:cNvGrpSpPr/>
          <p:nvPr/>
        </p:nvGrpSpPr>
        <p:grpSpPr>
          <a:xfrm>
            <a:off x="0" y="-1404764"/>
            <a:ext cx="24387175" cy="16561784"/>
            <a:chOff x="0" y="-1404763"/>
            <a:chExt cx="24387175" cy="16561784"/>
          </a:xfrm>
        </p:grpSpPr>
        <p:sp>
          <p:nvSpPr>
            <p:cNvPr id="10" name="Rectangle 9">
              <a:extLst>
                <a:ext uri="{FF2B5EF4-FFF2-40B4-BE49-F238E27FC236}">
                  <a16:creationId xmlns:a16="http://schemas.microsoft.com/office/drawing/2014/main" id="{ECF8E1AE-1A5F-E849-976A-C4FDB4513D63}"/>
                </a:ext>
                <a:ext uri="{C183D7F6-B498-43B3-948B-1728B52AA6E4}">
                  <adec:decorative xmlns:adec="http://schemas.microsoft.com/office/drawing/2017/decorative" val="1"/>
                </a:ext>
              </a:extLst>
            </p:cNvPr>
            <p:cNvSpPr/>
            <p:nvPr/>
          </p:nvSpPr>
          <p:spPr>
            <a:xfrm>
              <a:off x="0" y="0"/>
              <a:ext cx="24387175"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20BB0492-3A4D-3544-92C1-988EB46D9A65}"/>
                </a:ext>
                <a:ext uri="{C183D7F6-B498-43B3-948B-1728B52AA6E4}">
                  <adec:decorative xmlns:adec="http://schemas.microsoft.com/office/drawing/2017/decorative" val="1"/>
                </a:ext>
              </a:extLst>
            </p:cNvPr>
            <p:cNvSpPr/>
            <p:nvPr/>
          </p:nvSpPr>
          <p:spPr>
            <a:xfrm>
              <a:off x="21799296" y="0"/>
              <a:ext cx="2587879"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Oval 10">
              <a:extLst>
                <a:ext uri="{FF2B5EF4-FFF2-40B4-BE49-F238E27FC236}">
                  <a16:creationId xmlns:a16="http://schemas.microsoft.com/office/drawing/2014/main" id="{8883948F-993C-0140-A3A3-ED9F82EA7501}"/>
                </a:ext>
                <a:ext uri="{C183D7F6-B498-43B3-948B-1728B52AA6E4}">
                  <adec:decorative xmlns:adec="http://schemas.microsoft.com/office/drawing/2017/decorative" val="1"/>
                </a:ext>
              </a:extLst>
            </p:cNvPr>
            <p:cNvSpPr/>
            <p:nvPr/>
          </p:nvSpPr>
          <p:spPr>
            <a:xfrm>
              <a:off x="4131162" y="-1404763"/>
              <a:ext cx="16561784" cy="165617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2" name="Title 1">
            <a:extLst>
              <a:ext uri="{FF2B5EF4-FFF2-40B4-BE49-F238E27FC236}">
                <a16:creationId xmlns:a16="http://schemas.microsoft.com/office/drawing/2014/main" id="{83058F53-F763-BF48-9C8E-D885E5B4E505}"/>
              </a:ext>
              <a:ext uri="{C183D7F6-B498-43B3-948B-1728B52AA6E4}">
                <adec:decorative xmlns:adec="http://schemas.microsoft.com/office/drawing/2017/decorative" val="0"/>
              </a:ext>
            </a:extLst>
          </p:cNvPr>
          <p:cNvSpPr>
            <a:spLocks noGrp="1"/>
          </p:cNvSpPr>
          <p:nvPr>
            <p:ph type="title" hasCustomPrompt="1"/>
          </p:nvPr>
        </p:nvSpPr>
        <p:spPr>
          <a:xfrm>
            <a:off x="1888568" y="2916197"/>
            <a:ext cx="14224644" cy="8452022"/>
          </a:xfrm>
        </p:spPr>
        <p:txBody>
          <a:bodyPr/>
          <a:lstStyle>
            <a:lvl1pPr>
              <a:lnSpc>
                <a:spcPts val="16556"/>
              </a:lnSpc>
              <a:spcBef>
                <a:spcPts val="2000"/>
              </a:spcBef>
              <a:defRPr lang="en-US" sz="13798" kern="1200" baseline="0" dirty="0" smtClean="0">
                <a:solidFill>
                  <a:schemeClr val="accent2"/>
                </a:solidFill>
                <a:latin typeface="Community Light" panose="02000303040000020003" pitchFamily="2" charset="0"/>
                <a:ea typeface="+mn-ea"/>
                <a:cs typeface="+mn-cs"/>
              </a:defRPr>
            </a:lvl1pPr>
          </a:lstStyle>
          <a:p>
            <a:r>
              <a:rPr lang="en-US"/>
              <a:t>Key word</a:t>
            </a:r>
            <a:br>
              <a:rPr lang="en-US"/>
            </a:br>
            <a:r>
              <a:rPr lang="en-US"/>
              <a:t>Key word</a:t>
            </a:r>
            <a:br>
              <a:rPr lang="en-US"/>
            </a:br>
            <a:r>
              <a:rPr lang="en-US"/>
              <a:t>Key word</a:t>
            </a:r>
            <a:br>
              <a:rPr lang="en-US"/>
            </a:br>
            <a:r>
              <a:rPr lang="en-US"/>
              <a:t>Key word</a:t>
            </a:r>
          </a:p>
        </p:txBody>
      </p:sp>
      <p:sp>
        <p:nvSpPr>
          <p:cNvPr id="14" name="Folded Corner 13">
            <a:extLst>
              <a:ext uri="{FF2B5EF4-FFF2-40B4-BE49-F238E27FC236}">
                <a16:creationId xmlns:a16="http://schemas.microsoft.com/office/drawing/2014/main" id="{789D5B0B-3D84-7B45-AF5E-8501424ADB27}"/>
              </a:ext>
              <a:ext uri="{C183D7F6-B498-43B3-948B-1728B52AA6E4}">
                <adec:decorative xmlns:adec="http://schemas.microsoft.com/office/drawing/2017/decorative" val="1"/>
              </a:ext>
            </a:extLst>
          </p:cNvPr>
          <p:cNvSpPr/>
          <p:nvPr/>
        </p:nvSpPr>
        <p:spPr>
          <a:xfrm>
            <a:off x="1" y="-2471351"/>
            <a:ext cx="7512908" cy="178555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a:t>
            </a:r>
            <a:r>
              <a:rPr lang="en-US" sz="2400">
                <a:solidFill>
                  <a:schemeClr val="tx1"/>
                </a:solidFill>
                <a:latin typeface="Source Sans Pro" charset="0"/>
                <a:ea typeface="Source Sans Pro" charset="0"/>
                <a:cs typeface="Source Sans Pro" charset="0"/>
              </a:rPr>
              <a:t>Used to call out a few key words</a:t>
            </a: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165008550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red_key words 1">
    <p:spTree>
      <p:nvGrpSpPr>
        <p:cNvPr id="1" name=""/>
        <p:cNvGrpSpPr/>
        <p:nvPr/>
      </p:nvGrpSpPr>
      <p:grpSpPr>
        <a:xfrm>
          <a:off x="0" y="0"/>
          <a:ext cx="0" cy="0"/>
          <a:chOff x="0" y="0"/>
          <a:chExt cx="0" cy="0"/>
        </a:xfrm>
      </p:grpSpPr>
      <p:grpSp>
        <p:nvGrpSpPr>
          <p:cNvPr id="3" name="bg">
            <a:extLst>
              <a:ext uri="{FF2B5EF4-FFF2-40B4-BE49-F238E27FC236}">
                <a16:creationId xmlns:a16="http://schemas.microsoft.com/office/drawing/2014/main" id="{C5997229-60AE-9243-B12D-1854393DED16}"/>
              </a:ext>
              <a:ext uri="{C183D7F6-B498-43B3-948B-1728B52AA6E4}">
                <adec:decorative xmlns:adec="http://schemas.microsoft.com/office/drawing/2017/decorative" val="1"/>
              </a:ext>
            </a:extLst>
          </p:cNvPr>
          <p:cNvGrpSpPr/>
          <p:nvPr/>
        </p:nvGrpSpPr>
        <p:grpSpPr>
          <a:xfrm>
            <a:off x="0" y="-1404764"/>
            <a:ext cx="24387175" cy="16561784"/>
            <a:chOff x="0" y="-1404763"/>
            <a:chExt cx="24387175" cy="16561784"/>
          </a:xfrm>
        </p:grpSpPr>
        <p:sp>
          <p:nvSpPr>
            <p:cNvPr id="10" name="Rectangle 9">
              <a:extLst>
                <a:ext uri="{FF2B5EF4-FFF2-40B4-BE49-F238E27FC236}">
                  <a16:creationId xmlns:a16="http://schemas.microsoft.com/office/drawing/2014/main" id="{ECF8E1AE-1A5F-E849-976A-C4FDB4513D63}"/>
                </a:ext>
                <a:ext uri="{C183D7F6-B498-43B3-948B-1728B52AA6E4}">
                  <adec:decorative xmlns:adec="http://schemas.microsoft.com/office/drawing/2017/decorative" val="1"/>
                </a:ext>
              </a:extLst>
            </p:cNvPr>
            <p:cNvSpPr/>
            <p:nvPr/>
          </p:nvSpPr>
          <p:spPr>
            <a:xfrm>
              <a:off x="0" y="0"/>
              <a:ext cx="24387175"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20BB0492-3A4D-3544-92C1-988EB46D9A65}"/>
                </a:ext>
                <a:ext uri="{C183D7F6-B498-43B3-948B-1728B52AA6E4}">
                  <adec:decorative xmlns:adec="http://schemas.microsoft.com/office/drawing/2017/decorative" val="1"/>
                </a:ext>
              </a:extLst>
            </p:cNvPr>
            <p:cNvSpPr/>
            <p:nvPr/>
          </p:nvSpPr>
          <p:spPr>
            <a:xfrm>
              <a:off x="21799296" y="0"/>
              <a:ext cx="2587879"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Oval 10">
              <a:extLst>
                <a:ext uri="{FF2B5EF4-FFF2-40B4-BE49-F238E27FC236}">
                  <a16:creationId xmlns:a16="http://schemas.microsoft.com/office/drawing/2014/main" id="{8883948F-993C-0140-A3A3-ED9F82EA7501}"/>
                </a:ext>
                <a:ext uri="{C183D7F6-B498-43B3-948B-1728B52AA6E4}">
                  <adec:decorative xmlns:adec="http://schemas.microsoft.com/office/drawing/2017/decorative" val="1"/>
                </a:ext>
              </a:extLst>
            </p:cNvPr>
            <p:cNvSpPr/>
            <p:nvPr/>
          </p:nvSpPr>
          <p:spPr>
            <a:xfrm>
              <a:off x="4131162" y="-1404763"/>
              <a:ext cx="16561784" cy="165617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2" name="Title 1">
            <a:extLst>
              <a:ext uri="{FF2B5EF4-FFF2-40B4-BE49-F238E27FC236}">
                <a16:creationId xmlns:a16="http://schemas.microsoft.com/office/drawing/2014/main" id="{83058F53-F763-BF48-9C8E-D885E5B4E505}"/>
              </a:ext>
              <a:ext uri="{C183D7F6-B498-43B3-948B-1728B52AA6E4}">
                <adec:decorative xmlns:adec="http://schemas.microsoft.com/office/drawing/2017/decorative" val="0"/>
              </a:ext>
            </a:extLst>
          </p:cNvPr>
          <p:cNvSpPr>
            <a:spLocks noGrp="1"/>
          </p:cNvSpPr>
          <p:nvPr>
            <p:ph type="title" hasCustomPrompt="1"/>
          </p:nvPr>
        </p:nvSpPr>
        <p:spPr>
          <a:xfrm>
            <a:off x="1888568" y="2916197"/>
            <a:ext cx="14224644" cy="8452022"/>
          </a:xfrm>
        </p:spPr>
        <p:txBody>
          <a:bodyPr/>
          <a:lstStyle>
            <a:lvl1pPr>
              <a:lnSpc>
                <a:spcPts val="16556"/>
              </a:lnSpc>
              <a:spcBef>
                <a:spcPts val="2000"/>
              </a:spcBef>
              <a:defRPr lang="en-US" sz="13798" kern="1200" baseline="0" dirty="0" smtClean="0">
                <a:solidFill>
                  <a:schemeClr val="tx2"/>
                </a:solidFill>
                <a:latin typeface="Community Light" panose="02000303040000020003" pitchFamily="2" charset="0"/>
                <a:ea typeface="+mn-ea"/>
                <a:cs typeface="+mn-cs"/>
              </a:defRPr>
            </a:lvl1pPr>
          </a:lstStyle>
          <a:p>
            <a:r>
              <a:rPr lang="en-US"/>
              <a:t>Key word</a:t>
            </a:r>
            <a:br>
              <a:rPr lang="en-US"/>
            </a:br>
            <a:r>
              <a:rPr lang="en-US"/>
              <a:t>Key word</a:t>
            </a:r>
            <a:br>
              <a:rPr lang="en-US"/>
            </a:br>
            <a:r>
              <a:rPr lang="en-US"/>
              <a:t>Key word</a:t>
            </a:r>
            <a:br>
              <a:rPr lang="en-US"/>
            </a:br>
            <a:r>
              <a:rPr lang="en-US"/>
              <a:t>Key word</a:t>
            </a:r>
          </a:p>
        </p:txBody>
      </p:sp>
      <p:sp>
        <p:nvSpPr>
          <p:cNvPr id="14" name="Folded Corner 13">
            <a:extLst>
              <a:ext uri="{FF2B5EF4-FFF2-40B4-BE49-F238E27FC236}">
                <a16:creationId xmlns:a16="http://schemas.microsoft.com/office/drawing/2014/main" id="{789D5B0B-3D84-7B45-AF5E-8501424ADB27}"/>
              </a:ext>
              <a:ext uri="{C183D7F6-B498-43B3-948B-1728B52AA6E4}">
                <adec:decorative xmlns:adec="http://schemas.microsoft.com/office/drawing/2017/decorative" val="1"/>
              </a:ext>
            </a:extLst>
          </p:cNvPr>
          <p:cNvSpPr/>
          <p:nvPr/>
        </p:nvSpPr>
        <p:spPr>
          <a:xfrm>
            <a:off x="1" y="-2471351"/>
            <a:ext cx="7512908" cy="178555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a:t>
            </a:r>
            <a:r>
              <a:rPr lang="en-US" sz="2400">
                <a:solidFill>
                  <a:schemeClr val="tx1"/>
                </a:solidFill>
                <a:latin typeface="Source Sans Pro" charset="0"/>
                <a:ea typeface="Source Sans Pro" charset="0"/>
                <a:cs typeface="Source Sans Pro" charset="0"/>
              </a:rPr>
              <a:t>Used to call out a few key words</a:t>
            </a: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126383765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blue_key words 1">
    <p:spTree>
      <p:nvGrpSpPr>
        <p:cNvPr id="1" name=""/>
        <p:cNvGrpSpPr/>
        <p:nvPr/>
      </p:nvGrpSpPr>
      <p:grpSpPr>
        <a:xfrm>
          <a:off x="0" y="0"/>
          <a:ext cx="0" cy="0"/>
          <a:chOff x="0" y="0"/>
          <a:chExt cx="0" cy="0"/>
        </a:xfrm>
      </p:grpSpPr>
      <p:grpSp>
        <p:nvGrpSpPr>
          <p:cNvPr id="3" name="bg">
            <a:extLst>
              <a:ext uri="{FF2B5EF4-FFF2-40B4-BE49-F238E27FC236}">
                <a16:creationId xmlns:a16="http://schemas.microsoft.com/office/drawing/2014/main" id="{C5997229-60AE-9243-B12D-1854393DED16}"/>
              </a:ext>
              <a:ext uri="{C183D7F6-B498-43B3-948B-1728B52AA6E4}">
                <adec:decorative xmlns:adec="http://schemas.microsoft.com/office/drawing/2017/decorative" val="1"/>
              </a:ext>
            </a:extLst>
          </p:cNvPr>
          <p:cNvGrpSpPr/>
          <p:nvPr/>
        </p:nvGrpSpPr>
        <p:grpSpPr>
          <a:xfrm>
            <a:off x="0" y="-1404764"/>
            <a:ext cx="24387175" cy="16561784"/>
            <a:chOff x="0" y="-1404763"/>
            <a:chExt cx="24387175" cy="16561784"/>
          </a:xfrm>
        </p:grpSpPr>
        <p:sp>
          <p:nvSpPr>
            <p:cNvPr id="10" name="Rectangle 9">
              <a:extLst>
                <a:ext uri="{FF2B5EF4-FFF2-40B4-BE49-F238E27FC236}">
                  <a16:creationId xmlns:a16="http://schemas.microsoft.com/office/drawing/2014/main" id="{ECF8E1AE-1A5F-E849-976A-C4FDB4513D63}"/>
                </a:ext>
                <a:ext uri="{C183D7F6-B498-43B3-948B-1728B52AA6E4}">
                  <adec:decorative xmlns:adec="http://schemas.microsoft.com/office/drawing/2017/decorative" val="1"/>
                </a:ext>
              </a:extLst>
            </p:cNvPr>
            <p:cNvSpPr/>
            <p:nvPr/>
          </p:nvSpPr>
          <p:spPr>
            <a:xfrm>
              <a:off x="0" y="0"/>
              <a:ext cx="24387175" cy="13716000"/>
            </a:xfrm>
            <a:prstGeom prst="rect">
              <a:avLst/>
            </a:prstGeom>
            <a:solidFill>
              <a:srgbClr val="DCE6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20BB0492-3A4D-3544-92C1-988EB46D9A65}"/>
                </a:ext>
                <a:ext uri="{C183D7F6-B498-43B3-948B-1728B52AA6E4}">
                  <adec:decorative xmlns:adec="http://schemas.microsoft.com/office/drawing/2017/decorative" val="1"/>
                </a:ext>
              </a:extLst>
            </p:cNvPr>
            <p:cNvSpPr/>
            <p:nvPr/>
          </p:nvSpPr>
          <p:spPr>
            <a:xfrm>
              <a:off x="21799296" y="0"/>
              <a:ext cx="2587879" cy="137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Oval 10">
              <a:extLst>
                <a:ext uri="{FF2B5EF4-FFF2-40B4-BE49-F238E27FC236}">
                  <a16:creationId xmlns:a16="http://schemas.microsoft.com/office/drawing/2014/main" id="{8883948F-993C-0140-A3A3-ED9F82EA7501}"/>
                </a:ext>
                <a:ext uri="{C183D7F6-B498-43B3-948B-1728B52AA6E4}">
                  <adec:decorative xmlns:adec="http://schemas.microsoft.com/office/drawing/2017/decorative" val="1"/>
                </a:ext>
              </a:extLst>
            </p:cNvPr>
            <p:cNvSpPr/>
            <p:nvPr/>
          </p:nvSpPr>
          <p:spPr>
            <a:xfrm>
              <a:off x="4131162" y="-1404763"/>
              <a:ext cx="16561784" cy="165617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2" name="Title 1">
            <a:extLst>
              <a:ext uri="{FF2B5EF4-FFF2-40B4-BE49-F238E27FC236}">
                <a16:creationId xmlns:a16="http://schemas.microsoft.com/office/drawing/2014/main" id="{83058F53-F763-BF48-9C8E-D885E5B4E505}"/>
              </a:ext>
              <a:ext uri="{C183D7F6-B498-43B3-948B-1728B52AA6E4}">
                <adec:decorative xmlns:adec="http://schemas.microsoft.com/office/drawing/2017/decorative" val="0"/>
              </a:ext>
            </a:extLst>
          </p:cNvPr>
          <p:cNvSpPr>
            <a:spLocks noGrp="1"/>
          </p:cNvSpPr>
          <p:nvPr>
            <p:ph type="title" hasCustomPrompt="1"/>
          </p:nvPr>
        </p:nvSpPr>
        <p:spPr>
          <a:xfrm>
            <a:off x="1888568" y="2916197"/>
            <a:ext cx="14224644" cy="8452022"/>
          </a:xfrm>
        </p:spPr>
        <p:txBody>
          <a:bodyPr/>
          <a:lstStyle>
            <a:lvl1pPr>
              <a:lnSpc>
                <a:spcPts val="16556"/>
              </a:lnSpc>
              <a:spcBef>
                <a:spcPts val="2000"/>
              </a:spcBef>
              <a:defRPr lang="en-US" sz="13798" kern="1200" baseline="0" dirty="0" smtClean="0">
                <a:solidFill>
                  <a:schemeClr val="bg2"/>
                </a:solidFill>
                <a:latin typeface="Community Light" panose="02000303040000020003" pitchFamily="2" charset="0"/>
                <a:ea typeface="+mn-ea"/>
                <a:cs typeface="+mn-cs"/>
              </a:defRPr>
            </a:lvl1pPr>
          </a:lstStyle>
          <a:p>
            <a:r>
              <a:rPr lang="en-US"/>
              <a:t>Key word</a:t>
            </a:r>
            <a:br>
              <a:rPr lang="en-US"/>
            </a:br>
            <a:r>
              <a:rPr lang="en-US"/>
              <a:t>Key word</a:t>
            </a:r>
            <a:br>
              <a:rPr lang="en-US"/>
            </a:br>
            <a:r>
              <a:rPr lang="en-US"/>
              <a:t>Key word</a:t>
            </a:r>
            <a:br>
              <a:rPr lang="en-US"/>
            </a:br>
            <a:r>
              <a:rPr lang="en-US"/>
              <a:t>Key word</a:t>
            </a:r>
          </a:p>
        </p:txBody>
      </p:sp>
      <p:sp>
        <p:nvSpPr>
          <p:cNvPr id="14" name="Folded Corner 13">
            <a:extLst>
              <a:ext uri="{FF2B5EF4-FFF2-40B4-BE49-F238E27FC236}">
                <a16:creationId xmlns:a16="http://schemas.microsoft.com/office/drawing/2014/main" id="{789D5B0B-3D84-7B45-AF5E-8501424ADB27}"/>
              </a:ext>
              <a:ext uri="{C183D7F6-B498-43B3-948B-1728B52AA6E4}">
                <adec:decorative xmlns:adec="http://schemas.microsoft.com/office/drawing/2017/decorative" val="1"/>
              </a:ext>
            </a:extLst>
          </p:cNvPr>
          <p:cNvSpPr/>
          <p:nvPr/>
        </p:nvSpPr>
        <p:spPr>
          <a:xfrm>
            <a:off x="1" y="-2471351"/>
            <a:ext cx="7512908" cy="178555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a:t>
            </a:r>
            <a:r>
              <a:rPr lang="en-US" sz="2400">
                <a:solidFill>
                  <a:schemeClr val="tx1"/>
                </a:solidFill>
                <a:latin typeface="Source Sans Pro" charset="0"/>
                <a:ea typeface="Source Sans Pro" charset="0"/>
                <a:cs typeface="Source Sans Pro" charset="0"/>
              </a:rPr>
              <a:t>Used to call out a few key words</a:t>
            </a: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155769576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darkamber_key words 1">
    <p:spTree>
      <p:nvGrpSpPr>
        <p:cNvPr id="1" name=""/>
        <p:cNvGrpSpPr/>
        <p:nvPr/>
      </p:nvGrpSpPr>
      <p:grpSpPr>
        <a:xfrm>
          <a:off x="0" y="0"/>
          <a:ext cx="0" cy="0"/>
          <a:chOff x="0" y="0"/>
          <a:chExt cx="0" cy="0"/>
        </a:xfrm>
      </p:grpSpPr>
      <p:grpSp>
        <p:nvGrpSpPr>
          <p:cNvPr id="3" name="bg">
            <a:extLst>
              <a:ext uri="{FF2B5EF4-FFF2-40B4-BE49-F238E27FC236}">
                <a16:creationId xmlns:a16="http://schemas.microsoft.com/office/drawing/2014/main" id="{C5997229-60AE-9243-B12D-1854393DED16}"/>
              </a:ext>
              <a:ext uri="{C183D7F6-B498-43B3-948B-1728B52AA6E4}">
                <adec:decorative xmlns:adec="http://schemas.microsoft.com/office/drawing/2017/decorative" val="1"/>
              </a:ext>
            </a:extLst>
          </p:cNvPr>
          <p:cNvGrpSpPr/>
          <p:nvPr/>
        </p:nvGrpSpPr>
        <p:grpSpPr>
          <a:xfrm>
            <a:off x="0" y="-1404764"/>
            <a:ext cx="24387175" cy="16561784"/>
            <a:chOff x="0" y="-1404763"/>
            <a:chExt cx="24387175" cy="16561784"/>
          </a:xfrm>
        </p:grpSpPr>
        <p:sp>
          <p:nvSpPr>
            <p:cNvPr id="10" name="Rectangle 9">
              <a:extLst>
                <a:ext uri="{FF2B5EF4-FFF2-40B4-BE49-F238E27FC236}">
                  <a16:creationId xmlns:a16="http://schemas.microsoft.com/office/drawing/2014/main" id="{ECF8E1AE-1A5F-E849-976A-C4FDB4513D63}"/>
                </a:ext>
                <a:ext uri="{C183D7F6-B498-43B3-948B-1728B52AA6E4}">
                  <adec:decorative xmlns:adec="http://schemas.microsoft.com/office/drawing/2017/decorative" val="1"/>
                </a:ext>
              </a:extLst>
            </p:cNvPr>
            <p:cNvSpPr/>
            <p:nvPr/>
          </p:nvSpPr>
          <p:spPr>
            <a:xfrm>
              <a:off x="0" y="0"/>
              <a:ext cx="24387175"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20BB0492-3A4D-3544-92C1-988EB46D9A65}"/>
                </a:ext>
                <a:ext uri="{C183D7F6-B498-43B3-948B-1728B52AA6E4}">
                  <adec:decorative xmlns:adec="http://schemas.microsoft.com/office/drawing/2017/decorative" val="1"/>
                </a:ext>
              </a:extLst>
            </p:cNvPr>
            <p:cNvSpPr/>
            <p:nvPr/>
          </p:nvSpPr>
          <p:spPr>
            <a:xfrm>
              <a:off x="21799296" y="0"/>
              <a:ext cx="2587879"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Oval 10">
              <a:extLst>
                <a:ext uri="{FF2B5EF4-FFF2-40B4-BE49-F238E27FC236}">
                  <a16:creationId xmlns:a16="http://schemas.microsoft.com/office/drawing/2014/main" id="{8883948F-993C-0140-A3A3-ED9F82EA7501}"/>
                </a:ext>
                <a:ext uri="{C183D7F6-B498-43B3-948B-1728B52AA6E4}">
                  <adec:decorative xmlns:adec="http://schemas.microsoft.com/office/drawing/2017/decorative" val="1"/>
                </a:ext>
              </a:extLst>
            </p:cNvPr>
            <p:cNvSpPr/>
            <p:nvPr/>
          </p:nvSpPr>
          <p:spPr>
            <a:xfrm>
              <a:off x="4131162" y="-1404763"/>
              <a:ext cx="16561784" cy="165617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2" name="Title 1">
            <a:extLst>
              <a:ext uri="{FF2B5EF4-FFF2-40B4-BE49-F238E27FC236}">
                <a16:creationId xmlns:a16="http://schemas.microsoft.com/office/drawing/2014/main" id="{83058F53-F763-BF48-9C8E-D885E5B4E505}"/>
              </a:ext>
              <a:ext uri="{C183D7F6-B498-43B3-948B-1728B52AA6E4}">
                <adec:decorative xmlns:adec="http://schemas.microsoft.com/office/drawing/2017/decorative" val="0"/>
              </a:ext>
            </a:extLst>
          </p:cNvPr>
          <p:cNvSpPr>
            <a:spLocks noGrp="1"/>
          </p:cNvSpPr>
          <p:nvPr>
            <p:ph type="title" hasCustomPrompt="1"/>
          </p:nvPr>
        </p:nvSpPr>
        <p:spPr>
          <a:xfrm>
            <a:off x="1888568" y="2916197"/>
            <a:ext cx="14224644" cy="8452022"/>
          </a:xfrm>
        </p:spPr>
        <p:txBody>
          <a:bodyPr/>
          <a:lstStyle>
            <a:lvl1pPr>
              <a:lnSpc>
                <a:spcPts val="16556"/>
              </a:lnSpc>
              <a:spcBef>
                <a:spcPts val="2000"/>
              </a:spcBef>
              <a:defRPr lang="en-US" sz="13798" kern="1200" baseline="0" dirty="0" smtClean="0">
                <a:solidFill>
                  <a:schemeClr val="accent2"/>
                </a:solidFill>
                <a:latin typeface="Community Light" panose="02000303040000020003" pitchFamily="2" charset="0"/>
                <a:ea typeface="+mn-ea"/>
                <a:cs typeface="+mn-cs"/>
              </a:defRPr>
            </a:lvl1pPr>
          </a:lstStyle>
          <a:p>
            <a:r>
              <a:rPr lang="en-US"/>
              <a:t>Key word</a:t>
            </a:r>
            <a:br>
              <a:rPr lang="en-US"/>
            </a:br>
            <a:r>
              <a:rPr lang="en-US"/>
              <a:t>Key word</a:t>
            </a:r>
            <a:br>
              <a:rPr lang="en-US"/>
            </a:br>
            <a:r>
              <a:rPr lang="en-US"/>
              <a:t>Key word</a:t>
            </a:r>
            <a:br>
              <a:rPr lang="en-US"/>
            </a:br>
            <a:r>
              <a:rPr lang="en-US"/>
              <a:t>Key word</a:t>
            </a:r>
          </a:p>
        </p:txBody>
      </p:sp>
      <p:sp>
        <p:nvSpPr>
          <p:cNvPr id="14" name="Folded Corner 13">
            <a:extLst>
              <a:ext uri="{FF2B5EF4-FFF2-40B4-BE49-F238E27FC236}">
                <a16:creationId xmlns:a16="http://schemas.microsoft.com/office/drawing/2014/main" id="{789D5B0B-3D84-7B45-AF5E-8501424ADB27}"/>
              </a:ext>
              <a:ext uri="{C183D7F6-B498-43B3-948B-1728B52AA6E4}">
                <adec:decorative xmlns:adec="http://schemas.microsoft.com/office/drawing/2017/decorative" val="1"/>
              </a:ext>
            </a:extLst>
          </p:cNvPr>
          <p:cNvSpPr/>
          <p:nvPr/>
        </p:nvSpPr>
        <p:spPr>
          <a:xfrm>
            <a:off x="1" y="-2471351"/>
            <a:ext cx="7512908" cy="178555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a:t>
            </a:r>
            <a:r>
              <a:rPr lang="en-US" sz="2400">
                <a:solidFill>
                  <a:schemeClr val="tx1"/>
                </a:solidFill>
                <a:latin typeface="Source Sans Pro" charset="0"/>
                <a:ea typeface="Source Sans Pro" charset="0"/>
                <a:cs typeface="Source Sans Pro" charset="0"/>
              </a:rPr>
              <a:t>Used to call out a few key words</a:t>
            </a: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80558278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green_large image title 1">
    <p:spTree>
      <p:nvGrpSpPr>
        <p:cNvPr id="1" name=""/>
        <p:cNvGrpSpPr/>
        <p:nvPr/>
      </p:nvGrpSpPr>
      <p:grpSpPr>
        <a:xfrm>
          <a:off x="0" y="0"/>
          <a:ext cx="0" cy="0"/>
          <a:chOff x="0" y="0"/>
          <a:chExt cx="0" cy="0"/>
        </a:xfrm>
      </p:grpSpPr>
      <p:sp>
        <p:nvSpPr>
          <p:cNvPr id="11" name="Picture Placeholder 5">
            <a:extLst>
              <a:ext uri="{FF2B5EF4-FFF2-40B4-BE49-F238E27FC236}">
                <a16:creationId xmlns:a16="http://schemas.microsoft.com/office/drawing/2014/main" id="{90F58FE5-91CE-C448-A11E-5E9470106D18}"/>
              </a:ext>
              <a:ext uri="{C183D7F6-B498-43B3-948B-1728B52AA6E4}">
                <adec:decorative xmlns:adec="http://schemas.microsoft.com/office/drawing/2017/decorative" val="1"/>
              </a:ext>
            </a:extLst>
          </p:cNvPr>
          <p:cNvSpPr>
            <a:spLocks noGrp="1"/>
          </p:cNvSpPr>
          <p:nvPr>
            <p:ph type="pic" sz="quarter" idx="11" hasCustomPrompt="1"/>
          </p:nvPr>
        </p:nvSpPr>
        <p:spPr>
          <a:xfrm>
            <a:off x="-5034678" y="-1524483"/>
            <a:ext cx="15083580" cy="17503518"/>
          </a:xfrm>
          <a:custGeom>
            <a:avLst/>
            <a:gdLst>
              <a:gd name="connsiteX0" fmla="*/ 3837210 w 9140953"/>
              <a:gd name="connsiteY0" fmla="*/ 0 h 10607484"/>
              <a:gd name="connsiteX1" fmla="*/ 9140953 w 9140953"/>
              <a:gd name="connsiteY1" fmla="*/ 5303742 h 10607484"/>
              <a:gd name="connsiteX2" fmla="*/ 3837210 w 9140953"/>
              <a:gd name="connsiteY2" fmla="*/ 10607484 h 10607484"/>
              <a:gd name="connsiteX3" fmla="*/ 86898 w 9140953"/>
              <a:gd name="connsiteY3" fmla="*/ 9054054 h 10607484"/>
              <a:gd name="connsiteX4" fmla="*/ 0 w 9140953"/>
              <a:gd name="connsiteY4" fmla="*/ 8962910 h 10607484"/>
              <a:gd name="connsiteX5" fmla="*/ 0 w 9140953"/>
              <a:gd name="connsiteY5" fmla="*/ 1644574 h 10607484"/>
              <a:gd name="connsiteX6" fmla="*/ 86898 w 9140953"/>
              <a:gd name="connsiteY6" fmla="*/ 1553430 h 10607484"/>
              <a:gd name="connsiteX7" fmla="*/ 3837210 w 9140953"/>
              <a:gd name="connsiteY7" fmla="*/ 0 h 1060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0953" h="10607484">
                <a:moveTo>
                  <a:pt x="3837210" y="0"/>
                </a:moveTo>
                <a:cubicBezTo>
                  <a:pt x="6766386" y="0"/>
                  <a:pt x="9140953" y="2374566"/>
                  <a:pt x="9140953" y="5303742"/>
                </a:cubicBezTo>
                <a:cubicBezTo>
                  <a:pt x="9140953" y="8232918"/>
                  <a:pt x="6766386" y="10607484"/>
                  <a:pt x="3837210" y="10607484"/>
                </a:cubicBezTo>
                <a:cubicBezTo>
                  <a:pt x="2372622" y="10607484"/>
                  <a:pt x="1046687" y="10013842"/>
                  <a:pt x="86898" y="9054054"/>
                </a:cubicBezTo>
                <a:lnTo>
                  <a:pt x="0" y="8962910"/>
                </a:lnTo>
                <a:lnTo>
                  <a:pt x="0" y="1644574"/>
                </a:lnTo>
                <a:lnTo>
                  <a:pt x="86898" y="1553430"/>
                </a:lnTo>
                <a:cubicBezTo>
                  <a:pt x="1046687" y="593642"/>
                  <a:pt x="2372622" y="0"/>
                  <a:pt x="3837210" y="0"/>
                </a:cubicBezTo>
                <a:close/>
              </a:path>
            </a:pathLst>
          </a:custGeom>
          <a:pattFill prst="wdUpDiag">
            <a:fgClr>
              <a:srgbClr val="FADFD9"/>
            </a:fgClr>
            <a:bgClr>
              <a:schemeClr val="bg1"/>
            </a:bgClr>
          </a:pattFill>
        </p:spPr>
        <p:txBody>
          <a:bodyPr wrap="square" lIns="8229600" anchor="ctr">
            <a:noAutofit/>
          </a:bodyPr>
          <a:lstStyle>
            <a:lvl1pPr marL="0" indent="0" algn="l">
              <a:buFontTx/>
              <a:buNone/>
              <a:defRPr sz="4400" b="0">
                <a:solidFill>
                  <a:schemeClr val="accent6"/>
                </a:solidFill>
              </a:defRPr>
            </a:lvl1pPr>
          </a:lstStyle>
          <a:p>
            <a:r>
              <a:rPr lang="en-US"/>
              <a:t>Drag and drop</a:t>
            </a:r>
          </a:p>
          <a:p>
            <a:r>
              <a:rPr lang="en-US"/>
              <a:t>image here</a:t>
            </a:r>
          </a:p>
        </p:txBody>
      </p:sp>
      <p:sp>
        <p:nvSpPr>
          <p:cNvPr id="3" name="Title 2">
            <a:extLst>
              <a:ext uri="{FF2B5EF4-FFF2-40B4-BE49-F238E27FC236}">
                <a16:creationId xmlns:a16="http://schemas.microsoft.com/office/drawing/2014/main" id="{DE3303EE-BD42-5149-ACCE-4BD85ABC8690}"/>
              </a:ext>
            </a:extLst>
          </p:cNvPr>
          <p:cNvSpPr>
            <a:spLocks noGrp="1"/>
          </p:cNvSpPr>
          <p:nvPr>
            <p:ph type="title" hasCustomPrompt="1"/>
          </p:nvPr>
        </p:nvSpPr>
        <p:spPr>
          <a:xfrm>
            <a:off x="12498390" y="4158975"/>
            <a:ext cx="8762999" cy="2699026"/>
          </a:xfrm>
          <a:noFill/>
        </p:spPr>
        <p:txBody>
          <a:bodyPr vert="horz" lIns="0" tIns="45720" rIns="0" bIns="45720" rtlCol="0" anchor="b" anchorCtr="0">
            <a:noAutofit/>
          </a:bodyPr>
          <a:lstStyle>
            <a:lvl1pPr>
              <a:defRPr lang="en-US" sz="8798">
                <a:solidFill>
                  <a:schemeClr val="accent1"/>
                </a:solidFill>
                <a:ea typeface="+mn-ea"/>
                <a:cs typeface="+mn-cs"/>
              </a:defRPr>
            </a:lvl1pPr>
          </a:lstStyle>
          <a:p>
            <a:pPr marL="0" lvl="0" indent="0">
              <a:spcBef>
                <a:spcPts val="2000"/>
              </a:spcBef>
              <a:buFontTx/>
            </a:pPr>
            <a:r>
              <a:rPr lang="en-US"/>
              <a:t>Enter slide title here in two lines or less</a:t>
            </a:r>
          </a:p>
        </p:txBody>
      </p:sp>
      <p:sp>
        <p:nvSpPr>
          <p:cNvPr id="13" name="Text Placeholder 9">
            <a:extLst>
              <a:ext uri="{FF2B5EF4-FFF2-40B4-BE49-F238E27FC236}">
                <a16:creationId xmlns:a16="http://schemas.microsoft.com/office/drawing/2014/main" id="{592C9E42-194E-F843-A08A-A45C646B692C}"/>
              </a:ext>
            </a:extLst>
          </p:cNvPr>
          <p:cNvSpPr>
            <a:spLocks noGrp="1"/>
          </p:cNvSpPr>
          <p:nvPr>
            <p:ph type="body" sz="quarter" idx="13" hasCustomPrompt="1"/>
          </p:nvPr>
        </p:nvSpPr>
        <p:spPr>
          <a:xfrm>
            <a:off x="12498388" y="7515500"/>
            <a:ext cx="6672179" cy="1628500"/>
          </a:xfrm>
        </p:spPr>
        <p:txBody>
          <a:bodyPr>
            <a:noAutofit/>
          </a:bodyPr>
          <a:lstStyle>
            <a:lvl1pPr marL="0" indent="0">
              <a:lnSpc>
                <a:spcPts val="5278"/>
              </a:lnSpc>
              <a:buFontTx/>
              <a:buNone/>
              <a:defRPr sz="4400" b="0" baseline="0">
                <a:solidFill>
                  <a:schemeClr val="accent6"/>
                </a:solidFill>
              </a:defRPr>
            </a:lvl1pPr>
            <a:lvl2pPr marL="914218" indent="0">
              <a:buFontTx/>
              <a:buNone/>
              <a:defRPr sz="4400" baseline="0"/>
            </a:lvl2pPr>
            <a:lvl3pPr marL="1828434" indent="0">
              <a:buFontTx/>
              <a:buNone/>
              <a:defRPr sz="4400" baseline="0"/>
            </a:lvl3pPr>
            <a:lvl4pPr marL="2742652" indent="0">
              <a:buFontTx/>
              <a:buNone/>
              <a:defRPr sz="4400" baseline="0"/>
            </a:lvl4pPr>
            <a:lvl5pPr marL="3656868" indent="0">
              <a:buFontTx/>
              <a:buNone/>
              <a:defRPr sz="4400" baseline="0"/>
            </a:lvl5pPr>
          </a:lstStyle>
          <a:p>
            <a:pPr lvl="0"/>
            <a:r>
              <a:rPr lang="en-US"/>
              <a:t>Enter subtitle here</a:t>
            </a:r>
          </a:p>
        </p:txBody>
      </p:sp>
      <p:sp>
        <p:nvSpPr>
          <p:cNvPr id="15" name="Text Placeholder 2">
            <a:extLst>
              <a:ext uri="{FF2B5EF4-FFF2-40B4-BE49-F238E27FC236}">
                <a16:creationId xmlns:a16="http://schemas.microsoft.com/office/drawing/2014/main" id="{75F338CF-F351-934D-A928-57EC0A1B2729}"/>
              </a:ext>
            </a:extLst>
          </p:cNvPr>
          <p:cNvSpPr>
            <a:spLocks noGrp="1"/>
          </p:cNvSpPr>
          <p:nvPr>
            <p:ph type="body" sz="quarter" idx="14" hasCustomPrompt="1"/>
          </p:nvPr>
        </p:nvSpPr>
        <p:spPr>
          <a:xfrm>
            <a:off x="12498388" y="9557027"/>
            <a:ext cx="6672263" cy="757238"/>
          </a:xfrm>
        </p:spPr>
        <p:txBody>
          <a:bodyPr>
            <a:normAutofit/>
          </a:bodyPr>
          <a:lstStyle>
            <a:lvl1pPr>
              <a:defRPr sz="2800" b="0" i="0">
                <a:latin typeface="Community" panose="02000303040000020003" pitchFamily="2" charset="0"/>
              </a:defRPr>
            </a:lvl1pPr>
          </a:lstStyle>
          <a:p>
            <a:pPr lvl="0"/>
            <a:r>
              <a:rPr lang="en-US"/>
              <a:t>Month DD, YYYY</a:t>
            </a:r>
          </a:p>
        </p:txBody>
      </p:sp>
      <p:pic>
        <p:nvPicPr>
          <p:cNvPr id="8" name="Logo">
            <a:extLst>
              <a:ext uri="{FF2B5EF4-FFF2-40B4-BE49-F238E27FC236}">
                <a16:creationId xmlns:a16="http://schemas.microsoft.com/office/drawing/2014/main" id="{D0955B37-9829-404D-93B5-1A2D7230E892}"/>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13836" y="11636274"/>
            <a:ext cx="2182620" cy="552276"/>
          </a:xfrm>
          <a:prstGeom prst="rect">
            <a:avLst/>
          </a:prstGeom>
        </p:spPr>
      </p:pic>
      <p:sp>
        <p:nvSpPr>
          <p:cNvPr id="9" name="Folded Corner 8">
            <a:extLst>
              <a:ext uri="{FF2B5EF4-FFF2-40B4-BE49-F238E27FC236}">
                <a16:creationId xmlns:a16="http://schemas.microsoft.com/office/drawing/2014/main" id="{98955C2A-EDDD-7D48-961D-B0753ED6691D}"/>
              </a:ext>
              <a:ext uri="{C183D7F6-B498-43B3-948B-1728B52AA6E4}">
                <adec:decorative xmlns:adec="http://schemas.microsoft.com/office/drawing/2017/decorative" val="1"/>
              </a:ext>
            </a:extLst>
          </p:cNvPr>
          <p:cNvSpPr/>
          <p:nvPr/>
        </p:nvSpPr>
        <p:spPr>
          <a:xfrm>
            <a:off x="0" y="-2362201"/>
            <a:ext cx="8535987" cy="195352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Large circle cropped image bled off left, titles, dates on right</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Tips: </a:t>
            </a:r>
            <a:r>
              <a:rPr lang="en-US" sz="2400" b="0">
                <a:solidFill>
                  <a:schemeClr val="tx1"/>
                </a:solidFill>
                <a:latin typeface="Source Sans Pro" charset="0"/>
                <a:ea typeface="Source Sans Pro" charset="0"/>
                <a:cs typeface="Source Sans Pro" charset="0"/>
              </a:rPr>
              <a:t>Use when a big image adds to the title and info.</a:t>
            </a:r>
            <a:endParaRPr lang="en-US" sz="2400" b="1">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93661841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amber_large image title 1">
    <p:bg>
      <p:bgPr>
        <a:solidFill>
          <a:srgbClr val="FDFAF5"/>
        </a:solidFill>
        <a:effectLst/>
      </p:bgPr>
    </p:bg>
    <p:spTree>
      <p:nvGrpSpPr>
        <p:cNvPr id="1" name=""/>
        <p:cNvGrpSpPr/>
        <p:nvPr/>
      </p:nvGrpSpPr>
      <p:grpSpPr>
        <a:xfrm>
          <a:off x="0" y="0"/>
          <a:ext cx="0" cy="0"/>
          <a:chOff x="0" y="0"/>
          <a:chExt cx="0" cy="0"/>
        </a:xfrm>
      </p:grpSpPr>
      <p:sp>
        <p:nvSpPr>
          <p:cNvPr id="11" name="Picture Placeholder 5">
            <a:extLst>
              <a:ext uri="{FF2B5EF4-FFF2-40B4-BE49-F238E27FC236}">
                <a16:creationId xmlns:a16="http://schemas.microsoft.com/office/drawing/2014/main" id="{90F58FE5-91CE-C448-A11E-5E9470106D18}"/>
              </a:ext>
              <a:ext uri="{C183D7F6-B498-43B3-948B-1728B52AA6E4}">
                <adec:decorative xmlns:adec="http://schemas.microsoft.com/office/drawing/2017/decorative" val="1"/>
              </a:ext>
            </a:extLst>
          </p:cNvPr>
          <p:cNvSpPr>
            <a:spLocks noGrp="1"/>
          </p:cNvSpPr>
          <p:nvPr>
            <p:ph type="pic" sz="quarter" idx="11" hasCustomPrompt="1"/>
          </p:nvPr>
        </p:nvSpPr>
        <p:spPr>
          <a:xfrm>
            <a:off x="-5034678" y="-1524483"/>
            <a:ext cx="15083580" cy="17503518"/>
          </a:xfrm>
          <a:custGeom>
            <a:avLst/>
            <a:gdLst>
              <a:gd name="connsiteX0" fmla="*/ 3837210 w 9140953"/>
              <a:gd name="connsiteY0" fmla="*/ 0 h 10607484"/>
              <a:gd name="connsiteX1" fmla="*/ 9140953 w 9140953"/>
              <a:gd name="connsiteY1" fmla="*/ 5303742 h 10607484"/>
              <a:gd name="connsiteX2" fmla="*/ 3837210 w 9140953"/>
              <a:gd name="connsiteY2" fmla="*/ 10607484 h 10607484"/>
              <a:gd name="connsiteX3" fmla="*/ 86898 w 9140953"/>
              <a:gd name="connsiteY3" fmla="*/ 9054054 h 10607484"/>
              <a:gd name="connsiteX4" fmla="*/ 0 w 9140953"/>
              <a:gd name="connsiteY4" fmla="*/ 8962910 h 10607484"/>
              <a:gd name="connsiteX5" fmla="*/ 0 w 9140953"/>
              <a:gd name="connsiteY5" fmla="*/ 1644574 h 10607484"/>
              <a:gd name="connsiteX6" fmla="*/ 86898 w 9140953"/>
              <a:gd name="connsiteY6" fmla="*/ 1553430 h 10607484"/>
              <a:gd name="connsiteX7" fmla="*/ 3837210 w 9140953"/>
              <a:gd name="connsiteY7" fmla="*/ 0 h 1060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0953" h="10607484">
                <a:moveTo>
                  <a:pt x="3837210" y="0"/>
                </a:moveTo>
                <a:cubicBezTo>
                  <a:pt x="6766386" y="0"/>
                  <a:pt x="9140953" y="2374566"/>
                  <a:pt x="9140953" y="5303742"/>
                </a:cubicBezTo>
                <a:cubicBezTo>
                  <a:pt x="9140953" y="8232918"/>
                  <a:pt x="6766386" y="10607484"/>
                  <a:pt x="3837210" y="10607484"/>
                </a:cubicBezTo>
                <a:cubicBezTo>
                  <a:pt x="2372622" y="10607484"/>
                  <a:pt x="1046687" y="10013842"/>
                  <a:pt x="86898" y="9054054"/>
                </a:cubicBezTo>
                <a:lnTo>
                  <a:pt x="0" y="8962910"/>
                </a:lnTo>
                <a:lnTo>
                  <a:pt x="0" y="1644574"/>
                </a:lnTo>
                <a:lnTo>
                  <a:pt x="86898" y="1553430"/>
                </a:lnTo>
                <a:cubicBezTo>
                  <a:pt x="1046687" y="593642"/>
                  <a:pt x="2372622" y="0"/>
                  <a:pt x="3837210" y="0"/>
                </a:cubicBezTo>
                <a:close/>
              </a:path>
            </a:pathLst>
          </a:custGeom>
          <a:pattFill prst="wdUpDiag">
            <a:fgClr>
              <a:srgbClr val="FADFD9"/>
            </a:fgClr>
            <a:bgClr>
              <a:schemeClr val="bg1"/>
            </a:bgClr>
          </a:pattFill>
        </p:spPr>
        <p:txBody>
          <a:bodyPr wrap="square" lIns="8229600" anchor="ctr">
            <a:noAutofit/>
          </a:bodyPr>
          <a:lstStyle>
            <a:lvl1pPr marL="0" indent="0" algn="l">
              <a:buFontTx/>
              <a:buNone/>
              <a:defRPr sz="4400" b="0">
                <a:solidFill>
                  <a:schemeClr val="accent6"/>
                </a:solidFill>
              </a:defRPr>
            </a:lvl1pPr>
          </a:lstStyle>
          <a:p>
            <a:r>
              <a:rPr lang="en-US"/>
              <a:t>Drag and drop</a:t>
            </a:r>
          </a:p>
          <a:p>
            <a:r>
              <a:rPr lang="en-US"/>
              <a:t>image here</a:t>
            </a:r>
          </a:p>
        </p:txBody>
      </p:sp>
      <p:sp>
        <p:nvSpPr>
          <p:cNvPr id="3" name="Title 2">
            <a:extLst>
              <a:ext uri="{FF2B5EF4-FFF2-40B4-BE49-F238E27FC236}">
                <a16:creationId xmlns:a16="http://schemas.microsoft.com/office/drawing/2014/main" id="{DE3303EE-BD42-5149-ACCE-4BD85ABC8690}"/>
              </a:ext>
            </a:extLst>
          </p:cNvPr>
          <p:cNvSpPr>
            <a:spLocks noGrp="1"/>
          </p:cNvSpPr>
          <p:nvPr>
            <p:ph type="title" hasCustomPrompt="1"/>
          </p:nvPr>
        </p:nvSpPr>
        <p:spPr>
          <a:xfrm>
            <a:off x="12498390" y="4158975"/>
            <a:ext cx="8762999" cy="2699026"/>
          </a:xfrm>
          <a:noFill/>
        </p:spPr>
        <p:txBody>
          <a:bodyPr vert="horz" lIns="0" tIns="45720" rIns="0" bIns="45720" rtlCol="0" anchor="b" anchorCtr="0">
            <a:noAutofit/>
          </a:bodyPr>
          <a:lstStyle>
            <a:lvl1pPr>
              <a:defRPr lang="en-US" sz="8798">
                <a:solidFill>
                  <a:schemeClr val="accent2"/>
                </a:solidFill>
                <a:ea typeface="+mn-ea"/>
                <a:cs typeface="+mn-cs"/>
              </a:defRPr>
            </a:lvl1pPr>
          </a:lstStyle>
          <a:p>
            <a:pPr marL="0" lvl="0" indent="0">
              <a:spcBef>
                <a:spcPts val="2000"/>
              </a:spcBef>
              <a:buFontTx/>
            </a:pPr>
            <a:r>
              <a:rPr lang="en-US"/>
              <a:t>Enter slide title here in two lines or less</a:t>
            </a:r>
          </a:p>
        </p:txBody>
      </p:sp>
      <p:sp>
        <p:nvSpPr>
          <p:cNvPr id="13" name="Text Placeholder 9">
            <a:extLst>
              <a:ext uri="{FF2B5EF4-FFF2-40B4-BE49-F238E27FC236}">
                <a16:creationId xmlns:a16="http://schemas.microsoft.com/office/drawing/2014/main" id="{592C9E42-194E-F843-A08A-A45C646B692C}"/>
              </a:ext>
            </a:extLst>
          </p:cNvPr>
          <p:cNvSpPr>
            <a:spLocks noGrp="1"/>
          </p:cNvSpPr>
          <p:nvPr>
            <p:ph type="body" sz="quarter" idx="13" hasCustomPrompt="1"/>
          </p:nvPr>
        </p:nvSpPr>
        <p:spPr>
          <a:xfrm>
            <a:off x="12498388" y="7515500"/>
            <a:ext cx="6672179" cy="1628500"/>
          </a:xfrm>
        </p:spPr>
        <p:txBody>
          <a:bodyPr>
            <a:noAutofit/>
          </a:bodyPr>
          <a:lstStyle>
            <a:lvl1pPr marL="0" indent="0">
              <a:lnSpc>
                <a:spcPts val="5278"/>
              </a:lnSpc>
              <a:buFontTx/>
              <a:buNone/>
              <a:defRPr sz="4400" b="0" baseline="0">
                <a:solidFill>
                  <a:schemeClr val="accent6"/>
                </a:solidFill>
              </a:defRPr>
            </a:lvl1pPr>
            <a:lvl2pPr marL="914218" indent="0">
              <a:buFontTx/>
              <a:buNone/>
              <a:defRPr sz="4400" baseline="0"/>
            </a:lvl2pPr>
            <a:lvl3pPr marL="1828434" indent="0">
              <a:buFontTx/>
              <a:buNone/>
              <a:defRPr sz="4400" baseline="0"/>
            </a:lvl3pPr>
            <a:lvl4pPr marL="2742652" indent="0">
              <a:buFontTx/>
              <a:buNone/>
              <a:defRPr sz="4400" baseline="0"/>
            </a:lvl4pPr>
            <a:lvl5pPr marL="3656868" indent="0">
              <a:buFontTx/>
              <a:buNone/>
              <a:defRPr sz="4400" baseline="0"/>
            </a:lvl5pPr>
          </a:lstStyle>
          <a:p>
            <a:pPr lvl="0"/>
            <a:r>
              <a:rPr lang="en-US"/>
              <a:t>Enter subtitle here</a:t>
            </a:r>
          </a:p>
        </p:txBody>
      </p:sp>
      <p:sp>
        <p:nvSpPr>
          <p:cNvPr id="15" name="Text Placeholder 2">
            <a:extLst>
              <a:ext uri="{FF2B5EF4-FFF2-40B4-BE49-F238E27FC236}">
                <a16:creationId xmlns:a16="http://schemas.microsoft.com/office/drawing/2014/main" id="{75F338CF-F351-934D-A928-57EC0A1B2729}"/>
              </a:ext>
            </a:extLst>
          </p:cNvPr>
          <p:cNvSpPr>
            <a:spLocks noGrp="1"/>
          </p:cNvSpPr>
          <p:nvPr>
            <p:ph type="body" sz="quarter" idx="14" hasCustomPrompt="1"/>
          </p:nvPr>
        </p:nvSpPr>
        <p:spPr>
          <a:xfrm>
            <a:off x="12498388" y="9557027"/>
            <a:ext cx="6672263" cy="757238"/>
          </a:xfrm>
        </p:spPr>
        <p:txBody>
          <a:bodyPr>
            <a:normAutofit/>
          </a:bodyPr>
          <a:lstStyle>
            <a:lvl1pPr>
              <a:defRPr sz="2800" b="0" i="0">
                <a:latin typeface="Community" panose="02000303040000020003" pitchFamily="2" charset="0"/>
              </a:defRPr>
            </a:lvl1pPr>
          </a:lstStyle>
          <a:p>
            <a:pPr lvl="0"/>
            <a:r>
              <a:rPr lang="en-US"/>
              <a:t>Month DD, YYYY</a:t>
            </a:r>
          </a:p>
        </p:txBody>
      </p:sp>
      <p:pic>
        <p:nvPicPr>
          <p:cNvPr id="9" name="Logo">
            <a:extLst>
              <a:ext uri="{FF2B5EF4-FFF2-40B4-BE49-F238E27FC236}">
                <a16:creationId xmlns:a16="http://schemas.microsoft.com/office/drawing/2014/main" id="{0B3FA607-5292-C14B-94F0-D09C36C374DB}"/>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13836" y="11636274"/>
            <a:ext cx="2182620" cy="552276"/>
          </a:xfrm>
          <a:prstGeom prst="rect">
            <a:avLst/>
          </a:prstGeom>
        </p:spPr>
      </p:pic>
      <p:sp>
        <p:nvSpPr>
          <p:cNvPr id="8" name="Folded Corner 7">
            <a:extLst>
              <a:ext uri="{FF2B5EF4-FFF2-40B4-BE49-F238E27FC236}">
                <a16:creationId xmlns:a16="http://schemas.microsoft.com/office/drawing/2014/main" id="{323A79E1-C966-CC49-8A23-005BF746F54D}"/>
              </a:ext>
              <a:ext uri="{C183D7F6-B498-43B3-948B-1728B52AA6E4}">
                <adec:decorative xmlns:adec="http://schemas.microsoft.com/office/drawing/2017/decorative" val="1"/>
              </a:ext>
            </a:extLst>
          </p:cNvPr>
          <p:cNvSpPr/>
          <p:nvPr/>
        </p:nvSpPr>
        <p:spPr>
          <a:xfrm>
            <a:off x="0" y="-2362201"/>
            <a:ext cx="8535987" cy="195352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Large circle cropped image bled off left, titles, dates on right</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Tips: </a:t>
            </a:r>
            <a:r>
              <a:rPr lang="en-US" sz="2400" b="0">
                <a:solidFill>
                  <a:schemeClr val="tx1"/>
                </a:solidFill>
                <a:latin typeface="Source Sans Pro" charset="0"/>
                <a:ea typeface="Source Sans Pro" charset="0"/>
                <a:cs typeface="Source Sans Pro" charset="0"/>
              </a:rPr>
              <a:t>Use when a big image adds to the title and info.</a:t>
            </a:r>
            <a:endParaRPr lang="en-US" sz="2400" b="1">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429395111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red_large image title 1">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FBE7B47B-76A6-2F47-A086-BFF50F8E72C0}"/>
              </a:ext>
              <a:ext uri="{C183D7F6-B498-43B3-948B-1728B52AA6E4}">
                <adec:decorative xmlns:adec="http://schemas.microsoft.com/office/drawing/2017/decorative" val="1"/>
              </a:ext>
            </a:extLst>
          </p:cNvPr>
          <p:cNvSpPr>
            <a:spLocks noGrp="1"/>
          </p:cNvSpPr>
          <p:nvPr>
            <p:ph type="pic" sz="quarter" idx="11" hasCustomPrompt="1"/>
          </p:nvPr>
        </p:nvSpPr>
        <p:spPr>
          <a:xfrm>
            <a:off x="-5034678" y="-1524483"/>
            <a:ext cx="15083580" cy="17503518"/>
          </a:xfrm>
          <a:custGeom>
            <a:avLst/>
            <a:gdLst>
              <a:gd name="connsiteX0" fmla="*/ 3837210 w 9140953"/>
              <a:gd name="connsiteY0" fmla="*/ 0 h 10607484"/>
              <a:gd name="connsiteX1" fmla="*/ 9140953 w 9140953"/>
              <a:gd name="connsiteY1" fmla="*/ 5303742 h 10607484"/>
              <a:gd name="connsiteX2" fmla="*/ 3837210 w 9140953"/>
              <a:gd name="connsiteY2" fmla="*/ 10607484 h 10607484"/>
              <a:gd name="connsiteX3" fmla="*/ 86898 w 9140953"/>
              <a:gd name="connsiteY3" fmla="*/ 9054054 h 10607484"/>
              <a:gd name="connsiteX4" fmla="*/ 0 w 9140953"/>
              <a:gd name="connsiteY4" fmla="*/ 8962910 h 10607484"/>
              <a:gd name="connsiteX5" fmla="*/ 0 w 9140953"/>
              <a:gd name="connsiteY5" fmla="*/ 1644574 h 10607484"/>
              <a:gd name="connsiteX6" fmla="*/ 86898 w 9140953"/>
              <a:gd name="connsiteY6" fmla="*/ 1553430 h 10607484"/>
              <a:gd name="connsiteX7" fmla="*/ 3837210 w 9140953"/>
              <a:gd name="connsiteY7" fmla="*/ 0 h 1060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0953" h="10607484">
                <a:moveTo>
                  <a:pt x="3837210" y="0"/>
                </a:moveTo>
                <a:cubicBezTo>
                  <a:pt x="6766386" y="0"/>
                  <a:pt x="9140953" y="2374566"/>
                  <a:pt x="9140953" y="5303742"/>
                </a:cubicBezTo>
                <a:cubicBezTo>
                  <a:pt x="9140953" y="8232918"/>
                  <a:pt x="6766386" y="10607484"/>
                  <a:pt x="3837210" y="10607484"/>
                </a:cubicBezTo>
                <a:cubicBezTo>
                  <a:pt x="2372622" y="10607484"/>
                  <a:pt x="1046687" y="10013842"/>
                  <a:pt x="86898" y="9054054"/>
                </a:cubicBezTo>
                <a:lnTo>
                  <a:pt x="0" y="8962910"/>
                </a:lnTo>
                <a:lnTo>
                  <a:pt x="0" y="1644574"/>
                </a:lnTo>
                <a:lnTo>
                  <a:pt x="86898" y="1553430"/>
                </a:lnTo>
                <a:cubicBezTo>
                  <a:pt x="1046687" y="593642"/>
                  <a:pt x="2372622" y="0"/>
                  <a:pt x="3837210" y="0"/>
                </a:cubicBezTo>
                <a:close/>
              </a:path>
            </a:pathLst>
          </a:custGeom>
          <a:pattFill prst="wdUpDiag">
            <a:fgClr>
              <a:srgbClr val="FADFD9"/>
            </a:fgClr>
            <a:bgClr>
              <a:schemeClr val="bg1"/>
            </a:bgClr>
          </a:pattFill>
        </p:spPr>
        <p:txBody>
          <a:bodyPr wrap="square" lIns="8229600" anchor="ctr">
            <a:noAutofit/>
          </a:bodyPr>
          <a:lstStyle>
            <a:lvl1pPr marL="0" indent="0" algn="l">
              <a:buFontTx/>
              <a:buNone/>
              <a:defRPr sz="4400" b="0">
                <a:solidFill>
                  <a:schemeClr val="accent6"/>
                </a:solidFill>
              </a:defRPr>
            </a:lvl1pPr>
          </a:lstStyle>
          <a:p>
            <a:r>
              <a:rPr lang="en-US"/>
              <a:t>Drag and drop</a:t>
            </a:r>
          </a:p>
          <a:p>
            <a:r>
              <a:rPr lang="en-US"/>
              <a:t>image here</a:t>
            </a:r>
          </a:p>
        </p:txBody>
      </p:sp>
      <p:sp>
        <p:nvSpPr>
          <p:cNvPr id="9" name="Title 2">
            <a:extLst>
              <a:ext uri="{FF2B5EF4-FFF2-40B4-BE49-F238E27FC236}">
                <a16:creationId xmlns:a16="http://schemas.microsoft.com/office/drawing/2014/main" id="{7D16DC31-BAB2-F04F-AF40-943D4F5CBB93}"/>
              </a:ext>
            </a:extLst>
          </p:cNvPr>
          <p:cNvSpPr>
            <a:spLocks noGrp="1"/>
          </p:cNvSpPr>
          <p:nvPr>
            <p:ph type="title" hasCustomPrompt="1"/>
          </p:nvPr>
        </p:nvSpPr>
        <p:spPr>
          <a:xfrm>
            <a:off x="12498390" y="4158975"/>
            <a:ext cx="8762999" cy="2699026"/>
          </a:xfrm>
          <a:noFill/>
        </p:spPr>
        <p:txBody>
          <a:bodyPr vert="horz" lIns="0" tIns="45720" rIns="0" bIns="45720" rtlCol="0" anchor="b" anchorCtr="0">
            <a:noAutofit/>
          </a:bodyPr>
          <a:lstStyle>
            <a:lvl1pPr>
              <a:defRPr lang="en-US" sz="8798">
                <a:solidFill>
                  <a:schemeClr val="tx2"/>
                </a:solidFill>
                <a:ea typeface="+mn-ea"/>
                <a:cs typeface="+mn-cs"/>
              </a:defRPr>
            </a:lvl1pPr>
          </a:lstStyle>
          <a:p>
            <a:pPr marL="0" lvl="0" indent="0">
              <a:spcBef>
                <a:spcPts val="2000"/>
              </a:spcBef>
              <a:buFontTx/>
            </a:pPr>
            <a:r>
              <a:rPr lang="en-US"/>
              <a:t>Enter slide title here in two lines or less</a:t>
            </a:r>
          </a:p>
        </p:txBody>
      </p:sp>
      <p:sp>
        <p:nvSpPr>
          <p:cNvPr id="10" name="Text Placeholder 9">
            <a:extLst>
              <a:ext uri="{FF2B5EF4-FFF2-40B4-BE49-F238E27FC236}">
                <a16:creationId xmlns:a16="http://schemas.microsoft.com/office/drawing/2014/main" id="{64EC28A6-FC7D-434F-BBF9-CC4448DABBE6}"/>
              </a:ext>
            </a:extLst>
          </p:cNvPr>
          <p:cNvSpPr>
            <a:spLocks noGrp="1"/>
          </p:cNvSpPr>
          <p:nvPr>
            <p:ph type="body" sz="quarter" idx="13" hasCustomPrompt="1"/>
          </p:nvPr>
        </p:nvSpPr>
        <p:spPr>
          <a:xfrm>
            <a:off x="12498388" y="7515500"/>
            <a:ext cx="6672179" cy="1628500"/>
          </a:xfrm>
        </p:spPr>
        <p:txBody>
          <a:bodyPr>
            <a:noAutofit/>
          </a:bodyPr>
          <a:lstStyle>
            <a:lvl1pPr marL="0" indent="0">
              <a:lnSpc>
                <a:spcPts val="5278"/>
              </a:lnSpc>
              <a:buFontTx/>
              <a:buNone/>
              <a:defRPr sz="4400" b="0" baseline="0">
                <a:solidFill>
                  <a:schemeClr val="accent6"/>
                </a:solidFill>
              </a:defRPr>
            </a:lvl1pPr>
            <a:lvl2pPr marL="914218" indent="0">
              <a:buFontTx/>
              <a:buNone/>
              <a:defRPr sz="4400" baseline="0"/>
            </a:lvl2pPr>
            <a:lvl3pPr marL="1828434" indent="0">
              <a:buFontTx/>
              <a:buNone/>
              <a:defRPr sz="4400" baseline="0"/>
            </a:lvl3pPr>
            <a:lvl4pPr marL="2742652" indent="0">
              <a:buFontTx/>
              <a:buNone/>
              <a:defRPr sz="4400" baseline="0"/>
            </a:lvl4pPr>
            <a:lvl5pPr marL="3656868" indent="0">
              <a:buFontTx/>
              <a:buNone/>
              <a:defRPr sz="4400" baseline="0"/>
            </a:lvl5pPr>
          </a:lstStyle>
          <a:p>
            <a:pPr lvl="0"/>
            <a:r>
              <a:rPr lang="en-US"/>
              <a:t>Enter subtitle here</a:t>
            </a:r>
          </a:p>
        </p:txBody>
      </p:sp>
      <p:sp>
        <p:nvSpPr>
          <p:cNvPr id="12" name="Text Placeholder 2">
            <a:extLst>
              <a:ext uri="{FF2B5EF4-FFF2-40B4-BE49-F238E27FC236}">
                <a16:creationId xmlns:a16="http://schemas.microsoft.com/office/drawing/2014/main" id="{EA4CF2BE-E04A-3440-9F86-1C793D5CF968}"/>
              </a:ext>
            </a:extLst>
          </p:cNvPr>
          <p:cNvSpPr>
            <a:spLocks noGrp="1"/>
          </p:cNvSpPr>
          <p:nvPr>
            <p:ph type="body" sz="quarter" idx="14" hasCustomPrompt="1"/>
          </p:nvPr>
        </p:nvSpPr>
        <p:spPr>
          <a:xfrm>
            <a:off x="12498388" y="9557027"/>
            <a:ext cx="6672263" cy="757238"/>
          </a:xfrm>
        </p:spPr>
        <p:txBody>
          <a:bodyPr>
            <a:normAutofit/>
          </a:bodyPr>
          <a:lstStyle>
            <a:lvl1pPr>
              <a:defRPr sz="2800" b="0" i="0">
                <a:latin typeface="Community" panose="02000303040000020003" pitchFamily="2" charset="0"/>
              </a:defRPr>
            </a:lvl1pPr>
          </a:lstStyle>
          <a:p>
            <a:pPr lvl="0"/>
            <a:r>
              <a:rPr lang="en-US"/>
              <a:t>Month DD, YYYY</a:t>
            </a:r>
          </a:p>
        </p:txBody>
      </p:sp>
      <p:pic>
        <p:nvPicPr>
          <p:cNvPr id="13" name="Logo">
            <a:extLst>
              <a:ext uri="{FF2B5EF4-FFF2-40B4-BE49-F238E27FC236}">
                <a16:creationId xmlns:a16="http://schemas.microsoft.com/office/drawing/2014/main" id="{4F9DB24D-DFA0-CA48-8E94-5189E3A2B90D}"/>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13836" y="11636274"/>
            <a:ext cx="2182620" cy="552276"/>
          </a:xfrm>
          <a:prstGeom prst="rect">
            <a:avLst/>
          </a:prstGeom>
        </p:spPr>
      </p:pic>
      <p:sp>
        <p:nvSpPr>
          <p:cNvPr id="11" name="Folded Corner 10">
            <a:extLst>
              <a:ext uri="{FF2B5EF4-FFF2-40B4-BE49-F238E27FC236}">
                <a16:creationId xmlns:a16="http://schemas.microsoft.com/office/drawing/2014/main" id="{48EDDB0C-EC6C-DC4B-8F2B-CA578103A2C4}"/>
              </a:ext>
              <a:ext uri="{C183D7F6-B498-43B3-948B-1728B52AA6E4}">
                <adec:decorative xmlns:adec="http://schemas.microsoft.com/office/drawing/2017/decorative" val="1"/>
              </a:ext>
            </a:extLst>
          </p:cNvPr>
          <p:cNvSpPr/>
          <p:nvPr/>
        </p:nvSpPr>
        <p:spPr>
          <a:xfrm>
            <a:off x="0" y="-2362201"/>
            <a:ext cx="8535987" cy="195352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Large circle cropped image bled off left, titles, dates on right</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Tips: </a:t>
            </a:r>
            <a:r>
              <a:rPr lang="en-US" sz="2400" b="0">
                <a:solidFill>
                  <a:schemeClr val="tx1"/>
                </a:solidFill>
                <a:latin typeface="Source Sans Pro" charset="0"/>
                <a:ea typeface="Source Sans Pro" charset="0"/>
                <a:cs typeface="Source Sans Pro" charset="0"/>
              </a:rPr>
              <a:t>Use when a big image adds to the title and info.</a:t>
            </a:r>
            <a:endParaRPr lang="en-US" sz="2400" b="1">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78935204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lue_large image title 1">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FBE7B47B-76A6-2F47-A086-BFF50F8E72C0}"/>
              </a:ext>
              <a:ext uri="{C183D7F6-B498-43B3-948B-1728B52AA6E4}">
                <adec:decorative xmlns:adec="http://schemas.microsoft.com/office/drawing/2017/decorative" val="1"/>
              </a:ext>
            </a:extLst>
          </p:cNvPr>
          <p:cNvSpPr>
            <a:spLocks noGrp="1"/>
          </p:cNvSpPr>
          <p:nvPr>
            <p:ph type="pic" sz="quarter" idx="11" hasCustomPrompt="1"/>
          </p:nvPr>
        </p:nvSpPr>
        <p:spPr>
          <a:xfrm>
            <a:off x="-5034678" y="-1524483"/>
            <a:ext cx="15083580" cy="17503518"/>
          </a:xfrm>
          <a:custGeom>
            <a:avLst/>
            <a:gdLst>
              <a:gd name="connsiteX0" fmla="*/ 3837210 w 9140953"/>
              <a:gd name="connsiteY0" fmla="*/ 0 h 10607484"/>
              <a:gd name="connsiteX1" fmla="*/ 9140953 w 9140953"/>
              <a:gd name="connsiteY1" fmla="*/ 5303742 h 10607484"/>
              <a:gd name="connsiteX2" fmla="*/ 3837210 w 9140953"/>
              <a:gd name="connsiteY2" fmla="*/ 10607484 h 10607484"/>
              <a:gd name="connsiteX3" fmla="*/ 86898 w 9140953"/>
              <a:gd name="connsiteY3" fmla="*/ 9054054 h 10607484"/>
              <a:gd name="connsiteX4" fmla="*/ 0 w 9140953"/>
              <a:gd name="connsiteY4" fmla="*/ 8962910 h 10607484"/>
              <a:gd name="connsiteX5" fmla="*/ 0 w 9140953"/>
              <a:gd name="connsiteY5" fmla="*/ 1644574 h 10607484"/>
              <a:gd name="connsiteX6" fmla="*/ 86898 w 9140953"/>
              <a:gd name="connsiteY6" fmla="*/ 1553430 h 10607484"/>
              <a:gd name="connsiteX7" fmla="*/ 3837210 w 9140953"/>
              <a:gd name="connsiteY7" fmla="*/ 0 h 1060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0953" h="10607484">
                <a:moveTo>
                  <a:pt x="3837210" y="0"/>
                </a:moveTo>
                <a:cubicBezTo>
                  <a:pt x="6766386" y="0"/>
                  <a:pt x="9140953" y="2374566"/>
                  <a:pt x="9140953" y="5303742"/>
                </a:cubicBezTo>
                <a:cubicBezTo>
                  <a:pt x="9140953" y="8232918"/>
                  <a:pt x="6766386" y="10607484"/>
                  <a:pt x="3837210" y="10607484"/>
                </a:cubicBezTo>
                <a:cubicBezTo>
                  <a:pt x="2372622" y="10607484"/>
                  <a:pt x="1046687" y="10013842"/>
                  <a:pt x="86898" y="9054054"/>
                </a:cubicBezTo>
                <a:lnTo>
                  <a:pt x="0" y="8962910"/>
                </a:lnTo>
                <a:lnTo>
                  <a:pt x="0" y="1644574"/>
                </a:lnTo>
                <a:lnTo>
                  <a:pt x="86898" y="1553430"/>
                </a:lnTo>
                <a:cubicBezTo>
                  <a:pt x="1046687" y="593642"/>
                  <a:pt x="2372622" y="0"/>
                  <a:pt x="3837210" y="0"/>
                </a:cubicBezTo>
                <a:close/>
              </a:path>
            </a:pathLst>
          </a:custGeom>
          <a:pattFill prst="wdUpDiag">
            <a:fgClr>
              <a:srgbClr val="FADFD9"/>
            </a:fgClr>
            <a:bgClr>
              <a:schemeClr val="bg1"/>
            </a:bgClr>
          </a:pattFill>
        </p:spPr>
        <p:txBody>
          <a:bodyPr wrap="square" lIns="8229600" anchor="ctr">
            <a:noAutofit/>
          </a:bodyPr>
          <a:lstStyle>
            <a:lvl1pPr marL="0" indent="0" algn="l">
              <a:buFontTx/>
              <a:buNone/>
              <a:defRPr sz="4400" b="0">
                <a:solidFill>
                  <a:schemeClr val="accent6"/>
                </a:solidFill>
              </a:defRPr>
            </a:lvl1pPr>
          </a:lstStyle>
          <a:p>
            <a:r>
              <a:rPr lang="en-US"/>
              <a:t>Drag and drop</a:t>
            </a:r>
          </a:p>
          <a:p>
            <a:r>
              <a:rPr lang="en-US"/>
              <a:t>image here</a:t>
            </a:r>
          </a:p>
        </p:txBody>
      </p:sp>
      <p:sp>
        <p:nvSpPr>
          <p:cNvPr id="9" name="Title 2">
            <a:extLst>
              <a:ext uri="{FF2B5EF4-FFF2-40B4-BE49-F238E27FC236}">
                <a16:creationId xmlns:a16="http://schemas.microsoft.com/office/drawing/2014/main" id="{7D16DC31-BAB2-F04F-AF40-943D4F5CBB93}"/>
              </a:ext>
            </a:extLst>
          </p:cNvPr>
          <p:cNvSpPr>
            <a:spLocks noGrp="1"/>
          </p:cNvSpPr>
          <p:nvPr>
            <p:ph type="title" hasCustomPrompt="1"/>
          </p:nvPr>
        </p:nvSpPr>
        <p:spPr>
          <a:xfrm>
            <a:off x="12498390" y="4158975"/>
            <a:ext cx="8762999" cy="2699026"/>
          </a:xfrm>
          <a:noFill/>
        </p:spPr>
        <p:txBody>
          <a:bodyPr vert="horz" lIns="0" tIns="45720" rIns="0" bIns="45720" rtlCol="0" anchor="b" anchorCtr="0">
            <a:noAutofit/>
          </a:bodyPr>
          <a:lstStyle>
            <a:lvl1pPr>
              <a:defRPr lang="en-US" sz="8798">
                <a:solidFill>
                  <a:schemeClr val="bg2"/>
                </a:solidFill>
                <a:ea typeface="+mn-ea"/>
                <a:cs typeface="+mn-cs"/>
              </a:defRPr>
            </a:lvl1pPr>
          </a:lstStyle>
          <a:p>
            <a:pPr marL="0" lvl="0" indent="0">
              <a:spcBef>
                <a:spcPts val="2000"/>
              </a:spcBef>
              <a:buFontTx/>
            </a:pPr>
            <a:r>
              <a:rPr lang="en-US"/>
              <a:t>Enter slide title here in two lines or less</a:t>
            </a:r>
          </a:p>
        </p:txBody>
      </p:sp>
      <p:sp>
        <p:nvSpPr>
          <p:cNvPr id="10" name="Text Placeholder 9">
            <a:extLst>
              <a:ext uri="{FF2B5EF4-FFF2-40B4-BE49-F238E27FC236}">
                <a16:creationId xmlns:a16="http://schemas.microsoft.com/office/drawing/2014/main" id="{64EC28A6-FC7D-434F-BBF9-CC4448DABBE6}"/>
              </a:ext>
            </a:extLst>
          </p:cNvPr>
          <p:cNvSpPr>
            <a:spLocks noGrp="1"/>
          </p:cNvSpPr>
          <p:nvPr>
            <p:ph type="body" sz="quarter" idx="13" hasCustomPrompt="1"/>
          </p:nvPr>
        </p:nvSpPr>
        <p:spPr>
          <a:xfrm>
            <a:off x="12498388" y="7515500"/>
            <a:ext cx="6672179" cy="1628500"/>
          </a:xfrm>
        </p:spPr>
        <p:txBody>
          <a:bodyPr>
            <a:noAutofit/>
          </a:bodyPr>
          <a:lstStyle>
            <a:lvl1pPr marL="0" indent="0">
              <a:lnSpc>
                <a:spcPts val="5278"/>
              </a:lnSpc>
              <a:buFontTx/>
              <a:buNone/>
              <a:defRPr sz="4400" b="0" baseline="0">
                <a:solidFill>
                  <a:schemeClr val="accent6"/>
                </a:solidFill>
              </a:defRPr>
            </a:lvl1pPr>
            <a:lvl2pPr marL="914218" indent="0">
              <a:buFontTx/>
              <a:buNone/>
              <a:defRPr sz="4400" baseline="0"/>
            </a:lvl2pPr>
            <a:lvl3pPr marL="1828434" indent="0">
              <a:buFontTx/>
              <a:buNone/>
              <a:defRPr sz="4400" baseline="0"/>
            </a:lvl3pPr>
            <a:lvl4pPr marL="2742652" indent="0">
              <a:buFontTx/>
              <a:buNone/>
              <a:defRPr sz="4400" baseline="0"/>
            </a:lvl4pPr>
            <a:lvl5pPr marL="3656868" indent="0">
              <a:buFontTx/>
              <a:buNone/>
              <a:defRPr sz="4400" baseline="0"/>
            </a:lvl5pPr>
          </a:lstStyle>
          <a:p>
            <a:pPr lvl="0"/>
            <a:r>
              <a:rPr lang="en-US"/>
              <a:t>Enter subtitle here</a:t>
            </a:r>
          </a:p>
        </p:txBody>
      </p:sp>
      <p:sp>
        <p:nvSpPr>
          <p:cNvPr id="12" name="Text Placeholder 2">
            <a:extLst>
              <a:ext uri="{FF2B5EF4-FFF2-40B4-BE49-F238E27FC236}">
                <a16:creationId xmlns:a16="http://schemas.microsoft.com/office/drawing/2014/main" id="{EA4CF2BE-E04A-3440-9F86-1C793D5CF968}"/>
              </a:ext>
            </a:extLst>
          </p:cNvPr>
          <p:cNvSpPr>
            <a:spLocks noGrp="1"/>
          </p:cNvSpPr>
          <p:nvPr>
            <p:ph type="body" sz="quarter" idx="14" hasCustomPrompt="1"/>
          </p:nvPr>
        </p:nvSpPr>
        <p:spPr>
          <a:xfrm>
            <a:off x="12498388" y="9557027"/>
            <a:ext cx="6672263" cy="757238"/>
          </a:xfrm>
        </p:spPr>
        <p:txBody>
          <a:bodyPr>
            <a:normAutofit/>
          </a:bodyPr>
          <a:lstStyle>
            <a:lvl1pPr>
              <a:defRPr sz="2800" b="0" i="0">
                <a:latin typeface="Community" panose="02000303040000020003" pitchFamily="2" charset="0"/>
              </a:defRPr>
            </a:lvl1pPr>
          </a:lstStyle>
          <a:p>
            <a:pPr lvl="0"/>
            <a:r>
              <a:rPr lang="en-US"/>
              <a:t>Month DD, YYYY</a:t>
            </a:r>
          </a:p>
        </p:txBody>
      </p:sp>
      <p:pic>
        <p:nvPicPr>
          <p:cNvPr id="13" name="Logo">
            <a:extLst>
              <a:ext uri="{FF2B5EF4-FFF2-40B4-BE49-F238E27FC236}">
                <a16:creationId xmlns:a16="http://schemas.microsoft.com/office/drawing/2014/main" id="{DB0CB8BE-B73F-4F41-BDEF-31F309A14023}"/>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13836" y="11636274"/>
            <a:ext cx="2182620" cy="552276"/>
          </a:xfrm>
          <a:prstGeom prst="rect">
            <a:avLst/>
          </a:prstGeom>
        </p:spPr>
      </p:pic>
      <p:sp>
        <p:nvSpPr>
          <p:cNvPr id="11" name="Folded Corner 10">
            <a:extLst>
              <a:ext uri="{FF2B5EF4-FFF2-40B4-BE49-F238E27FC236}">
                <a16:creationId xmlns:a16="http://schemas.microsoft.com/office/drawing/2014/main" id="{ADF0452C-9990-7740-926A-2F83975222AD}"/>
              </a:ext>
              <a:ext uri="{C183D7F6-B498-43B3-948B-1728B52AA6E4}">
                <adec:decorative xmlns:adec="http://schemas.microsoft.com/office/drawing/2017/decorative" val="1"/>
              </a:ext>
            </a:extLst>
          </p:cNvPr>
          <p:cNvSpPr/>
          <p:nvPr/>
        </p:nvSpPr>
        <p:spPr>
          <a:xfrm>
            <a:off x="0" y="-2362201"/>
            <a:ext cx="8535987" cy="195352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Large circle cropped image bled off left, titles, dates on right</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Tips: </a:t>
            </a:r>
            <a:r>
              <a:rPr lang="en-US" sz="2400" b="0">
                <a:solidFill>
                  <a:schemeClr val="tx1"/>
                </a:solidFill>
                <a:latin typeface="Source Sans Pro" charset="0"/>
                <a:ea typeface="Source Sans Pro" charset="0"/>
                <a:cs typeface="Source Sans Pro" charset="0"/>
              </a:rPr>
              <a:t>Use when a big image adds to the title and info.</a:t>
            </a:r>
            <a:endParaRPr lang="en-US" sz="2400" b="1">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414278825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darkamber_large image title 1">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FBE7B47B-76A6-2F47-A086-BFF50F8E72C0}"/>
              </a:ext>
              <a:ext uri="{C183D7F6-B498-43B3-948B-1728B52AA6E4}">
                <adec:decorative xmlns:adec="http://schemas.microsoft.com/office/drawing/2017/decorative" val="1"/>
              </a:ext>
            </a:extLst>
          </p:cNvPr>
          <p:cNvSpPr>
            <a:spLocks noGrp="1"/>
          </p:cNvSpPr>
          <p:nvPr>
            <p:ph type="pic" sz="quarter" idx="11" hasCustomPrompt="1"/>
          </p:nvPr>
        </p:nvSpPr>
        <p:spPr>
          <a:xfrm>
            <a:off x="-5034678" y="-1524483"/>
            <a:ext cx="15083580" cy="17503518"/>
          </a:xfrm>
          <a:custGeom>
            <a:avLst/>
            <a:gdLst>
              <a:gd name="connsiteX0" fmla="*/ 3837210 w 9140953"/>
              <a:gd name="connsiteY0" fmla="*/ 0 h 10607484"/>
              <a:gd name="connsiteX1" fmla="*/ 9140953 w 9140953"/>
              <a:gd name="connsiteY1" fmla="*/ 5303742 h 10607484"/>
              <a:gd name="connsiteX2" fmla="*/ 3837210 w 9140953"/>
              <a:gd name="connsiteY2" fmla="*/ 10607484 h 10607484"/>
              <a:gd name="connsiteX3" fmla="*/ 86898 w 9140953"/>
              <a:gd name="connsiteY3" fmla="*/ 9054054 h 10607484"/>
              <a:gd name="connsiteX4" fmla="*/ 0 w 9140953"/>
              <a:gd name="connsiteY4" fmla="*/ 8962910 h 10607484"/>
              <a:gd name="connsiteX5" fmla="*/ 0 w 9140953"/>
              <a:gd name="connsiteY5" fmla="*/ 1644574 h 10607484"/>
              <a:gd name="connsiteX6" fmla="*/ 86898 w 9140953"/>
              <a:gd name="connsiteY6" fmla="*/ 1553430 h 10607484"/>
              <a:gd name="connsiteX7" fmla="*/ 3837210 w 9140953"/>
              <a:gd name="connsiteY7" fmla="*/ 0 h 1060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0953" h="10607484">
                <a:moveTo>
                  <a:pt x="3837210" y="0"/>
                </a:moveTo>
                <a:cubicBezTo>
                  <a:pt x="6766386" y="0"/>
                  <a:pt x="9140953" y="2374566"/>
                  <a:pt x="9140953" y="5303742"/>
                </a:cubicBezTo>
                <a:cubicBezTo>
                  <a:pt x="9140953" y="8232918"/>
                  <a:pt x="6766386" y="10607484"/>
                  <a:pt x="3837210" y="10607484"/>
                </a:cubicBezTo>
                <a:cubicBezTo>
                  <a:pt x="2372622" y="10607484"/>
                  <a:pt x="1046687" y="10013842"/>
                  <a:pt x="86898" y="9054054"/>
                </a:cubicBezTo>
                <a:lnTo>
                  <a:pt x="0" y="8962910"/>
                </a:lnTo>
                <a:lnTo>
                  <a:pt x="0" y="1644574"/>
                </a:lnTo>
                <a:lnTo>
                  <a:pt x="86898" y="1553430"/>
                </a:lnTo>
                <a:cubicBezTo>
                  <a:pt x="1046687" y="593642"/>
                  <a:pt x="2372622" y="0"/>
                  <a:pt x="3837210" y="0"/>
                </a:cubicBezTo>
                <a:close/>
              </a:path>
            </a:pathLst>
          </a:custGeom>
          <a:pattFill prst="wdUpDiag">
            <a:fgClr>
              <a:srgbClr val="FADFD9"/>
            </a:fgClr>
            <a:bgClr>
              <a:schemeClr val="bg1"/>
            </a:bgClr>
          </a:pattFill>
        </p:spPr>
        <p:txBody>
          <a:bodyPr wrap="square" lIns="8229600" anchor="ctr">
            <a:noAutofit/>
          </a:bodyPr>
          <a:lstStyle>
            <a:lvl1pPr marL="0" indent="0" algn="l">
              <a:buFontTx/>
              <a:buNone/>
              <a:defRPr sz="4400" b="0">
                <a:solidFill>
                  <a:schemeClr val="accent6"/>
                </a:solidFill>
              </a:defRPr>
            </a:lvl1pPr>
          </a:lstStyle>
          <a:p>
            <a:r>
              <a:rPr lang="en-US"/>
              <a:t>Drag and drop</a:t>
            </a:r>
          </a:p>
          <a:p>
            <a:r>
              <a:rPr lang="en-US"/>
              <a:t>image here</a:t>
            </a:r>
          </a:p>
        </p:txBody>
      </p:sp>
      <p:sp>
        <p:nvSpPr>
          <p:cNvPr id="9" name="Title 2">
            <a:extLst>
              <a:ext uri="{FF2B5EF4-FFF2-40B4-BE49-F238E27FC236}">
                <a16:creationId xmlns:a16="http://schemas.microsoft.com/office/drawing/2014/main" id="{7D16DC31-BAB2-F04F-AF40-943D4F5CBB93}"/>
              </a:ext>
            </a:extLst>
          </p:cNvPr>
          <p:cNvSpPr>
            <a:spLocks noGrp="1"/>
          </p:cNvSpPr>
          <p:nvPr>
            <p:ph type="title" hasCustomPrompt="1"/>
          </p:nvPr>
        </p:nvSpPr>
        <p:spPr>
          <a:xfrm>
            <a:off x="12498390" y="4158975"/>
            <a:ext cx="8762999" cy="2699026"/>
          </a:xfrm>
          <a:noFill/>
        </p:spPr>
        <p:txBody>
          <a:bodyPr vert="horz" lIns="0" tIns="45720" rIns="0" bIns="45720" rtlCol="0" anchor="b" anchorCtr="0">
            <a:noAutofit/>
          </a:bodyPr>
          <a:lstStyle>
            <a:lvl1pPr>
              <a:defRPr lang="en-US" sz="8798">
                <a:solidFill>
                  <a:schemeClr val="accent2"/>
                </a:solidFill>
                <a:ea typeface="+mn-ea"/>
                <a:cs typeface="+mn-cs"/>
              </a:defRPr>
            </a:lvl1pPr>
          </a:lstStyle>
          <a:p>
            <a:pPr marL="0" lvl="0" indent="0">
              <a:spcBef>
                <a:spcPts val="2000"/>
              </a:spcBef>
              <a:buFontTx/>
            </a:pPr>
            <a:r>
              <a:rPr lang="en-US"/>
              <a:t>Enter slide title here in two lines or less</a:t>
            </a:r>
          </a:p>
        </p:txBody>
      </p:sp>
      <p:sp>
        <p:nvSpPr>
          <p:cNvPr id="10" name="Text Placeholder 9">
            <a:extLst>
              <a:ext uri="{FF2B5EF4-FFF2-40B4-BE49-F238E27FC236}">
                <a16:creationId xmlns:a16="http://schemas.microsoft.com/office/drawing/2014/main" id="{64EC28A6-FC7D-434F-BBF9-CC4448DABBE6}"/>
              </a:ext>
            </a:extLst>
          </p:cNvPr>
          <p:cNvSpPr>
            <a:spLocks noGrp="1"/>
          </p:cNvSpPr>
          <p:nvPr>
            <p:ph type="body" sz="quarter" idx="13" hasCustomPrompt="1"/>
          </p:nvPr>
        </p:nvSpPr>
        <p:spPr>
          <a:xfrm>
            <a:off x="12498388" y="7515500"/>
            <a:ext cx="6672179" cy="1628500"/>
          </a:xfrm>
        </p:spPr>
        <p:txBody>
          <a:bodyPr>
            <a:noAutofit/>
          </a:bodyPr>
          <a:lstStyle>
            <a:lvl1pPr marL="0" indent="0">
              <a:lnSpc>
                <a:spcPts val="5278"/>
              </a:lnSpc>
              <a:buFontTx/>
              <a:buNone/>
              <a:defRPr sz="4400" b="0" baseline="0">
                <a:solidFill>
                  <a:schemeClr val="accent6"/>
                </a:solidFill>
              </a:defRPr>
            </a:lvl1pPr>
            <a:lvl2pPr marL="914218" indent="0">
              <a:buFontTx/>
              <a:buNone/>
              <a:defRPr sz="4400" baseline="0"/>
            </a:lvl2pPr>
            <a:lvl3pPr marL="1828434" indent="0">
              <a:buFontTx/>
              <a:buNone/>
              <a:defRPr sz="4400" baseline="0"/>
            </a:lvl3pPr>
            <a:lvl4pPr marL="2742652" indent="0">
              <a:buFontTx/>
              <a:buNone/>
              <a:defRPr sz="4400" baseline="0"/>
            </a:lvl4pPr>
            <a:lvl5pPr marL="3656868" indent="0">
              <a:buFontTx/>
              <a:buNone/>
              <a:defRPr sz="4400" baseline="0"/>
            </a:lvl5pPr>
          </a:lstStyle>
          <a:p>
            <a:pPr lvl="0"/>
            <a:r>
              <a:rPr lang="en-US"/>
              <a:t>Enter subtitle here</a:t>
            </a:r>
          </a:p>
        </p:txBody>
      </p:sp>
      <p:sp>
        <p:nvSpPr>
          <p:cNvPr id="12" name="Text Placeholder 2">
            <a:extLst>
              <a:ext uri="{FF2B5EF4-FFF2-40B4-BE49-F238E27FC236}">
                <a16:creationId xmlns:a16="http://schemas.microsoft.com/office/drawing/2014/main" id="{EA4CF2BE-E04A-3440-9F86-1C793D5CF968}"/>
              </a:ext>
            </a:extLst>
          </p:cNvPr>
          <p:cNvSpPr>
            <a:spLocks noGrp="1"/>
          </p:cNvSpPr>
          <p:nvPr>
            <p:ph type="body" sz="quarter" idx="14" hasCustomPrompt="1"/>
          </p:nvPr>
        </p:nvSpPr>
        <p:spPr>
          <a:xfrm>
            <a:off x="12498388" y="9557027"/>
            <a:ext cx="6672263" cy="757238"/>
          </a:xfrm>
        </p:spPr>
        <p:txBody>
          <a:bodyPr>
            <a:normAutofit/>
          </a:bodyPr>
          <a:lstStyle>
            <a:lvl1pPr>
              <a:defRPr sz="2800" b="0" i="0">
                <a:latin typeface="Community" panose="02000303040000020003" pitchFamily="2" charset="0"/>
              </a:defRPr>
            </a:lvl1pPr>
          </a:lstStyle>
          <a:p>
            <a:pPr lvl="0"/>
            <a:r>
              <a:rPr lang="en-US"/>
              <a:t>Month DD, YYYY</a:t>
            </a:r>
          </a:p>
        </p:txBody>
      </p:sp>
      <p:pic>
        <p:nvPicPr>
          <p:cNvPr id="8" name="Logo">
            <a:extLst>
              <a:ext uri="{FF2B5EF4-FFF2-40B4-BE49-F238E27FC236}">
                <a16:creationId xmlns:a16="http://schemas.microsoft.com/office/drawing/2014/main" id="{49DA8345-1832-E74A-8BE1-A0B68E1D6684}"/>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13836" y="11636274"/>
            <a:ext cx="2182620" cy="552276"/>
          </a:xfrm>
          <a:prstGeom prst="rect">
            <a:avLst/>
          </a:prstGeom>
        </p:spPr>
      </p:pic>
      <p:sp>
        <p:nvSpPr>
          <p:cNvPr id="11" name="Folded Corner 10">
            <a:extLst>
              <a:ext uri="{FF2B5EF4-FFF2-40B4-BE49-F238E27FC236}">
                <a16:creationId xmlns:a16="http://schemas.microsoft.com/office/drawing/2014/main" id="{205EE70B-E4B8-F748-92EC-182E15299766}"/>
              </a:ext>
              <a:ext uri="{C183D7F6-B498-43B3-948B-1728B52AA6E4}">
                <adec:decorative xmlns:adec="http://schemas.microsoft.com/office/drawing/2017/decorative" val="1"/>
              </a:ext>
            </a:extLst>
          </p:cNvPr>
          <p:cNvSpPr/>
          <p:nvPr/>
        </p:nvSpPr>
        <p:spPr>
          <a:xfrm>
            <a:off x="0" y="-2362201"/>
            <a:ext cx="8535987" cy="195352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Large circle cropped image bled off left, titles, dates on right</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Tips: </a:t>
            </a:r>
            <a:r>
              <a:rPr lang="en-US" sz="2400" b="0">
                <a:solidFill>
                  <a:schemeClr val="tx1"/>
                </a:solidFill>
                <a:latin typeface="Source Sans Pro" charset="0"/>
                <a:ea typeface="Source Sans Pro" charset="0"/>
                <a:cs typeface="Source Sans Pro" charset="0"/>
              </a:rPr>
              <a:t>Use when a big image adds to the title and info.</a:t>
            </a:r>
            <a:endParaRPr lang="en-US" sz="2400" b="1">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43271003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green_statement 1">
    <p:bg>
      <p:bgPr>
        <a:solidFill>
          <a:srgbClr val="D7EBCE"/>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08350A0-E529-B240-BFE2-420F4A8735E5}"/>
              </a:ext>
              <a:ext uri="{C183D7F6-B498-43B3-948B-1728B52AA6E4}">
                <adec:decorative xmlns:adec="http://schemas.microsoft.com/office/drawing/2017/decorative" val="1"/>
              </a:ext>
            </a:extLst>
          </p:cNvPr>
          <p:cNvSpPr/>
          <p:nvPr/>
        </p:nvSpPr>
        <p:spPr>
          <a:xfrm>
            <a:off x="-2176724" y="2347666"/>
            <a:ext cx="9020668" cy="9020668"/>
          </a:xfrm>
          <a:prstGeom prst="ellipse">
            <a:avLst/>
          </a:prstGeom>
          <a:solidFill>
            <a:srgbClr val="FD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1403989" y="4226013"/>
            <a:ext cx="21381400" cy="5263978"/>
          </a:xfrm>
        </p:spPr>
        <p:txBody>
          <a:bodyPr anchor="ctr"/>
          <a:lstStyle>
            <a:lvl1pPr>
              <a:defRPr lang="en-US" sz="13798" kern="1200" baseline="0" dirty="0" smtClean="0">
                <a:solidFill>
                  <a:schemeClr val="accent1"/>
                </a:solidFill>
                <a:latin typeface="Community Light" panose="02000303040000020003" pitchFamily="2" charset="0"/>
                <a:ea typeface="+mn-ea"/>
                <a:cs typeface="+mn-cs"/>
              </a:defRPr>
            </a:lvl1pPr>
          </a:lstStyle>
          <a:p>
            <a:pPr lvl="0"/>
            <a:r>
              <a:rPr lang="en-US"/>
              <a:t>Enter a big idea or statement here of no more than 3 lines.</a:t>
            </a:r>
            <a:br>
              <a:rPr lang="en-US"/>
            </a:br>
            <a:r>
              <a:rPr lang="en-US"/>
              <a:t>Use two sentences if you need.</a:t>
            </a:r>
          </a:p>
        </p:txBody>
      </p:sp>
      <p:sp>
        <p:nvSpPr>
          <p:cNvPr id="10" name="Folded Corner 9">
            <a:extLst>
              <a:ext uri="{FF2B5EF4-FFF2-40B4-BE49-F238E27FC236}">
                <a16:creationId xmlns:a16="http://schemas.microsoft.com/office/drawing/2014/main" id="{7A1C2934-10D2-924D-AC09-E17B3A6D1BF1}"/>
              </a:ext>
              <a:ext uri="{C183D7F6-B498-43B3-948B-1728B52AA6E4}">
                <adec:decorative xmlns:adec="http://schemas.microsoft.com/office/drawing/2017/decorative" val="1"/>
              </a:ext>
            </a:extLst>
          </p:cNvPr>
          <p:cNvSpPr/>
          <p:nvPr/>
        </p:nvSpPr>
        <p:spPr>
          <a:xfrm>
            <a:off x="0" y="-2209800"/>
            <a:ext cx="10440987" cy="15240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three lines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330471288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amber_statement 1">
    <p:bg>
      <p:bgPr>
        <a:solidFill>
          <a:srgbClr val="FDE3BA"/>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08350A0-E529-B240-BFE2-420F4A8735E5}"/>
              </a:ext>
              <a:ext uri="{C183D7F6-B498-43B3-948B-1728B52AA6E4}">
                <adec:decorative xmlns:adec="http://schemas.microsoft.com/office/drawing/2017/decorative" val="1"/>
              </a:ext>
            </a:extLst>
          </p:cNvPr>
          <p:cNvSpPr/>
          <p:nvPr/>
        </p:nvSpPr>
        <p:spPr>
          <a:xfrm>
            <a:off x="-2176724" y="2347666"/>
            <a:ext cx="9020668" cy="9020668"/>
          </a:xfrm>
          <a:prstGeom prst="ellipse">
            <a:avLst/>
          </a:prstGeom>
          <a:solidFill>
            <a:srgbClr val="FD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1403989" y="4226013"/>
            <a:ext cx="21381400" cy="5263978"/>
          </a:xfrm>
        </p:spPr>
        <p:txBody>
          <a:bodyPr anchor="ctr"/>
          <a:lstStyle>
            <a:lvl1pPr>
              <a:defRPr lang="en-US" sz="13798" kern="1200" baseline="0" dirty="0" smtClean="0">
                <a:solidFill>
                  <a:schemeClr val="accent2"/>
                </a:solidFill>
                <a:latin typeface="Community Light" panose="02000303040000020003" pitchFamily="2" charset="0"/>
                <a:ea typeface="+mn-ea"/>
                <a:cs typeface="+mn-cs"/>
              </a:defRPr>
            </a:lvl1pPr>
          </a:lstStyle>
          <a:p>
            <a:pPr lvl="0"/>
            <a:r>
              <a:rPr lang="en-US"/>
              <a:t>Enter a big idea or statement here of no more than 3 lines.</a:t>
            </a:r>
            <a:br>
              <a:rPr lang="en-US"/>
            </a:br>
            <a:r>
              <a:rPr lang="en-US"/>
              <a:t>Use two sentences if you need.</a:t>
            </a:r>
          </a:p>
        </p:txBody>
      </p:sp>
      <p:sp>
        <p:nvSpPr>
          <p:cNvPr id="5" name="Folded Corner 4">
            <a:extLst>
              <a:ext uri="{FF2B5EF4-FFF2-40B4-BE49-F238E27FC236}">
                <a16:creationId xmlns:a16="http://schemas.microsoft.com/office/drawing/2014/main" id="{48EDF9BD-F010-874C-8461-8B5541FE894D}"/>
              </a:ext>
              <a:ext uri="{C183D7F6-B498-43B3-948B-1728B52AA6E4}">
                <adec:decorative xmlns:adec="http://schemas.microsoft.com/office/drawing/2017/decorative" val="1"/>
              </a:ext>
            </a:extLst>
          </p:cNvPr>
          <p:cNvSpPr/>
          <p:nvPr/>
        </p:nvSpPr>
        <p:spPr>
          <a:xfrm>
            <a:off x="0" y="-2209800"/>
            <a:ext cx="10440987" cy="15240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three lines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354597007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red_statement 1">
    <p:bg>
      <p:bgPr>
        <a:solidFill>
          <a:srgbClr val="FDE3BA"/>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08350A0-E529-B240-BFE2-420F4A8735E5}"/>
              </a:ext>
              <a:ext uri="{C183D7F6-B498-43B3-948B-1728B52AA6E4}">
                <adec:decorative xmlns:adec="http://schemas.microsoft.com/office/drawing/2017/decorative" val="1"/>
              </a:ext>
            </a:extLst>
          </p:cNvPr>
          <p:cNvSpPr/>
          <p:nvPr/>
        </p:nvSpPr>
        <p:spPr>
          <a:xfrm>
            <a:off x="-2176724" y="2347666"/>
            <a:ext cx="9020668" cy="9020668"/>
          </a:xfrm>
          <a:prstGeom prst="ellipse">
            <a:avLst/>
          </a:prstGeom>
          <a:solidFill>
            <a:srgbClr val="FD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1403989" y="4226013"/>
            <a:ext cx="21381400" cy="5263978"/>
          </a:xfrm>
        </p:spPr>
        <p:txBody>
          <a:bodyPr anchor="ctr"/>
          <a:lstStyle>
            <a:lvl1pPr>
              <a:defRPr lang="en-US" sz="13798" kern="1200" baseline="0" dirty="0" smtClean="0">
                <a:solidFill>
                  <a:schemeClr val="tx2"/>
                </a:solidFill>
                <a:latin typeface="Community Light" panose="02000303040000020003" pitchFamily="2" charset="0"/>
                <a:ea typeface="+mn-ea"/>
                <a:cs typeface="+mn-cs"/>
              </a:defRPr>
            </a:lvl1pPr>
          </a:lstStyle>
          <a:p>
            <a:pPr lvl="0"/>
            <a:r>
              <a:rPr lang="en-US"/>
              <a:t>Enter a big idea or statement here of no more than 3 lines.</a:t>
            </a:r>
            <a:br>
              <a:rPr lang="en-US"/>
            </a:br>
            <a:r>
              <a:rPr lang="en-US"/>
              <a:t>Use two sentences if you need.</a:t>
            </a:r>
          </a:p>
        </p:txBody>
      </p:sp>
      <p:sp>
        <p:nvSpPr>
          <p:cNvPr id="5" name="Folded Corner 4">
            <a:extLst>
              <a:ext uri="{FF2B5EF4-FFF2-40B4-BE49-F238E27FC236}">
                <a16:creationId xmlns:a16="http://schemas.microsoft.com/office/drawing/2014/main" id="{1DF3D204-2616-534F-979D-48ED4865372B}"/>
              </a:ext>
              <a:ext uri="{C183D7F6-B498-43B3-948B-1728B52AA6E4}">
                <adec:decorative xmlns:adec="http://schemas.microsoft.com/office/drawing/2017/decorative" val="1"/>
              </a:ext>
            </a:extLst>
          </p:cNvPr>
          <p:cNvSpPr/>
          <p:nvPr/>
        </p:nvSpPr>
        <p:spPr>
          <a:xfrm>
            <a:off x="0" y="-2209800"/>
            <a:ext cx="10440987" cy="15240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three lines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410680070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lue_statement 1">
    <p:bg>
      <p:bgPr>
        <a:solidFill>
          <a:srgbClr val="DCE6F1"/>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08350A0-E529-B240-BFE2-420F4A8735E5}"/>
              </a:ext>
              <a:ext uri="{C183D7F6-B498-43B3-948B-1728B52AA6E4}">
                <adec:decorative xmlns:adec="http://schemas.microsoft.com/office/drawing/2017/decorative" val="1"/>
              </a:ext>
            </a:extLst>
          </p:cNvPr>
          <p:cNvSpPr/>
          <p:nvPr/>
        </p:nvSpPr>
        <p:spPr>
          <a:xfrm>
            <a:off x="-2176724" y="2347666"/>
            <a:ext cx="9020668" cy="9020668"/>
          </a:xfrm>
          <a:prstGeom prst="ellipse">
            <a:avLst/>
          </a:prstGeom>
          <a:solidFill>
            <a:srgbClr val="FD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1403989" y="4226013"/>
            <a:ext cx="21381400" cy="5263978"/>
          </a:xfrm>
        </p:spPr>
        <p:txBody>
          <a:bodyPr anchor="ctr"/>
          <a:lstStyle>
            <a:lvl1pPr>
              <a:defRPr lang="en-US" sz="13798" kern="1200" baseline="0" dirty="0" smtClean="0">
                <a:solidFill>
                  <a:schemeClr val="bg2"/>
                </a:solidFill>
                <a:latin typeface="Community Light" panose="02000303040000020003" pitchFamily="2" charset="0"/>
                <a:ea typeface="+mn-ea"/>
                <a:cs typeface="+mn-cs"/>
              </a:defRPr>
            </a:lvl1pPr>
          </a:lstStyle>
          <a:p>
            <a:pPr lvl="0"/>
            <a:r>
              <a:rPr lang="en-US"/>
              <a:t>Enter a big idea or statement here of no more than 3 lines.</a:t>
            </a:r>
            <a:br>
              <a:rPr lang="en-US"/>
            </a:br>
            <a:r>
              <a:rPr lang="en-US"/>
              <a:t>Use two sentences if you need.</a:t>
            </a:r>
          </a:p>
        </p:txBody>
      </p:sp>
      <p:sp>
        <p:nvSpPr>
          <p:cNvPr id="5" name="Folded Corner 4">
            <a:extLst>
              <a:ext uri="{FF2B5EF4-FFF2-40B4-BE49-F238E27FC236}">
                <a16:creationId xmlns:a16="http://schemas.microsoft.com/office/drawing/2014/main" id="{B95A9C9D-D217-C74E-9CB0-11B5D4F11E9E}"/>
              </a:ext>
              <a:ext uri="{C183D7F6-B498-43B3-948B-1728B52AA6E4}">
                <adec:decorative xmlns:adec="http://schemas.microsoft.com/office/drawing/2017/decorative" val="1"/>
              </a:ext>
            </a:extLst>
          </p:cNvPr>
          <p:cNvSpPr/>
          <p:nvPr/>
        </p:nvSpPr>
        <p:spPr>
          <a:xfrm>
            <a:off x="0" y="-2209800"/>
            <a:ext cx="10440987" cy="15240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three lines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276846760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darkamber_statement 1">
    <p:bg>
      <p:bgPr>
        <a:solidFill>
          <a:srgbClr val="FDE3BA"/>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08350A0-E529-B240-BFE2-420F4A8735E5}"/>
              </a:ext>
              <a:ext uri="{C183D7F6-B498-43B3-948B-1728B52AA6E4}">
                <adec:decorative xmlns:adec="http://schemas.microsoft.com/office/drawing/2017/decorative" val="1"/>
              </a:ext>
            </a:extLst>
          </p:cNvPr>
          <p:cNvSpPr/>
          <p:nvPr/>
        </p:nvSpPr>
        <p:spPr>
          <a:xfrm>
            <a:off x="-2176724" y="2347666"/>
            <a:ext cx="9020668" cy="9020668"/>
          </a:xfrm>
          <a:prstGeom prst="ellipse">
            <a:avLst/>
          </a:prstGeom>
          <a:solidFill>
            <a:srgbClr val="FD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1403989" y="4226013"/>
            <a:ext cx="21381400" cy="5263978"/>
          </a:xfrm>
        </p:spPr>
        <p:txBody>
          <a:bodyPr anchor="ctr"/>
          <a:lstStyle>
            <a:lvl1pPr>
              <a:defRPr lang="en-US" sz="13798" kern="1200" baseline="0" dirty="0" smtClean="0">
                <a:solidFill>
                  <a:schemeClr val="accent2"/>
                </a:solidFill>
                <a:latin typeface="Community Light" panose="02000303040000020003" pitchFamily="2" charset="0"/>
                <a:ea typeface="+mn-ea"/>
                <a:cs typeface="+mn-cs"/>
              </a:defRPr>
            </a:lvl1pPr>
          </a:lstStyle>
          <a:p>
            <a:pPr lvl="0"/>
            <a:r>
              <a:rPr lang="en-US"/>
              <a:t>Enter a big idea or statement here of no more than 3 lines.</a:t>
            </a:r>
            <a:br>
              <a:rPr lang="en-US"/>
            </a:br>
            <a:r>
              <a:rPr lang="en-US"/>
              <a:t>Use two sentences if you need.</a:t>
            </a:r>
          </a:p>
        </p:txBody>
      </p:sp>
      <p:sp>
        <p:nvSpPr>
          <p:cNvPr id="5" name="Folded Corner 4">
            <a:extLst>
              <a:ext uri="{FF2B5EF4-FFF2-40B4-BE49-F238E27FC236}">
                <a16:creationId xmlns:a16="http://schemas.microsoft.com/office/drawing/2014/main" id="{215F86F2-3DDC-A345-B51F-399B118855CD}"/>
              </a:ext>
              <a:ext uri="{C183D7F6-B498-43B3-948B-1728B52AA6E4}">
                <adec:decorative xmlns:adec="http://schemas.microsoft.com/office/drawing/2017/decorative" val="1"/>
              </a:ext>
            </a:extLst>
          </p:cNvPr>
          <p:cNvSpPr/>
          <p:nvPr/>
        </p:nvSpPr>
        <p:spPr>
          <a:xfrm>
            <a:off x="0" y="-2209800"/>
            <a:ext cx="10440987" cy="15240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three lines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412922306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description side by side">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12EB8926-353D-D246-AC3C-1B6DB185A280}"/>
              </a:ext>
              <a:ext uri="{C183D7F6-B498-43B3-948B-1728B52AA6E4}">
                <adec:decorative xmlns:adec="http://schemas.microsoft.com/office/drawing/2017/decorative" val="1"/>
              </a:ext>
            </a:extLst>
          </p:cNvPr>
          <p:cNvSpPr/>
          <p:nvPr/>
        </p:nvSpPr>
        <p:spPr>
          <a:xfrm>
            <a:off x="-2089932" y="3261864"/>
            <a:ext cx="7192272" cy="7192272"/>
          </a:xfrm>
          <a:prstGeom prst="ellipse">
            <a:avLst/>
          </a:pr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27E48731-845E-3741-BBDC-C99A2D5F8396}"/>
              </a:ext>
            </a:extLst>
          </p:cNvPr>
          <p:cNvSpPr>
            <a:spLocks noGrp="1"/>
          </p:cNvSpPr>
          <p:nvPr>
            <p:ph type="title" hasCustomPrompt="1"/>
          </p:nvPr>
        </p:nvSpPr>
        <p:spPr>
          <a:xfrm>
            <a:off x="2206992" y="4772152"/>
            <a:ext cx="8994409" cy="4076504"/>
          </a:xfrm>
        </p:spPr>
        <p:txBody>
          <a:bodyPr/>
          <a:lstStyle>
            <a:lvl1pPr>
              <a:defRPr lang="en-US" sz="9598" kern="1200" baseline="0" smtClean="0">
                <a:solidFill>
                  <a:schemeClr val="accent2"/>
                </a:solidFill>
                <a:latin typeface="Community Light" panose="02000303040000020003" pitchFamily="2" charset="0"/>
                <a:ea typeface="+mn-ea"/>
                <a:cs typeface="+mn-cs"/>
              </a:defRPr>
            </a:lvl1pPr>
          </a:lstStyle>
          <a:p>
            <a:pPr lvl="0"/>
            <a:r>
              <a:rPr lang="en-US"/>
              <a:t>Enter slide title</a:t>
            </a:r>
            <a:br>
              <a:rPr lang="en-US"/>
            </a:br>
            <a:r>
              <a:rPr lang="en-US"/>
              <a:t>here in less than three lines</a:t>
            </a:r>
          </a:p>
        </p:txBody>
      </p:sp>
      <p:sp>
        <p:nvSpPr>
          <p:cNvPr id="3" name="Text Placeholder 2">
            <a:extLst>
              <a:ext uri="{FF2B5EF4-FFF2-40B4-BE49-F238E27FC236}">
                <a16:creationId xmlns:a16="http://schemas.microsoft.com/office/drawing/2014/main" id="{5BBEBA8B-8A89-9A49-B5AB-8F3EAA3BBA7B}"/>
              </a:ext>
            </a:extLst>
          </p:cNvPr>
          <p:cNvSpPr>
            <a:spLocks noGrp="1"/>
          </p:cNvSpPr>
          <p:nvPr>
            <p:ph type="body" sz="quarter" idx="11" hasCustomPrompt="1"/>
          </p:nvPr>
        </p:nvSpPr>
        <p:spPr>
          <a:xfrm>
            <a:off x="13412787" y="4772152"/>
            <a:ext cx="9372602" cy="4105740"/>
          </a:xfrm>
        </p:spPr>
        <p:txBody>
          <a:bodyPr>
            <a:normAutofit/>
          </a:bodyPr>
          <a:lstStyle>
            <a:lvl1pPr>
              <a:lnSpc>
                <a:spcPts val="6428"/>
              </a:lnSpc>
              <a:spcBef>
                <a:spcPts val="1000"/>
              </a:spcBef>
              <a:defRPr sz="4800"/>
            </a:lvl1pPr>
          </a:lstStyle>
          <a:p>
            <a:pPr lvl="0"/>
            <a:r>
              <a:rPr lang="en-US"/>
              <a:t>Lorem ipsum dolor sit </a:t>
            </a:r>
            <a:r>
              <a:rPr lang="en-US" err="1"/>
              <a:t>amet</a:t>
            </a:r>
            <a:r>
              <a:rPr lang="en-US"/>
              <a:t> </a:t>
            </a:r>
            <a:r>
              <a:rPr lang="en-US" err="1"/>
              <a:t>fuga</a:t>
            </a:r>
            <a:r>
              <a:rPr lang="en-US"/>
              <a:t> sed </a:t>
            </a:r>
            <a:r>
              <a:rPr lang="en-US" err="1"/>
              <a:t>amet</a:t>
            </a:r>
            <a:r>
              <a:rPr lang="en-US"/>
              <a:t> </a:t>
            </a:r>
            <a:r>
              <a:rPr lang="en-US" err="1"/>
              <a:t>possimus</a:t>
            </a:r>
            <a:r>
              <a:rPr lang="en-US"/>
              <a:t> </a:t>
            </a:r>
            <a:r>
              <a:rPr lang="en-US" err="1"/>
              <a:t>fuga</a:t>
            </a:r>
            <a:r>
              <a:rPr lang="en-US"/>
              <a:t>. non </a:t>
            </a:r>
            <a:r>
              <a:rPr lang="en-US" err="1"/>
              <a:t>sibi</a:t>
            </a:r>
            <a:r>
              <a:rPr lang="en-US"/>
              <a:t> </a:t>
            </a:r>
            <a:r>
              <a:rPr lang="en-US" err="1"/>
              <a:t>aut</a:t>
            </a:r>
            <a:r>
              <a:rPr lang="en-US"/>
              <a:t> id </a:t>
            </a:r>
            <a:r>
              <a:rPr lang="en-US" err="1"/>
              <a:t>unum</a:t>
            </a:r>
            <a:r>
              <a:rPr lang="en-US"/>
              <a:t>. </a:t>
            </a:r>
            <a:r>
              <a:rPr lang="en-US" err="1"/>
              <a:t>quibusdam</a:t>
            </a:r>
            <a:r>
              <a:rPr lang="en-US"/>
              <a:t> </a:t>
            </a:r>
            <a:r>
              <a:rPr lang="en-US" err="1"/>
              <a:t>officii</a:t>
            </a:r>
            <a:r>
              <a:rPr lang="en-US"/>
              <a:t> </a:t>
            </a:r>
            <a:r>
              <a:rPr lang="en-US" err="1"/>
              <a:t>voluptatem</a:t>
            </a:r>
            <a:r>
              <a:rPr lang="en-US"/>
              <a:t>, </a:t>
            </a:r>
            <a:r>
              <a:rPr lang="en-US" err="1"/>
              <a:t>voluptate</a:t>
            </a:r>
            <a:r>
              <a:rPr lang="en-US"/>
              <a:t> </a:t>
            </a:r>
            <a:r>
              <a:rPr lang="en-US" err="1"/>
              <a:t>quis</a:t>
            </a:r>
            <a:r>
              <a:rPr lang="en-US"/>
              <a:t>. </a:t>
            </a:r>
            <a:r>
              <a:rPr lang="en-US" err="1"/>
              <a:t>tempor</a:t>
            </a:r>
            <a:r>
              <a:rPr lang="en-US"/>
              <a:t> in </a:t>
            </a:r>
            <a:r>
              <a:rPr lang="en-US" err="1"/>
              <a:t>ita</a:t>
            </a:r>
            <a:r>
              <a:rPr lang="en-US"/>
              <a:t> error cum. animi libero et </a:t>
            </a:r>
            <a:r>
              <a:rPr lang="en-US" err="1"/>
              <a:t>laboris</a:t>
            </a:r>
            <a:r>
              <a:rPr lang="en-US"/>
              <a:t>. </a:t>
            </a:r>
          </a:p>
        </p:txBody>
      </p:sp>
      <p:sp>
        <p:nvSpPr>
          <p:cNvPr id="9" name="Folded Corner 8">
            <a:extLst>
              <a:ext uri="{FF2B5EF4-FFF2-40B4-BE49-F238E27FC236}">
                <a16:creationId xmlns:a16="http://schemas.microsoft.com/office/drawing/2014/main" id="{4A89671D-80C8-DF48-AD12-2066FE1E9434}"/>
              </a:ext>
              <a:ext uri="{C183D7F6-B498-43B3-948B-1728B52AA6E4}">
                <adec:decorative xmlns:adec="http://schemas.microsoft.com/office/drawing/2017/decorative" val="1"/>
              </a:ext>
            </a:extLst>
          </p:cNvPr>
          <p:cNvSpPr/>
          <p:nvPr/>
        </p:nvSpPr>
        <p:spPr>
          <a:xfrm>
            <a:off x="0" y="-1447800"/>
            <a:ext cx="9983788" cy="10391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Key message on the left, descriptor text on the right.</a:t>
            </a: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71608672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agenda 1 topic">
    <p:bg>
      <p:bgPr>
        <a:solidFill>
          <a:schemeClr val="bg1"/>
        </a:solidFill>
        <a:effectLst/>
      </p:bgPr>
    </p:bg>
    <p:spTree>
      <p:nvGrpSpPr>
        <p:cNvPr id="1" name=""/>
        <p:cNvGrpSpPr/>
        <p:nvPr/>
      </p:nvGrpSpPr>
      <p:grpSpPr>
        <a:xfrm>
          <a:off x="0" y="0"/>
          <a:ext cx="0" cy="0"/>
          <a:chOff x="0" y="0"/>
          <a:chExt cx="0" cy="0"/>
        </a:xfrm>
      </p:grpSpPr>
      <p:sp>
        <p:nvSpPr>
          <p:cNvPr id="19" name="Oval 18">
            <a:extLst>
              <a:ext uri="{FF2B5EF4-FFF2-40B4-BE49-F238E27FC236}">
                <a16:creationId xmlns:a16="http://schemas.microsoft.com/office/drawing/2014/main" id="{C6963C7B-3B01-5840-9D51-B53FD67946D1}"/>
              </a:ext>
              <a:ext uri="{C183D7F6-B498-43B3-948B-1728B52AA6E4}">
                <adec:decorative xmlns:adec="http://schemas.microsoft.com/office/drawing/2017/decorative" val="1"/>
              </a:ext>
            </a:extLst>
          </p:cNvPr>
          <p:cNvSpPr/>
          <p:nvPr/>
        </p:nvSpPr>
        <p:spPr>
          <a:xfrm>
            <a:off x="-2622293" y="2929990"/>
            <a:ext cx="7856025" cy="7856020"/>
          </a:xfrm>
          <a:prstGeom prst="ellipse">
            <a:avLst/>
          </a:pr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9E6C3817-C276-5548-87CF-6862C56DE459}"/>
              </a:ext>
            </a:extLst>
          </p:cNvPr>
          <p:cNvSpPr>
            <a:spLocks noGrp="1"/>
          </p:cNvSpPr>
          <p:nvPr>
            <p:ph type="title" hasCustomPrompt="1"/>
          </p:nvPr>
        </p:nvSpPr>
        <p:spPr>
          <a:xfrm>
            <a:off x="1525589" y="5448300"/>
            <a:ext cx="6667500" cy="2819400"/>
          </a:xfrm>
        </p:spPr>
        <p:txBody>
          <a:bodyPr anchor="ctr" anchorCtr="0"/>
          <a:lstStyle>
            <a:lvl1pPr>
              <a:defRPr lang="en-US" sz="13798" b="0" kern="1200">
                <a:solidFill>
                  <a:schemeClr val="accent2"/>
                </a:solidFill>
                <a:latin typeface="Community Light" panose="02000303040000020003" pitchFamily="2" charset="0"/>
                <a:ea typeface="+mn-ea"/>
                <a:cs typeface="+mn-cs"/>
              </a:defRPr>
            </a:lvl1pPr>
          </a:lstStyle>
          <a:p>
            <a:r>
              <a:rPr lang="en-US"/>
              <a:t>Title here</a:t>
            </a:r>
          </a:p>
        </p:txBody>
      </p:sp>
      <p:sp>
        <p:nvSpPr>
          <p:cNvPr id="16" name="Text Placeholder 3">
            <a:extLst>
              <a:ext uri="{FF2B5EF4-FFF2-40B4-BE49-F238E27FC236}">
                <a16:creationId xmlns:a16="http://schemas.microsoft.com/office/drawing/2014/main" id="{71839629-19EE-624B-8DE0-818EF0F49095}"/>
              </a:ext>
            </a:extLst>
          </p:cNvPr>
          <p:cNvSpPr>
            <a:spLocks noGrp="1"/>
          </p:cNvSpPr>
          <p:nvPr>
            <p:ph type="body" sz="quarter" idx="15" hasCustomPrompt="1"/>
          </p:nvPr>
        </p:nvSpPr>
        <p:spPr>
          <a:xfrm>
            <a:off x="11785946" y="5943601"/>
            <a:ext cx="1345429"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7" name="Text Placeholder 11">
            <a:extLst>
              <a:ext uri="{FF2B5EF4-FFF2-40B4-BE49-F238E27FC236}">
                <a16:creationId xmlns:a16="http://schemas.microsoft.com/office/drawing/2014/main" id="{0438983B-1C77-A640-8425-6F64FA2EA6B8}"/>
              </a:ext>
            </a:extLst>
          </p:cNvPr>
          <p:cNvSpPr>
            <a:spLocks noGrp="1"/>
          </p:cNvSpPr>
          <p:nvPr>
            <p:ph type="body" sz="quarter" idx="10" hasCustomPrompt="1"/>
          </p:nvPr>
        </p:nvSpPr>
        <p:spPr>
          <a:xfrm>
            <a:off x="13156118" y="6086137"/>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11" name="Folded Corner 10">
            <a:extLst>
              <a:ext uri="{FF2B5EF4-FFF2-40B4-BE49-F238E27FC236}">
                <a16:creationId xmlns:a16="http://schemas.microsoft.com/office/drawing/2014/main" id="{66F1EFDA-5E9E-AA42-A3B7-322CBABA7343}"/>
              </a:ext>
              <a:ext uri="{C183D7F6-B498-43B3-948B-1728B52AA6E4}">
                <adec:decorative xmlns:adec="http://schemas.microsoft.com/office/drawing/2017/decorative" val="1"/>
              </a:ext>
            </a:extLst>
          </p:cNvPr>
          <p:cNvSpPr/>
          <p:nvPr/>
        </p:nvSpPr>
        <p:spPr>
          <a:xfrm>
            <a:off x="1" y="-1447800"/>
            <a:ext cx="9907588" cy="10391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Key title on the left with 1 topic, vertically on right.</a:t>
            </a: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89728045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agenda 2 topics">
    <p:bg>
      <p:bgPr>
        <a:solidFill>
          <a:schemeClr val="bg1"/>
        </a:solidFill>
        <a:effectLst/>
      </p:bgPr>
    </p:bg>
    <p:spTree>
      <p:nvGrpSpPr>
        <p:cNvPr id="1" name=""/>
        <p:cNvGrpSpPr/>
        <p:nvPr/>
      </p:nvGrpSpPr>
      <p:grpSpPr>
        <a:xfrm>
          <a:off x="0" y="0"/>
          <a:ext cx="0" cy="0"/>
          <a:chOff x="0" y="0"/>
          <a:chExt cx="0" cy="0"/>
        </a:xfrm>
      </p:grpSpPr>
      <p:sp>
        <p:nvSpPr>
          <p:cNvPr id="19" name="Oval 18">
            <a:extLst>
              <a:ext uri="{FF2B5EF4-FFF2-40B4-BE49-F238E27FC236}">
                <a16:creationId xmlns:a16="http://schemas.microsoft.com/office/drawing/2014/main" id="{C6963C7B-3B01-5840-9D51-B53FD67946D1}"/>
              </a:ext>
              <a:ext uri="{C183D7F6-B498-43B3-948B-1728B52AA6E4}">
                <adec:decorative xmlns:adec="http://schemas.microsoft.com/office/drawing/2017/decorative" val="1"/>
              </a:ext>
            </a:extLst>
          </p:cNvPr>
          <p:cNvSpPr/>
          <p:nvPr/>
        </p:nvSpPr>
        <p:spPr>
          <a:xfrm>
            <a:off x="-2622293" y="2929990"/>
            <a:ext cx="7856025" cy="7856020"/>
          </a:xfrm>
          <a:prstGeom prst="ellipse">
            <a:avLst/>
          </a:pr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9E6C3817-C276-5548-87CF-6862C56DE459}"/>
              </a:ext>
            </a:extLst>
          </p:cNvPr>
          <p:cNvSpPr>
            <a:spLocks noGrp="1"/>
          </p:cNvSpPr>
          <p:nvPr>
            <p:ph type="title" hasCustomPrompt="1"/>
          </p:nvPr>
        </p:nvSpPr>
        <p:spPr>
          <a:xfrm>
            <a:off x="1525589" y="5448300"/>
            <a:ext cx="6667500" cy="2819400"/>
          </a:xfrm>
        </p:spPr>
        <p:txBody>
          <a:bodyPr anchor="ctr" anchorCtr="0"/>
          <a:lstStyle>
            <a:lvl1pPr>
              <a:defRPr lang="en-US" sz="13798" b="0" kern="1200">
                <a:solidFill>
                  <a:schemeClr val="accent2"/>
                </a:solidFill>
                <a:latin typeface="Community Light" panose="02000303040000020003" pitchFamily="2" charset="0"/>
                <a:ea typeface="+mn-ea"/>
                <a:cs typeface="+mn-cs"/>
              </a:defRPr>
            </a:lvl1pPr>
          </a:lstStyle>
          <a:p>
            <a:r>
              <a:rPr lang="en-US"/>
              <a:t>Title here</a:t>
            </a:r>
          </a:p>
        </p:txBody>
      </p:sp>
      <p:sp>
        <p:nvSpPr>
          <p:cNvPr id="15" name="Text Placeholder 3">
            <a:extLst>
              <a:ext uri="{FF2B5EF4-FFF2-40B4-BE49-F238E27FC236}">
                <a16:creationId xmlns:a16="http://schemas.microsoft.com/office/drawing/2014/main" id="{DB95FE52-FB37-5449-91BF-2F7A3CD8783A}"/>
              </a:ext>
            </a:extLst>
          </p:cNvPr>
          <p:cNvSpPr>
            <a:spLocks noGrp="1"/>
          </p:cNvSpPr>
          <p:nvPr>
            <p:ph type="body" sz="quarter" idx="15" hasCustomPrompt="1"/>
          </p:nvPr>
        </p:nvSpPr>
        <p:spPr>
          <a:xfrm>
            <a:off x="11911092" y="4613005"/>
            <a:ext cx="1345429"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6" name="Text Placeholder 11">
            <a:extLst>
              <a:ext uri="{FF2B5EF4-FFF2-40B4-BE49-F238E27FC236}">
                <a16:creationId xmlns:a16="http://schemas.microsoft.com/office/drawing/2014/main" id="{A67BABD0-51E9-794E-8768-245AD6607039}"/>
              </a:ext>
            </a:extLst>
          </p:cNvPr>
          <p:cNvSpPr>
            <a:spLocks noGrp="1"/>
          </p:cNvSpPr>
          <p:nvPr>
            <p:ph type="body" sz="quarter" idx="16" hasCustomPrompt="1"/>
          </p:nvPr>
        </p:nvSpPr>
        <p:spPr>
          <a:xfrm>
            <a:off x="13281264" y="4755539"/>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17" name="Text Placeholder 3">
            <a:extLst>
              <a:ext uri="{FF2B5EF4-FFF2-40B4-BE49-F238E27FC236}">
                <a16:creationId xmlns:a16="http://schemas.microsoft.com/office/drawing/2014/main" id="{870E388A-AE22-D34D-B4B0-2A438A4FEA47}"/>
              </a:ext>
            </a:extLst>
          </p:cNvPr>
          <p:cNvSpPr>
            <a:spLocks noGrp="1"/>
          </p:cNvSpPr>
          <p:nvPr>
            <p:ph type="body" sz="quarter" idx="17" hasCustomPrompt="1"/>
          </p:nvPr>
        </p:nvSpPr>
        <p:spPr>
          <a:xfrm>
            <a:off x="11911092" y="7556167"/>
            <a:ext cx="1355290"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8" name="Text Placeholder 11">
            <a:extLst>
              <a:ext uri="{FF2B5EF4-FFF2-40B4-BE49-F238E27FC236}">
                <a16:creationId xmlns:a16="http://schemas.microsoft.com/office/drawing/2014/main" id="{1D39D97A-5ED8-9945-A7FA-8B400CA82E3E}"/>
              </a:ext>
            </a:extLst>
          </p:cNvPr>
          <p:cNvSpPr>
            <a:spLocks noGrp="1"/>
          </p:cNvSpPr>
          <p:nvPr>
            <p:ph type="body" sz="quarter" idx="18" hasCustomPrompt="1"/>
          </p:nvPr>
        </p:nvSpPr>
        <p:spPr>
          <a:xfrm>
            <a:off x="13281264" y="7670995"/>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11" name="Folded Corner 10">
            <a:extLst>
              <a:ext uri="{FF2B5EF4-FFF2-40B4-BE49-F238E27FC236}">
                <a16:creationId xmlns:a16="http://schemas.microsoft.com/office/drawing/2014/main" id="{66F1EFDA-5E9E-AA42-A3B7-322CBABA7343}"/>
              </a:ext>
              <a:ext uri="{C183D7F6-B498-43B3-948B-1728B52AA6E4}">
                <adec:decorative xmlns:adec="http://schemas.microsoft.com/office/drawing/2017/decorative" val="1"/>
              </a:ext>
            </a:extLst>
          </p:cNvPr>
          <p:cNvSpPr/>
          <p:nvPr/>
        </p:nvSpPr>
        <p:spPr>
          <a:xfrm>
            <a:off x="1" y="-1447800"/>
            <a:ext cx="9907588" cy="10391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Key title on the left with 2 topics, vertically on right.</a:t>
            </a: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14909364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agenda 3 topics">
    <p:bg>
      <p:bgPr>
        <a:solidFill>
          <a:schemeClr val="bg1"/>
        </a:soli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4135703A-94C2-5D44-871F-F11CF1627841}"/>
              </a:ext>
              <a:ext uri="{C183D7F6-B498-43B3-948B-1728B52AA6E4}">
                <adec:decorative xmlns:adec="http://schemas.microsoft.com/office/drawing/2017/decorative" val="1"/>
              </a:ext>
            </a:extLst>
          </p:cNvPr>
          <p:cNvSpPr/>
          <p:nvPr/>
        </p:nvSpPr>
        <p:spPr>
          <a:xfrm>
            <a:off x="-2622293" y="2929990"/>
            <a:ext cx="7856025" cy="7856020"/>
          </a:xfrm>
          <a:prstGeom prst="ellipse">
            <a:avLst/>
          </a:pr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CE3BA"/>
              </a:solidFill>
            </a:endParaRPr>
          </a:p>
        </p:txBody>
      </p:sp>
      <p:sp>
        <p:nvSpPr>
          <p:cNvPr id="22" name="Title 1">
            <a:extLst>
              <a:ext uri="{FF2B5EF4-FFF2-40B4-BE49-F238E27FC236}">
                <a16:creationId xmlns:a16="http://schemas.microsoft.com/office/drawing/2014/main" id="{E55EE2B2-A8B6-884B-9A8B-672F6AF93BB1}"/>
              </a:ext>
            </a:extLst>
          </p:cNvPr>
          <p:cNvSpPr>
            <a:spLocks noGrp="1"/>
          </p:cNvSpPr>
          <p:nvPr>
            <p:ph type="title" hasCustomPrompt="1"/>
          </p:nvPr>
        </p:nvSpPr>
        <p:spPr>
          <a:xfrm>
            <a:off x="1525589" y="5448300"/>
            <a:ext cx="6667500" cy="2819400"/>
          </a:xfrm>
        </p:spPr>
        <p:txBody>
          <a:bodyPr anchor="ctr" anchorCtr="0"/>
          <a:lstStyle>
            <a:lvl1pPr>
              <a:defRPr lang="en-US" sz="13798" b="0" kern="1200">
                <a:solidFill>
                  <a:schemeClr val="accent2"/>
                </a:solidFill>
                <a:latin typeface="Community Light" panose="02000303040000020003" pitchFamily="2" charset="0"/>
                <a:ea typeface="+mn-ea"/>
                <a:cs typeface="+mn-cs"/>
              </a:defRPr>
            </a:lvl1pPr>
          </a:lstStyle>
          <a:p>
            <a:r>
              <a:rPr lang="en-US"/>
              <a:t>Title here</a:t>
            </a:r>
          </a:p>
        </p:txBody>
      </p:sp>
      <p:sp>
        <p:nvSpPr>
          <p:cNvPr id="4" name="Text Placeholder 3">
            <a:extLst>
              <a:ext uri="{FF2B5EF4-FFF2-40B4-BE49-F238E27FC236}">
                <a16:creationId xmlns:a16="http://schemas.microsoft.com/office/drawing/2014/main" id="{11111F9F-8551-1B41-BB10-675F6BC4DC6F}"/>
              </a:ext>
            </a:extLst>
          </p:cNvPr>
          <p:cNvSpPr>
            <a:spLocks noGrp="1"/>
          </p:cNvSpPr>
          <p:nvPr>
            <p:ph type="body" sz="quarter" idx="15" hasCustomPrompt="1"/>
          </p:nvPr>
        </p:nvSpPr>
        <p:spPr>
          <a:xfrm>
            <a:off x="11785946" y="3255259"/>
            <a:ext cx="1345429"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2" name="Text Placeholder 11">
            <a:extLst>
              <a:ext uri="{FF2B5EF4-FFF2-40B4-BE49-F238E27FC236}">
                <a16:creationId xmlns:a16="http://schemas.microsoft.com/office/drawing/2014/main" id="{6CA10352-9BC0-1247-89D1-F673301DF4DF}"/>
              </a:ext>
            </a:extLst>
          </p:cNvPr>
          <p:cNvSpPr>
            <a:spLocks noGrp="1"/>
          </p:cNvSpPr>
          <p:nvPr>
            <p:ph type="body" sz="quarter" idx="10" hasCustomPrompt="1"/>
          </p:nvPr>
        </p:nvSpPr>
        <p:spPr>
          <a:xfrm>
            <a:off x="13156118" y="3397795"/>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19" name="Text Placeholder 3">
            <a:extLst>
              <a:ext uri="{FF2B5EF4-FFF2-40B4-BE49-F238E27FC236}">
                <a16:creationId xmlns:a16="http://schemas.microsoft.com/office/drawing/2014/main" id="{98C46C9E-74DC-1848-8557-DD4E66617AC7}"/>
              </a:ext>
            </a:extLst>
          </p:cNvPr>
          <p:cNvSpPr>
            <a:spLocks noGrp="1"/>
          </p:cNvSpPr>
          <p:nvPr>
            <p:ph type="body" sz="quarter" idx="16" hasCustomPrompt="1"/>
          </p:nvPr>
        </p:nvSpPr>
        <p:spPr>
          <a:xfrm>
            <a:off x="11785946" y="6307143"/>
            <a:ext cx="1355290"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3" name="Text Placeholder 11">
            <a:extLst>
              <a:ext uri="{FF2B5EF4-FFF2-40B4-BE49-F238E27FC236}">
                <a16:creationId xmlns:a16="http://schemas.microsoft.com/office/drawing/2014/main" id="{0C58EEDA-F099-B342-AD70-1D29AD0BF90B}"/>
              </a:ext>
            </a:extLst>
          </p:cNvPr>
          <p:cNvSpPr>
            <a:spLocks noGrp="1"/>
          </p:cNvSpPr>
          <p:nvPr>
            <p:ph type="body" sz="quarter" idx="11" hasCustomPrompt="1"/>
          </p:nvPr>
        </p:nvSpPr>
        <p:spPr>
          <a:xfrm>
            <a:off x="13156118" y="6421971"/>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20" name="Text Placeholder 3">
            <a:extLst>
              <a:ext uri="{FF2B5EF4-FFF2-40B4-BE49-F238E27FC236}">
                <a16:creationId xmlns:a16="http://schemas.microsoft.com/office/drawing/2014/main" id="{1CEE8DF5-33A3-4E41-8B15-B2958D4BBF8D}"/>
              </a:ext>
            </a:extLst>
          </p:cNvPr>
          <p:cNvSpPr>
            <a:spLocks noGrp="1"/>
          </p:cNvSpPr>
          <p:nvPr>
            <p:ph type="body" sz="quarter" idx="17" hasCustomPrompt="1"/>
          </p:nvPr>
        </p:nvSpPr>
        <p:spPr>
          <a:xfrm>
            <a:off x="11785944" y="9043933"/>
            <a:ext cx="1342227"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4" name="Text Placeholder 11">
            <a:extLst>
              <a:ext uri="{FF2B5EF4-FFF2-40B4-BE49-F238E27FC236}">
                <a16:creationId xmlns:a16="http://schemas.microsoft.com/office/drawing/2014/main" id="{21494743-A3FB-EF4D-9066-7E092B986141}"/>
              </a:ext>
            </a:extLst>
          </p:cNvPr>
          <p:cNvSpPr>
            <a:spLocks noGrp="1"/>
          </p:cNvSpPr>
          <p:nvPr>
            <p:ph type="body" sz="quarter" idx="12" hasCustomPrompt="1"/>
          </p:nvPr>
        </p:nvSpPr>
        <p:spPr>
          <a:xfrm>
            <a:off x="13156118" y="9167595"/>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16" name="Folded Corner 15">
            <a:extLst>
              <a:ext uri="{FF2B5EF4-FFF2-40B4-BE49-F238E27FC236}">
                <a16:creationId xmlns:a16="http://schemas.microsoft.com/office/drawing/2014/main" id="{BA299A8C-8D40-3540-A322-9D599107988E}"/>
              </a:ext>
              <a:ext uri="{C183D7F6-B498-43B3-948B-1728B52AA6E4}">
                <adec:decorative xmlns:adec="http://schemas.microsoft.com/office/drawing/2017/decorative" val="1"/>
              </a:ext>
            </a:extLst>
          </p:cNvPr>
          <p:cNvSpPr/>
          <p:nvPr/>
        </p:nvSpPr>
        <p:spPr>
          <a:xfrm>
            <a:off x="0" y="-1295400"/>
            <a:ext cx="10947401" cy="8867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Key title on the left with 5 editable topics, vertically on right.</a:t>
            </a: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40271829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agenda 4 topics">
    <p:bg>
      <p:bgPr>
        <a:solidFill>
          <a:schemeClr val="bg1"/>
        </a:soli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4135703A-94C2-5D44-871F-F11CF1627841}"/>
              </a:ext>
              <a:ext uri="{C183D7F6-B498-43B3-948B-1728B52AA6E4}">
                <adec:decorative xmlns:adec="http://schemas.microsoft.com/office/drawing/2017/decorative" val="1"/>
              </a:ext>
            </a:extLst>
          </p:cNvPr>
          <p:cNvSpPr/>
          <p:nvPr/>
        </p:nvSpPr>
        <p:spPr>
          <a:xfrm>
            <a:off x="-2622293" y="2929990"/>
            <a:ext cx="7856025" cy="7856020"/>
          </a:xfrm>
          <a:prstGeom prst="ellipse">
            <a:avLst/>
          </a:pr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CE3BA"/>
              </a:solidFill>
            </a:endParaRPr>
          </a:p>
        </p:txBody>
      </p:sp>
      <p:sp>
        <p:nvSpPr>
          <p:cNvPr id="22" name="Title 1">
            <a:extLst>
              <a:ext uri="{FF2B5EF4-FFF2-40B4-BE49-F238E27FC236}">
                <a16:creationId xmlns:a16="http://schemas.microsoft.com/office/drawing/2014/main" id="{E55EE2B2-A8B6-884B-9A8B-672F6AF93BB1}"/>
              </a:ext>
            </a:extLst>
          </p:cNvPr>
          <p:cNvSpPr>
            <a:spLocks noGrp="1"/>
          </p:cNvSpPr>
          <p:nvPr>
            <p:ph type="title" hasCustomPrompt="1"/>
          </p:nvPr>
        </p:nvSpPr>
        <p:spPr>
          <a:xfrm>
            <a:off x="1525589" y="5448300"/>
            <a:ext cx="6667500" cy="2819400"/>
          </a:xfrm>
        </p:spPr>
        <p:txBody>
          <a:bodyPr anchor="ctr" anchorCtr="0"/>
          <a:lstStyle>
            <a:lvl1pPr>
              <a:defRPr lang="en-US" sz="13798" b="0" kern="1200">
                <a:solidFill>
                  <a:schemeClr val="accent2"/>
                </a:solidFill>
                <a:latin typeface="Community Light" panose="02000303040000020003" pitchFamily="2" charset="0"/>
                <a:ea typeface="+mn-ea"/>
                <a:cs typeface="+mn-cs"/>
              </a:defRPr>
            </a:lvl1pPr>
          </a:lstStyle>
          <a:p>
            <a:r>
              <a:rPr lang="en-US"/>
              <a:t>Title here</a:t>
            </a:r>
          </a:p>
        </p:txBody>
      </p:sp>
      <p:sp>
        <p:nvSpPr>
          <p:cNvPr id="4" name="Text Placeholder 3">
            <a:extLst>
              <a:ext uri="{FF2B5EF4-FFF2-40B4-BE49-F238E27FC236}">
                <a16:creationId xmlns:a16="http://schemas.microsoft.com/office/drawing/2014/main" id="{11111F9F-8551-1B41-BB10-675F6BC4DC6F}"/>
              </a:ext>
            </a:extLst>
          </p:cNvPr>
          <p:cNvSpPr>
            <a:spLocks noGrp="1"/>
          </p:cNvSpPr>
          <p:nvPr>
            <p:ph type="body" sz="quarter" idx="15" hasCustomPrompt="1"/>
          </p:nvPr>
        </p:nvSpPr>
        <p:spPr>
          <a:xfrm>
            <a:off x="11785946" y="1776523"/>
            <a:ext cx="1345429"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2" name="Text Placeholder 11">
            <a:extLst>
              <a:ext uri="{FF2B5EF4-FFF2-40B4-BE49-F238E27FC236}">
                <a16:creationId xmlns:a16="http://schemas.microsoft.com/office/drawing/2014/main" id="{6CA10352-9BC0-1247-89D1-F673301DF4DF}"/>
              </a:ext>
            </a:extLst>
          </p:cNvPr>
          <p:cNvSpPr>
            <a:spLocks noGrp="1"/>
          </p:cNvSpPr>
          <p:nvPr>
            <p:ph type="body" sz="quarter" idx="10" hasCustomPrompt="1"/>
          </p:nvPr>
        </p:nvSpPr>
        <p:spPr>
          <a:xfrm>
            <a:off x="13156118" y="1919059"/>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19" name="Text Placeholder 3">
            <a:extLst>
              <a:ext uri="{FF2B5EF4-FFF2-40B4-BE49-F238E27FC236}">
                <a16:creationId xmlns:a16="http://schemas.microsoft.com/office/drawing/2014/main" id="{98C46C9E-74DC-1848-8557-DD4E66617AC7}"/>
              </a:ext>
            </a:extLst>
          </p:cNvPr>
          <p:cNvSpPr>
            <a:spLocks noGrp="1"/>
          </p:cNvSpPr>
          <p:nvPr>
            <p:ph type="body" sz="quarter" idx="16" hasCustomPrompt="1"/>
          </p:nvPr>
        </p:nvSpPr>
        <p:spPr>
          <a:xfrm>
            <a:off x="11785946" y="4708051"/>
            <a:ext cx="1355290"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3" name="Text Placeholder 11">
            <a:extLst>
              <a:ext uri="{FF2B5EF4-FFF2-40B4-BE49-F238E27FC236}">
                <a16:creationId xmlns:a16="http://schemas.microsoft.com/office/drawing/2014/main" id="{0C58EEDA-F099-B342-AD70-1D29AD0BF90B}"/>
              </a:ext>
            </a:extLst>
          </p:cNvPr>
          <p:cNvSpPr>
            <a:spLocks noGrp="1"/>
          </p:cNvSpPr>
          <p:nvPr>
            <p:ph type="body" sz="quarter" idx="11" hasCustomPrompt="1"/>
          </p:nvPr>
        </p:nvSpPr>
        <p:spPr>
          <a:xfrm>
            <a:off x="13156118" y="4822877"/>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20" name="Text Placeholder 3">
            <a:extLst>
              <a:ext uri="{FF2B5EF4-FFF2-40B4-BE49-F238E27FC236}">
                <a16:creationId xmlns:a16="http://schemas.microsoft.com/office/drawing/2014/main" id="{1CEE8DF5-33A3-4E41-8B15-B2958D4BBF8D}"/>
              </a:ext>
            </a:extLst>
          </p:cNvPr>
          <p:cNvSpPr>
            <a:spLocks noGrp="1"/>
          </p:cNvSpPr>
          <p:nvPr>
            <p:ph type="body" sz="quarter" idx="17" hasCustomPrompt="1"/>
          </p:nvPr>
        </p:nvSpPr>
        <p:spPr>
          <a:xfrm>
            <a:off x="11785944" y="7573913"/>
            <a:ext cx="1342227"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4" name="Text Placeholder 11">
            <a:extLst>
              <a:ext uri="{FF2B5EF4-FFF2-40B4-BE49-F238E27FC236}">
                <a16:creationId xmlns:a16="http://schemas.microsoft.com/office/drawing/2014/main" id="{21494743-A3FB-EF4D-9066-7E092B986141}"/>
              </a:ext>
            </a:extLst>
          </p:cNvPr>
          <p:cNvSpPr>
            <a:spLocks noGrp="1"/>
          </p:cNvSpPr>
          <p:nvPr>
            <p:ph type="body" sz="quarter" idx="12" hasCustomPrompt="1"/>
          </p:nvPr>
        </p:nvSpPr>
        <p:spPr>
          <a:xfrm>
            <a:off x="13156118" y="7697573"/>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21" name="Text Placeholder 3">
            <a:extLst>
              <a:ext uri="{FF2B5EF4-FFF2-40B4-BE49-F238E27FC236}">
                <a16:creationId xmlns:a16="http://schemas.microsoft.com/office/drawing/2014/main" id="{AD43AD10-9043-7342-A91D-B53D5C92598B}"/>
              </a:ext>
            </a:extLst>
          </p:cNvPr>
          <p:cNvSpPr>
            <a:spLocks noGrp="1"/>
          </p:cNvSpPr>
          <p:nvPr>
            <p:ph type="body" sz="quarter" idx="18" hasCustomPrompt="1"/>
          </p:nvPr>
        </p:nvSpPr>
        <p:spPr>
          <a:xfrm>
            <a:off x="11785943" y="10209155"/>
            <a:ext cx="1342229"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5" name="Text Placeholder 11">
            <a:extLst>
              <a:ext uri="{FF2B5EF4-FFF2-40B4-BE49-F238E27FC236}">
                <a16:creationId xmlns:a16="http://schemas.microsoft.com/office/drawing/2014/main" id="{30EDFF37-563E-F84E-B9E8-511B160DFE8F}"/>
              </a:ext>
            </a:extLst>
          </p:cNvPr>
          <p:cNvSpPr>
            <a:spLocks noGrp="1"/>
          </p:cNvSpPr>
          <p:nvPr>
            <p:ph type="body" sz="quarter" idx="13" hasCustomPrompt="1"/>
          </p:nvPr>
        </p:nvSpPr>
        <p:spPr>
          <a:xfrm>
            <a:off x="13156118" y="10338699"/>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16" name="Folded Corner 15">
            <a:extLst>
              <a:ext uri="{FF2B5EF4-FFF2-40B4-BE49-F238E27FC236}">
                <a16:creationId xmlns:a16="http://schemas.microsoft.com/office/drawing/2014/main" id="{BA299A8C-8D40-3540-A322-9D599107988E}"/>
              </a:ext>
              <a:ext uri="{C183D7F6-B498-43B3-948B-1728B52AA6E4}">
                <adec:decorative xmlns:adec="http://schemas.microsoft.com/office/drawing/2017/decorative" val="1"/>
              </a:ext>
            </a:extLst>
          </p:cNvPr>
          <p:cNvSpPr/>
          <p:nvPr/>
        </p:nvSpPr>
        <p:spPr>
          <a:xfrm>
            <a:off x="0" y="-1295400"/>
            <a:ext cx="10947401" cy="8867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Key title on the left with 5 editable topics, vertically on right.</a:t>
            </a: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412368275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agenda 5 topics">
    <p:bg>
      <p:bgPr>
        <a:solidFill>
          <a:schemeClr val="bg1"/>
        </a:soli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4135703A-94C2-5D44-871F-F11CF1627841}"/>
              </a:ext>
              <a:ext uri="{C183D7F6-B498-43B3-948B-1728B52AA6E4}">
                <adec:decorative xmlns:adec="http://schemas.microsoft.com/office/drawing/2017/decorative" val="1"/>
              </a:ext>
            </a:extLst>
          </p:cNvPr>
          <p:cNvSpPr/>
          <p:nvPr/>
        </p:nvSpPr>
        <p:spPr>
          <a:xfrm>
            <a:off x="-2622293" y="2929990"/>
            <a:ext cx="7856025" cy="7856020"/>
          </a:xfrm>
          <a:prstGeom prst="ellipse">
            <a:avLst/>
          </a:pr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CE3BA"/>
              </a:solidFill>
            </a:endParaRPr>
          </a:p>
        </p:txBody>
      </p:sp>
      <p:sp>
        <p:nvSpPr>
          <p:cNvPr id="22" name="Title 1">
            <a:extLst>
              <a:ext uri="{FF2B5EF4-FFF2-40B4-BE49-F238E27FC236}">
                <a16:creationId xmlns:a16="http://schemas.microsoft.com/office/drawing/2014/main" id="{E55EE2B2-A8B6-884B-9A8B-672F6AF93BB1}"/>
              </a:ext>
            </a:extLst>
          </p:cNvPr>
          <p:cNvSpPr>
            <a:spLocks noGrp="1"/>
          </p:cNvSpPr>
          <p:nvPr>
            <p:ph type="title" hasCustomPrompt="1"/>
          </p:nvPr>
        </p:nvSpPr>
        <p:spPr>
          <a:xfrm>
            <a:off x="1525589" y="5448300"/>
            <a:ext cx="6667500" cy="2819400"/>
          </a:xfrm>
        </p:spPr>
        <p:txBody>
          <a:bodyPr anchor="ctr" anchorCtr="0"/>
          <a:lstStyle>
            <a:lvl1pPr>
              <a:defRPr lang="en-US" sz="13798" b="0" kern="1200">
                <a:solidFill>
                  <a:schemeClr val="accent2"/>
                </a:solidFill>
                <a:latin typeface="Community Light" panose="02000303040000020003" pitchFamily="2" charset="0"/>
                <a:ea typeface="+mn-ea"/>
                <a:cs typeface="+mn-cs"/>
              </a:defRPr>
            </a:lvl1pPr>
          </a:lstStyle>
          <a:p>
            <a:r>
              <a:rPr lang="en-US"/>
              <a:t>Title here</a:t>
            </a:r>
          </a:p>
        </p:txBody>
      </p:sp>
      <p:sp>
        <p:nvSpPr>
          <p:cNvPr id="4" name="Text Placeholder 3">
            <a:extLst>
              <a:ext uri="{FF2B5EF4-FFF2-40B4-BE49-F238E27FC236}">
                <a16:creationId xmlns:a16="http://schemas.microsoft.com/office/drawing/2014/main" id="{11111F9F-8551-1B41-BB10-675F6BC4DC6F}"/>
              </a:ext>
            </a:extLst>
          </p:cNvPr>
          <p:cNvSpPr>
            <a:spLocks noGrp="1"/>
          </p:cNvSpPr>
          <p:nvPr>
            <p:ph type="body" sz="quarter" idx="15" hasCustomPrompt="1"/>
          </p:nvPr>
        </p:nvSpPr>
        <p:spPr>
          <a:xfrm>
            <a:off x="11785946" y="1441985"/>
            <a:ext cx="1345429"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2" name="Text Placeholder 11">
            <a:extLst>
              <a:ext uri="{FF2B5EF4-FFF2-40B4-BE49-F238E27FC236}">
                <a16:creationId xmlns:a16="http://schemas.microsoft.com/office/drawing/2014/main" id="{6CA10352-9BC0-1247-89D1-F673301DF4DF}"/>
              </a:ext>
            </a:extLst>
          </p:cNvPr>
          <p:cNvSpPr>
            <a:spLocks noGrp="1"/>
          </p:cNvSpPr>
          <p:nvPr>
            <p:ph type="body" sz="quarter" idx="10" hasCustomPrompt="1"/>
          </p:nvPr>
        </p:nvSpPr>
        <p:spPr>
          <a:xfrm>
            <a:off x="13156118" y="1584521"/>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19" name="Text Placeholder 3">
            <a:extLst>
              <a:ext uri="{FF2B5EF4-FFF2-40B4-BE49-F238E27FC236}">
                <a16:creationId xmlns:a16="http://schemas.microsoft.com/office/drawing/2014/main" id="{98C46C9E-74DC-1848-8557-DD4E66617AC7}"/>
              </a:ext>
            </a:extLst>
          </p:cNvPr>
          <p:cNvSpPr>
            <a:spLocks noGrp="1"/>
          </p:cNvSpPr>
          <p:nvPr>
            <p:ph type="body" sz="quarter" idx="16" hasCustomPrompt="1"/>
          </p:nvPr>
        </p:nvSpPr>
        <p:spPr>
          <a:xfrm>
            <a:off x="11785946" y="3749043"/>
            <a:ext cx="1355290"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3" name="Text Placeholder 11">
            <a:extLst>
              <a:ext uri="{FF2B5EF4-FFF2-40B4-BE49-F238E27FC236}">
                <a16:creationId xmlns:a16="http://schemas.microsoft.com/office/drawing/2014/main" id="{0C58EEDA-F099-B342-AD70-1D29AD0BF90B}"/>
              </a:ext>
            </a:extLst>
          </p:cNvPr>
          <p:cNvSpPr>
            <a:spLocks noGrp="1"/>
          </p:cNvSpPr>
          <p:nvPr>
            <p:ph type="body" sz="quarter" idx="11" hasCustomPrompt="1"/>
          </p:nvPr>
        </p:nvSpPr>
        <p:spPr>
          <a:xfrm>
            <a:off x="13156118" y="3863869"/>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20" name="Text Placeholder 3">
            <a:extLst>
              <a:ext uri="{FF2B5EF4-FFF2-40B4-BE49-F238E27FC236}">
                <a16:creationId xmlns:a16="http://schemas.microsoft.com/office/drawing/2014/main" id="{1CEE8DF5-33A3-4E41-8B15-B2958D4BBF8D}"/>
              </a:ext>
            </a:extLst>
          </p:cNvPr>
          <p:cNvSpPr>
            <a:spLocks noGrp="1"/>
          </p:cNvSpPr>
          <p:nvPr>
            <p:ph type="body" sz="quarter" idx="17" hasCustomPrompt="1"/>
          </p:nvPr>
        </p:nvSpPr>
        <p:spPr>
          <a:xfrm>
            <a:off x="11785944" y="6035041"/>
            <a:ext cx="1342227"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4" name="Text Placeholder 11">
            <a:extLst>
              <a:ext uri="{FF2B5EF4-FFF2-40B4-BE49-F238E27FC236}">
                <a16:creationId xmlns:a16="http://schemas.microsoft.com/office/drawing/2014/main" id="{21494743-A3FB-EF4D-9066-7E092B986141}"/>
              </a:ext>
            </a:extLst>
          </p:cNvPr>
          <p:cNvSpPr>
            <a:spLocks noGrp="1"/>
          </p:cNvSpPr>
          <p:nvPr>
            <p:ph type="body" sz="quarter" idx="12" hasCustomPrompt="1"/>
          </p:nvPr>
        </p:nvSpPr>
        <p:spPr>
          <a:xfrm>
            <a:off x="13156118" y="6158703"/>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21" name="Text Placeholder 3">
            <a:extLst>
              <a:ext uri="{FF2B5EF4-FFF2-40B4-BE49-F238E27FC236}">
                <a16:creationId xmlns:a16="http://schemas.microsoft.com/office/drawing/2014/main" id="{AD43AD10-9043-7342-A91D-B53D5C92598B}"/>
              </a:ext>
            </a:extLst>
          </p:cNvPr>
          <p:cNvSpPr>
            <a:spLocks noGrp="1"/>
          </p:cNvSpPr>
          <p:nvPr>
            <p:ph type="body" sz="quarter" idx="18" hasCustomPrompt="1"/>
          </p:nvPr>
        </p:nvSpPr>
        <p:spPr>
          <a:xfrm>
            <a:off x="11785943" y="8358053"/>
            <a:ext cx="1342229"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5" name="Text Placeholder 11">
            <a:extLst>
              <a:ext uri="{FF2B5EF4-FFF2-40B4-BE49-F238E27FC236}">
                <a16:creationId xmlns:a16="http://schemas.microsoft.com/office/drawing/2014/main" id="{30EDFF37-563E-F84E-B9E8-511B160DFE8F}"/>
              </a:ext>
            </a:extLst>
          </p:cNvPr>
          <p:cNvSpPr>
            <a:spLocks noGrp="1"/>
          </p:cNvSpPr>
          <p:nvPr>
            <p:ph type="body" sz="quarter" idx="13" hasCustomPrompt="1"/>
          </p:nvPr>
        </p:nvSpPr>
        <p:spPr>
          <a:xfrm>
            <a:off x="13156118" y="8487597"/>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23" name="Text Placeholder 3">
            <a:extLst>
              <a:ext uri="{FF2B5EF4-FFF2-40B4-BE49-F238E27FC236}">
                <a16:creationId xmlns:a16="http://schemas.microsoft.com/office/drawing/2014/main" id="{1F8C188F-95CE-7548-B174-95AD027026DC}"/>
              </a:ext>
            </a:extLst>
          </p:cNvPr>
          <p:cNvSpPr>
            <a:spLocks noGrp="1"/>
          </p:cNvSpPr>
          <p:nvPr>
            <p:ph type="body" sz="quarter" idx="19" hasCustomPrompt="1"/>
          </p:nvPr>
        </p:nvSpPr>
        <p:spPr>
          <a:xfrm>
            <a:off x="11785943" y="10541727"/>
            <a:ext cx="1342229" cy="1875982"/>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1498" b="0" i="0" dirty="0">
                <a:solidFill>
                  <a:schemeClr val="accent2"/>
                </a:solidFill>
                <a:latin typeface="Community Light" panose="02000303040000020003" pitchFamily="2" charset="0"/>
              </a:defRPr>
            </a:lvl1pPr>
          </a:lstStyle>
          <a:p>
            <a:pPr lvl="0" defTabSz="1828526"/>
            <a:r>
              <a:rPr lang="en-US"/>
              <a:t>#</a:t>
            </a:r>
          </a:p>
        </p:txBody>
      </p:sp>
      <p:sp>
        <p:nvSpPr>
          <p:cNvPr id="18" name="Text Placeholder 11">
            <a:extLst>
              <a:ext uri="{FF2B5EF4-FFF2-40B4-BE49-F238E27FC236}">
                <a16:creationId xmlns:a16="http://schemas.microsoft.com/office/drawing/2014/main" id="{CC71C889-54E6-8945-A73D-507549C95527}"/>
              </a:ext>
            </a:extLst>
          </p:cNvPr>
          <p:cNvSpPr>
            <a:spLocks noGrp="1"/>
          </p:cNvSpPr>
          <p:nvPr>
            <p:ph type="body" sz="quarter" idx="14" hasCustomPrompt="1"/>
          </p:nvPr>
        </p:nvSpPr>
        <p:spPr>
          <a:xfrm>
            <a:off x="13156118" y="10674209"/>
            <a:ext cx="6415253" cy="1543730"/>
          </a:xfrm>
        </p:spPr>
        <p:txBody>
          <a:bodyPr anchor="ctr" anchorCtr="0">
            <a:normAutofit/>
          </a:bodyPr>
          <a:lstStyle>
            <a:lvl1pPr marL="0" indent="0">
              <a:buNone/>
              <a:defRPr sz="5998">
                <a:solidFill>
                  <a:schemeClr val="accent6"/>
                </a:solidFill>
              </a:defRPr>
            </a:lvl1pPr>
          </a:lstStyle>
          <a:p>
            <a:pPr lvl="0"/>
            <a:r>
              <a:rPr lang="en-US"/>
              <a:t>Enter topic here</a:t>
            </a:r>
          </a:p>
        </p:txBody>
      </p:sp>
      <p:sp>
        <p:nvSpPr>
          <p:cNvPr id="16" name="Folded Corner 15">
            <a:extLst>
              <a:ext uri="{FF2B5EF4-FFF2-40B4-BE49-F238E27FC236}">
                <a16:creationId xmlns:a16="http://schemas.microsoft.com/office/drawing/2014/main" id="{BA299A8C-8D40-3540-A322-9D599107988E}"/>
              </a:ext>
              <a:ext uri="{C183D7F6-B498-43B3-948B-1728B52AA6E4}">
                <adec:decorative xmlns:adec="http://schemas.microsoft.com/office/drawing/2017/decorative" val="1"/>
              </a:ext>
            </a:extLst>
          </p:cNvPr>
          <p:cNvSpPr/>
          <p:nvPr/>
        </p:nvSpPr>
        <p:spPr>
          <a:xfrm>
            <a:off x="0" y="-1295400"/>
            <a:ext cx="10947401" cy="886720"/>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Key title on the left with 5 editable topics, vertically on right.</a:t>
            </a: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60475443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itle for speakers 1">
    <p:spTree>
      <p:nvGrpSpPr>
        <p:cNvPr id="1" name=""/>
        <p:cNvGrpSpPr/>
        <p:nvPr/>
      </p:nvGrpSpPr>
      <p:grpSpPr>
        <a:xfrm>
          <a:off x="0" y="0"/>
          <a:ext cx="0" cy="0"/>
          <a:chOff x="0" y="0"/>
          <a:chExt cx="0" cy="0"/>
        </a:xfrm>
      </p:grpSpPr>
      <p:grpSp>
        <p:nvGrpSpPr>
          <p:cNvPr id="7" name="bg">
            <a:extLst>
              <a:ext uri="{FF2B5EF4-FFF2-40B4-BE49-F238E27FC236}">
                <a16:creationId xmlns:a16="http://schemas.microsoft.com/office/drawing/2014/main" id="{3F1EAD51-B132-7E4A-A682-53831D9BEA08}"/>
              </a:ext>
              <a:ext uri="{C183D7F6-B498-43B3-948B-1728B52AA6E4}">
                <adec:decorative xmlns:adec="http://schemas.microsoft.com/office/drawing/2017/decorative" val="1"/>
              </a:ext>
            </a:extLst>
          </p:cNvPr>
          <p:cNvGrpSpPr/>
          <p:nvPr/>
        </p:nvGrpSpPr>
        <p:grpSpPr>
          <a:xfrm>
            <a:off x="-23927" y="-1"/>
            <a:ext cx="24411102" cy="13742054"/>
            <a:chOff x="-23928" y="-2"/>
            <a:chExt cx="24411103" cy="13742053"/>
          </a:xfrm>
        </p:grpSpPr>
        <p:sp>
          <p:nvSpPr>
            <p:cNvPr id="28" name="Rectangle 27">
              <a:extLst>
                <a:ext uri="{FF2B5EF4-FFF2-40B4-BE49-F238E27FC236}">
                  <a16:creationId xmlns:a16="http://schemas.microsoft.com/office/drawing/2014/main" id="{D8E6E07F-80FA-CF48-AF98-170A6FC14678}"/>
                </a:ext>
              </a:extLst>
            </p:cNvPr>
            <p:cNvSpPr/>
            <p:nvPr/>
          </p:nvSpPr>
          <p:spPr>
            <a:xfrm>
              <a:off x="12193588" y="-1"/>
              <a:ext cx="10092828" cy="13735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0" name="Freeform 29">
              <a:extLst>
                <a:ext uri="{FF2B5EF4-FFF2-40B4-BE49-F238E27FC236}">
                  <a16:creationId xmlns:a16="http://schemas.microsoft.com/office/drawing/2014/main" id="{86AF6906-5278-BD48-88C2-A1E2A6CB7A75}"/>
                </a:ext>
              </a:extLst>
            </p:cNvPr>
            <p:cNvSpPr/>
            <p:nvPr/>
          </p:nvSpPr>
          <p:spPr>
            <a:xfrm>
              <a:off x="-23928" y="-2"/>
              <a:ext cx="20052066" cy="13742053"/>
            </a:xfrm>
            <a:custGeom>
              <a:avLst/>
              <a:gdLst>
                <a:gd name="connsiteX0" fmla="*/ 0 w 20028138"/>
                <a:gd name="connsiteY0" fmla="*/ 0 h 13725655"/>
                <a:gd name="connsiteX1" fmla="*/ 18079250 w 20028138"/>
                <a:gd name="connsiteY1" fmla="*/ 0 h 13725655"/>
                <a:gd name="connsiteX2" fmla="*/ 18139770 w 20028138"/>
                <a:gd name="connsiteY2" fmla="*/ 94400 h 13725655"/>
                <a:gd name="connsiteX3" fmla="*/ 20028138 w 20028138"/>
                <a:gd name="connsiteY3" fmla="*/ 6857999 h 13725655"/>
                <a:gd name="connsiteX4" fmla="*/ 18139768 w 20028138"/>
                <a:gd name="connsiteY4" fmla="*/ 13621599 h 13725655"/>
                <a:gd name="connsiteX5" fmla="*/ 18073058 w 20028138"/>
                <a:gd name="connsiteY5" fmla="*/ 13725655 h 13725655"/>
                <a:gd name="connsiteX6" fmla="*/ 0 w 20028138"/>
                <a:gd name="connsiteY6" fmla="*/ 13725655 h 13725655"/>
                <a:gd name="connsiteX7" fmla="*/ 0 w 20028138"/>
                <a:gd name="connsiteY7" fmla="*/ 0 h 13725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28138" h="13725655">
                  <a:moveTo>
                    <a:pt x="0" y="0"/>
                  </a:moveTo>
                  <a:lnTo>
                    <a:pt x="18079250" y="0"/>
                  </a:lnTo>
                  <a:lnTo>
                    <a:pt x="18139770" y="94400"/>
                  </a:lnTo>
                  <a:cubicBezTo>
                    <a:pt x="19338082" y="2066558"/>
                    <a:pt x="20028138" y="4381693"/>
                    <a:pt x="20028138" y="6857999"/>
                  </a:cubicBezTo>
                  <a:cubicBezTo>
                    <a:pt x="20028138" y="9334306"/>
                    <a:pt x="19338080" y="11649441"/>
                    <a:pt x="18139768" y="13621599"/>
                  </a:cubicBezTo>
                  <a:lnTo>
                    <a:pt x="18073058" y="13725655"/>
                  </a:lnTo>
                  <a:lnTo>
                    <a:pt x="0" y="13725655"/>
                  </a:lnTo>
                  <a:lnTo>
                    <a:pt x="0" y="0"/>
                  </a:lnTo>
                  <a:close/>
                </a:path>
              </a:pathLst>
            </a:custGeom>
            <a:solidFill>
              <a:srgbClr val="E9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latin typeface="Calibri" panose="020F0502020204030204"/>
              </a:endParaRPr>
            </a:p>
          </p:txBody>
        </p:sp>
        <p:sp>
          <p:nvSpPr>
            <p:cNvPr id="29" name="Rectangle 28">
              <a:extLst>
                <a:ext uri="{FF2B5EF4-FFF2-40B4-BE49-F238E27FC236}">
                  <a16:creationId xmlns:a16="http://schemas.microsoft.com/office/drawing/2014/main" id="{F36239F4-3BF1-254A-BF02-A102530DCDAC}"/>
                </a:ext>
              </a:extLst>
            </p:cNvPr>
            <p:cNvSpPr/>
            <p:nvPr/>
          </p:nvSpPr>
          <p:spPr>
            <a:xfrm>
              <a:off x="21961763" y="0"/>
              <a:ext cx="2425412" cy="13716000"/>
            </a:xfrm>
            <a:prstGeom prst="rect">
              <a:avLst/>
            </a:prstGeom>
            <a:solidFill>
              <a:srgbClr val="E9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5"/>
                </a:solidFill>
              </a:endParaRPr>
            </a:p>
          </p:txBody>
        </p:sp>
        <p:pic>
          <p:nvPicPr>
            <p:cNvPr id="33" name="Picture 32">
              <a:extLst>
                <a:ext uri="{FF2B5EF4-FFF2-40B4-BE49-F238E27FC236}">
                  <a16:creationId xmlns:a16="http://schemas.microsoft.com/office/drawing/2014/main" id="{6E2B7BF3-D61F-A14F-BBD9-7CE34032DAE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381659" y="2007829"/>
              <a:ext cx="2182620" cy="552276"/>
            </a:xfrm>
            <a:prstGeom prst="rect">
              <a:avLst/>
            </a:prstGeom>
          </p:spPr>
        </p:pic>
      </p:grpSp>
      <p:sp>
        <p:nvSpPr>
          <p:cNvPr id="2" name="Title">
            <a:extLst>
              <a:ext uri="{FF2B5EF4-FFF2-40B4-BE49-F238E27FC236}">
                <a16:creationId xmlns:a16="http://schemas.microsoft.com/office/drawing/2014/main" id="{BE39854C-ABF4-0C42-9314-C380C0F13D9F}"/>
              </a:ext>
            </a:extLst>
          </p:cNvPr>
          <p:cNvSpPr>
            <a:spLocks noGrp="1"/>
          </p:cNvSpPr>
          <p:nvPr>
            <p:ph type="title" hasCustomPrompt="1"/>
          </p:nvPr>
        </p:nvSpPr>
        <p:spPr>
          <a:xfrm>
            <a:off x="2274262" y="3256366"/>
            <a:ext cx="13234027" cy="1703864"/>
          </a:xfrm>
          <a:noFill/>
        </p:spPr>
        <p:txBody>
          <a:bodyPr vert="horz" lIns="0" tIns="45720" rIns="0" bIns="45720" rtlCol="0" anchor="b" anchorCtr="0">
            <a:noAutofit/>
          </a:bodyPr>
          <a:lstStyle>
            <a:lvl1pPr>
              <a:defRPr lang="en-US" sz="11498" dirty="0">
                <a:solidFill>
                  <a:schemeClr val="accent2"/>
                </a:solidFill>
                <a:ea typeface="+mn-ea"/>
                <a:cs typeface="+mn-cs"/>
              </a:defRPr>
            </a:lvl1pPr>
          </a:lstStyle>
          <a:p>
            <a:pPr marL="0" lvl="0" indent="0">
              <a:spcBef>
                <a:spcPts val="2000"/>
              </a:spcBef>
              <a:buFont typeface="Arial" panose="020B0604020202020204" pitchFamily="34" charset="0"/>
            </a:pPr>
            <a:r>
              <a:rPr lang="en-US"/>
              <a:t>Enter slide title here</a:t>
            </a:r>
          </a:p>
        </p:txBody>
      </p:sp>
      <p:sp>
        <p:nvSpPr>
          <p:cNvPr id="44" name="Date">
            <a:extLst>
              <a:ext uri="{FF2B5EF4-FFF2-40B4-BE49-F238E27FC236}">
                <a16:creationId xmlns:a16="http://schemas.microsoft.com/office/drawing/2014/main" id="{1C69B27D-7315-1C48-98EE-D6C046B45208}"/>
              </a:ext>
            </a:extLst>
          </p:cNvPr>
          <p:cNvSpPr>
            <a:spLocks noGrp="1"/>
          </p:cNvSpPr>
          <p:nvPr>
            <p:ph type="body" sz="quarter" idx="11" hasCustomPrompt="1"/>
          </p:nvPr>
        </p:nvSpPr>
        <p:spPr>
          <a:xfrm>
            <a:off x="2363786" y="5185410"/>
            <a:ext cx="5918827" cy="1260476"/>
          </a:xfrm>
        </p:spPr>
        <p:txBody>
          <a:bodyPr>
            <a:noAutofit/>
          </a:bodyPr>
          <a:lstStyle>
            <a:lvl1pPr marL="0" indent="0">
              <a:buNone/>
              <a:defRPr sz="4000"/>
            </a:lvl1pPr>
          </a:lstStyle>
          <a:p>
            <a:pPr lvl="0"/>
            <a:r>
              <a:rPr lang="en-US"/>
              <a:t>Enter date here</a:t>
            </a:r>
          </a:p>
        </p:txBody>
      </p:sp>
      <p:sp>
        <p:nvSpPr>
          <p:cNvPr id="23" name="Picture Placeholder 18">
            <a:extLst>
              <a:ext uri="{FF2B5EF4-FFF2-40B4-BE49-F238E27FC236}">
                <a16:creationId xmlns:a16="http://schemas.microsoft.com/office/drawing/2014/main" id="{D644C6F9-F32D-D247-8F62-DDA9CAE95781}"/>
              </a:ext>
              <a:ext uri="{C183D7F6-B498-43B3-948B-1728B52AA6E4}">
                <adec:decorative xmlns:adec="http://schemas.microsoft.com/office/drawing/2017/decorative" val="1"/>
              </a:ext>
            </a:extLst>
          </p:cNvPr>
          <p:cNvSpPr>
            <a:spLocks noGrp="1"/>
          </p:cNvSpPr>
          <p:nvPr>
            <p:ph type="pic" sz="quarter" idx="13" hasCustomPrompt="1"/>
          </p:nvPr>
        </p:nvSpPr>
        <p:spPr>
          <a:xfrm>
            <a:off x="2264128" y="7339253"/>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50" name="Text Placeholder 34">
            <a:extLst>
              <a:ext uri="{FF2B5EF4-FFF2-40B4-BE49-F238E27FC236}">
                <a16:creationId xmlns:a16="http://schemas.microsoft.com/office/drawing/2014/main" id="{B16272E9-C375-D849-B6F6-F3AC69FE4684}"/>
              </a:ext>
            </a:extLst>
          </p:cNvPr>
          <p:cNvSpPr>
            <a:spLocks noGrp="1"/>
          </p:cNvSpPr>
          <p:nvPr>
            <p:ph type="body" sz="quarter" idx="19" hasCustomPrompt="1"/>
          </p:nvPr>
        </p:nvSpPr>
        <p:spPr>
          <a:xfrm>
            <a:off x="1813090" y="11043757"/>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name</a:t>
            </a:r>
          </a:p>
        </p:txBody>
      </p:sp>
      <p:sp>
        <p:nvSpPr>
          <p:cNvPr id="51" name="Text Placeholder 34">
            <a:extLst>
              <a:ext uri="{FF2B5EF4-FFF2-40B4-BE49-F238E27FC236}">
                <a16:creationId xmlns:a16="http://schemas.microsoft.com/office/drawing/2014/main" id="{F6AB6EEA-FB3D-0249-AC14-4C57D9E2D32C}"/>
              </a:ext>
            </a:extLst>
          </p:cNvPr>
          <p:cNvSpPr>
            <a:spLocks noGrp="1"/>
          </p:cNvSpPr>
          <p:nvPr>
            <p:ph type="body" sz="quarter" idx="20" hasCustomPrompt="1"/>
          </p:nvPr>
        </p:nvSpPr>
        <p:spPr>
          <a:xfrm>
            <a:off x="1813090" y="11675509"/>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24" name="Picture Placeholder 18">
            <a:extLst>
              <a:ext uri="{FF2B5EF4-FFF2-40B4-BE49-F238E27FC236}">
                <a16:creationId xmlns:a16="http://schemas.microsoft.com/office/drawing/2014/main" id="{4A71872F-AC60-6145-B7BA-4B3DFDD68894}"/>
              </a:ext>
              <a:ext uri="{C183D7F6-B498-43B3-948B-1728B52AA6E4}">
                <adec:decorative xmlns:adec="http://schemas.microsoft.com/office/drawing/2017/decorative" val="1"/>
              </a:ext>
            </a:extLst>
          </p:cNvPr>
          <p:cNvSpPr>
            <a:spLocks noGrp="1"/>
          </p:cNvSpPr>
          <p:nvPr>
            <p:ph type="pic" sz="quarter" idx="14" hasCustomPrompt="1"/>
          </p:nvPr>
        </p:nvSpPr>
        <p:spPr>
          <a:xfrm>
            <a:off x="7772287" y="7339253"/>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52" name="Text Placeholder 34">
            <a:extLst>
              <a:ext uri="{FF2B5EF4-FFF2-40B4-BE49-F238E27FC236}">
                <a16:creationId xmlns:a16="http://schemas.microsoft.com/office/drawing/2014/main" id="{28949518-C714-094F-8F76-212ADB04AF89}"/>
              </a:ext>
            </a:extLst>
          </p:cNvPr>
          <p:cNvSpPr>
            <a:spLocks noGrp="1"/>
          </p:cNvSpPr>
          <p:nvPr>
            <p:ph type="body" sz="quarter" idx="21" hasCustomPrompt="1"/>
          </p:nvPr>
        </p:nvSpPr>
        <p:spPr>
          <a:xfrm>
            <a:off x="7397365" y="11043757"/>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name</a:t>
            </a:r>
          </a:p>
        </p:txBody>
      </p:sp>
      <p:sp>
        <p:nvSpPr>
          <p:cNvPr id="53" name="Text Placeholder 34">
            <a:extLst>
              <a:ext uri="{FF2B5EF4-FFF2-40B4-BE49-F238E27FC236}">
                <a16:creationId xmlns:a16="http://schemas.microsoft.com/office/drawing/2014/main" id="{38F93A71-C46B-744C-BFEC-3E8B82E2AA52}"/>
              </a:ext>
            </a:extLst>
          </p:cNvPr>
          <p:cNvSpPr>
            <a:spLocks noGrp="1"/>
          </p:cNvSpPr>
          <p:nvPr>
            <p:ph type="body" sz="quarter" idx="22" hasCustomPrompt="1"/>
          </p:nvPr>
        </p:nvSpPr>
        <p:spPr>
          <a:xfrm>
            <a:off x="7397365" y="11675509"/>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25" name="Picture Placeholder 18">
            <a:extLst>
              <a:ext uri="{FF2B5EF4-FFF2-40B4-BE49-F238E27FC236}">
                <a16:creationId xmlns:a16="http://schemas.microsoft.com/office/drawing/2014/main" id="{0F7E964A-62E6-494B-A236-9415BE4BA95B}"/>
              </a:ext>
              <a:ext uri="{C183D7F6-B498-43B3-948B-1728B52AA6E4}">
                <adec:decorative xmlns:adec="http://schemas.microsoft.com/office/drawing/2017/decorative" val="1"/>
              </a:ext>
            </a:extLst>
          </p:cNvPr>
          <p:cNvSpPr>
            <a:spLocks noGrp="1"/>
          </p:cNvSpPr>
          <p:nvPr>
            <p:ph type="pic" sz="quarter" idx="15" hasCustomPrompt="1"/>
          </p:nvPr>
        </p:nvSpPr>
        <p:spPr>
          <a:xfrm>
            <a:off x="13663394" y="7339253"/>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54" name="Text Placeholder 34">
            <a:extLst>
              <a:ext uri="{FF2B5EF4-FFF2-40B4-BE49-F238E27FC236}">
                <a16:creationId xmlns:a16="http://schemas.microsoft.com/office/drawing/2014/main" id="{49DCF908-C598-5C42-9434-287A939AD518}"/>
              </a:ext>
            </a:extLst>
          </p:cNvPr>
          <p:cNvSpPr>
            <a:spLocks noGrp="1"/>
          </p:cNvSpPr>
          <p:nvPr>
            <p:ph type="body" sz="quarter" idx="23" hasCustomPrompt="1"/>
          </p:nvPr>
        </p:nvSpPr>
        <p:spPr>
          <a:xfrm>
            <a:off x="13212356" y="11043757"/>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name</a:t>
            </a:r>
          </a:p>
        </p:txBody>
      </p:sp>
      <p:sp>
        <p:nvSpPr>
          <p:cNvPr id="55" name="Text Placeholder 34">
            <a:extLst>
              <a:ext uri="{FF2B5EF4-FFF2-40B4-BE49-F238E27FC236}">
                <a16:creationId xmlns:a16="http://schemas.microsoft.com/office/drawing/2014/main" id="{C32C00FD-CD82-5245-97E3-6016A4EF8C65}"/>
              </a:ext>
            </a:extLst>
          </p:cNvPr>
          <p:cNvSpPr>
            <a:spLocks noGrp="1"/>
          </p:cNvSpPr>
          <p:nvPr>
            <p:ph type="body" sz="quarter" idx="24" hasCustomPrompt="1"/>
          </p:nvPr>
        </p:nvSpPr>
        <p:spPr>
          <a:xfrm>
            <a:off x="13212356" y="11675509"/>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31" name="Folded Corner 30">
            <a:extLst>
              <a:ext uri="{FF2B5EF4-FFF2-40B4-BE49-F238E27FC236}">
                <a16:creationId xmlns:a16="http://schemas.microsoft.com/office/drawing/2014/main" id="{27770109-EB6D-A840-8625-6EAA3FC216F8}"/>
              </a:ext>
              <a:ext uri="{C183D7F6-B498-43B3-948B-1728B52AA6E4}">
                <adec:decorative xmlns:adec="http://schemas.microsoft.com/office/drawing/2017/decorative" val="1"/>
              </a:ext>
            </a:extLst>
          </p:cNvPr>
          <p:cNvSpPr/>
          <p:nvPr/>
        </p:nvSpPr>
        <p:spPr>
          <a:xfrm>
            <a:off x="0" y="-2819402"/>
            <a:ext cx="10593387" cy="22788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Title slide with three speaker thumbnails and descriptors.</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a:p>
            <a:r>
              <a:rPr lang="en-US" sz="2400">
                <a:solidFill>
                  <a:schemeClr val="tx1"/>
                </a:solidFill>
                <a:latin typeface="Source Sans Pro" charset="0"/>
                <a:ea typeface="Source Sans Pro" charset="0"/>
                <a:cs typeface="Source Sans Pro" charset="0"/>
              </a:rPr>
              <a:t> </a:t>
            </a:r>
          </a:p>
          <a:p>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8269427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for speakers 2">
    <p:spTree>
      <p:nvGrpSpPr>
        <p:cNvPr id="1" name=""/>
        <p:cNvGrpSpPr/>
        <p:nvPr/>
      </p:nvGrpSpPr>
      <p:grpSpPr>
        <a:xfrm>
          <a:off x="0" y="0"/>
          <a:ext cx="0" cy="0"/>
          <a:chOff x="0" y="0"/>
          <a:chExt cx="0" cy="0"/>
        </a:xfrm>
      </p:grpSpPr>
      <p:grpSp>
        <p:nvGrpSpPr>
          <p:cNvPr id="7" name="bg">
            <a:extLst>
              <a:ext uri="{FF2B5EF4-FFF2-40B4-BE49-F238E27FC236}">
                <a16:creationId xmlns:a16="http://schemas.microsoft.com/office/drawing/2014/main" id="{3F1EAD51-B132-7E4A-A682-53831D9BEA08}"/>
              </a:ext>
              <a:ext uri="{C183D7F6-B498-43B3-948B-1728B52AA6E4}">
                <adec:decorative xmlns:adec="http://schemas.microsoft.com/office/drawing/2017/decorative" val="0"/>
              </a:ext>
            </a:extLst>
          </p:cNvPr>
          <p:cNvGrpSpPr/>
          <p:nvPr/>
        </p:nvGrpSpPr>
        <p:grpSpPr>
          <a:xfrm>
            <a:off x="-23927" y="-1"/>
            <a:ext cx="24411102" cy="13742054"/>
            <a:chOff x="-23928" y="-2"/>
            <a:chExt cx="24411103" cy="13742053"/>
          </a:xfrm>
        </p:grpSpPr>
        <p:sp>
          <p:nvSpPr>
            <p:cNvPr id="28" name="Rectangle 27">
              <a:extLst>
                <a:ext uri="{FF2B5EF4-FFF2-40B4-BE49-F238E27FC236}">
                  <a16:creationId xmlns:a16="http://schemas.microsoft.com/office/drawing/2014/main" id="{D8E6E07F-80FA-CF48-AF98-170A6FC14678}"/>
                </a:ext>
              </a:extLst>
            </p:cNvPr>
            <p:cNvSpPr/>
            <p:nvPr/>
          </p:nvSpPr>
          <p:spPr>
            <a:xfrm>
              <a:off x="12193588" y="-1"/>
              <a:ext cx="10092828" cy="13735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0" name="Freeform 29">
              <a:extLst>
                <a:ext uri="{FF2B5EF4-FFF2-40B4-BE49-F238E27FC236}">
                  <a16:creationId xmlns:a16="http://schemas.microsoft.com/office/drawing/2014/main" id="{86AF6906-5278-BD48-88C2-A1E2A6CB7A75}"/>
                </a:ext>
              </a:extLst>
            </p:cNvPr>
            <p:cNvSpPr/>
            <p:nvPr/>
          </p:nvSpPr>
          <p:spPr>
            <a:xfrm>
              <a:off x="-23928" y="-2"/>
              <a:ext cx="20052066" cy="13742053"/>
            </a:xfrm>
            <a:custGeom>
              <a:avLst/>
              <a:gdLst>
                <a:gd name="connsiteX0" fmla="*/ 0 w 20028138"/>
                <a:gd name="connsiteY0" fmla="*/ 0 h 13725655"/>
                <a:gd name="connsiteX1" fmla="*/ 18079250 w 20028138"/>
                <a:gd name="connsiteY1" fmla="*/ 0 h 13725655"/>
                <a:gd name="connsiteX2" fmla="*/ 18139770 w 20028138"/>
                <a:gd name="connsiteY2" fmla="*/ 94400 h 13725655"/>
                <a:gd name="connsiteX3" fmla="*/ 20028138 w 20028138"/>
                <a:gd name="connsiteY3" fmla="*/ 6857999 h 13725655"/>
                <a:gd name="connsiteX4" fmla="*/ 18139768 w 20028138"/>
                <a:gd name="connsiteY4" fmla="*/ 13621599 h 13725655"/>
                <a:gd name="connsiteX5" fmla="*/ 18073058 w 20028138"/>
                <a:gd name="connsiteY5" fmla="*/ 13725655 h 13725655"/>
                <a:gd name="connsiteX6" fmla="*/ 0 w 20028138"/>
                <a:gd name="connsiteY6" fmla="*/ 13725655 h 13725655"/>
                <a:gd name="connsiteX7" fmla="*/ 0 w 20028138"/>
                <a:gd name="connsiteY7" fmla="*/ 0 h 13725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28138" h="13725655">
                  <a:moveTo>
                    <a:pt x="0" y="0"/>
                  </a:moveTo>
                  <a:lnTo>
                    <a:pt x="18079250" y="0"/>
                  </a:lnTo>
                  <a:lnTo>
                    <a:pt x="18139770" y="94400"/>
                  </a:lnTo>
                  <a:cubicBezTo>
                    <a:pt x="19338082" y="2066558"/>
                    <a:pt x="20028138" y="4381693"/>
                    <a:pt x="20028138" y="6857999"/>
                  </a:cubicBezTo>
                  <a:cubicBezTo>
                    <a:pt x="20028138" y="9334306"/>
                    <a:pt x="19338080" y="11649441"/>
                    <a:pt x="18139768" y="13621599"/>
                  </a:cubicBezTo>
                  <a:lnTo>
                    <a:pt x="18073058" y="13725655"/>
                  </a:lnTo>
                  <a:lnTo>
                    <a:pt x="0" y="13725655"/>
                  </a:lnTo>
                  <a:lnTo>
                    <a:pt x="0" y="0"/>
                  </a:lnTo>
                  <a:close/>
                </a:path>
              </a:pathLst>
            </a:cu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latin typeface="Calibri" panose="020F0502020204030204"/>
              </a:endParaRPr>
            </a:p>
          </p:txBody>
        </p:sp>
        <p:sp>
          <p:nvSpPr>
            <p:cNvPr id="29" name="Rectangle 28">
              <a:extLst>
                <a:ext uri="{FF2B5EF4-FFF2-40B4-BE49-F238E27FC236}">
                  <a16:creationId xmlns:a16="http://schemas.microsoft.com/office/drawing/2014/main" id="{F36239F4-3BF1-254A-BF02-A102530DCDAC}"/>
                </a:ext>
              </a:extLst>
            </p:cNvPr>
            <p:cNvSpPr/>
            <p:nvPr/>
          </p:nvSpPr>
          <p:spPr>
            <a:xfrm>
              <a:off x="21961763" y="0"/>
              <a:ext cx="2425412"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33" name="Picture 32">
              <a:extLst>
                <a:ext uri="{FF2B5EF4-FFF2-40B4-BE49-F238E27FC236}">
                  <a16:creationId xmlns:a16="http://schemas.microsoft.com/office/drawing/2014/main" id="{6E2B7BF3-D61F-A14F-BBD9-7CE34032DAE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381659" y="2007829"/>
              <a:ext cx="2182620" cy="552276"/>
            </a:xfrm>
            <a:prstGeom prst="rect">
              <a:avLst/>
            </a:prstGeom>
          </p:spPr>
        </p:pic>
      </p:grpSp>
      <p:sp>
        <p:nvSpPr>
          <p:cNvPr id="2" name="Title">
            <a:extLst>
              <a:ext uri="{FF2B5EF4-FFF2-40B4-BE49-F238E27FC236}">
                <a16:creationId xmlns:a16="http://schemas.microsoft.com/office/drawing/2014/main" id="{BE39854C-ABF4-0C42-9314-C380C0F13D9F}"/>
              </a:ext>
            </a:extLst>
          </p:cNvPr>
          <p:cNvSpPr>
            <a:spLocks noGrp="1"/>
          </p:cNvSpPr>
          <p:nvPr>
            <p:ph type="title" hasCustomPrompt="1"/>
          </p:nvPr>
        </p:nvSpPr>
        <p:spPr>
          <a:xfrm>
            <a:off x="2274262" y="3256366"/>
            <a:ext cx="13234027" cy="1703864"/>
          </a:xfrm>
          <a:noFill/>
        </p:spPr>
        <p:txBody>
          <a:bodyPr vert="horz" lIns="0" tIns="45720" rIns="0" bIns="45720" rtlCol="0" anchor="b" anchorCtr="0">
            <a:noAutofit/>
          </a:bodyPr>
          <a:lstStyle>
            <a:lvl1pPr>
              <a:defRPr lang="en-US" sz="11498" dirty="0">
                <a:solidFill>
                  <a:schemeClr val="accent2"/>
                </a:solidFill>
                <a:ea typeface="+mn-ea"/>
                <a:cs typeface="+mn-cs"/>
              </a:defRPr>
            </a:lvl1pPr>
          </a:lstStyle>
          <a:p>
            <a:pPr marL="0" lvl="0" indent="0">
              <a:spcBef>
                <a:spcPts val="2000"/>
              </a:spcBef>
              <a:buFont typeface="Arial" panose="020B0604020202020204" pitchFamily="34" charset="0"/>
            </a:pPr>
            <a:r>
              <a:rPr lang="en-US"/>
              <a:t>Enter slide title here</a:t>
            </a:r>
          </a:p>
        </p:txBody>
      </p:sp>
      <p:sp>
        <p:nvSpPr>
          <p:cNvPr id="44" name="Date">
            <a:extLst>
              <a:ext uri="{FF2B5EF4-FFF2-40B4-BE49-F238E27FC236}">
                <a16:creationId xmlns:a16="http://schemas.microsoft.com/office/drawing/2014/main" id="{1C69B27D-7315-1C48-98EE-D6C046B45208}"/>
              </a:ext>
            </a:extLst>
          </p:cNvPr>
          <p:cNvSpPr>
            <a:spLocks noGrp="1"/>
          </p:cNvSpPr>
          <p:nvPr>
            <p:ph type="body" sz="quarter" idx="11" hasCustomPrompt="1"/>
          </p:nvPr>
        </p:nvSpPr>
        <p:spPr>
          <a:xfrm>
            <a:off x="2363786" y="5185410"/>
            <a:ext cx="5918827" cy="1260476"/>
          </a:xfrm>
        </p:spPr>
        <p:txBody>
          <a:bodyPr>
            <a:noAutofit/>
          </a:bodyPr>
          <a:lstStyle>
            <a:lvl1pPr marL="0" indent="0">
              <a:buNone/>
              <a:defRPr sz="4000"/>
            </a:lvl1pPr>
          </a:lstStyle>
          <a:p>
            <a:pPr lvl="0"/>
            <a:r>
              <a:rPr lang="en-US"/>
              <a:t>Enter date here</a:t>
            </a:r>
          </a:p>
        </p:txBody>
      </p:sp>
      <p:sp>
        <p:nvSpPr>
          <p:cNvPr id="23" name="Picture Placeholder 18">
            <a:extLst>
              <a:ext uri="{FF2B5EF4-FFF2-40B4-BE49-F238E27FC236}">
                <a16:creationId xmlns:a16="http://schemas.microsoft.com/office/drawing/2014/main" id="{D644C6F9-F32D-D247-8F62-DDA9CAE95781}"/>
              </a:ext>
              <a:ext uri="{C183D7F6-B498-43B3-948B-1728B52AA6E4}">
                <adec:decorative xmlns:adec="http://schemas.microsoft.com/office/drawing/2017/decorative" val="1"/>
              </a:ext>
            </a:extLst>
          </p:cNvPr>
          <p:cNvSpPr>
            <a:spLocks noGrp="1"/>
          </p:cNvSpPr>
          <p:nvPr>
            <p:ph type="pic" sz="quarter" idx="13" hasCustomPrompt="1"/>
          </p:nvPr>
        </p:nvSpPr>
        <p:spPr>
          <a:xfrm>
            <a:off x="2264128" y="7339253"/>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50" name="Text Placeholder 34">
            <a:extLst>
              <a:ext uri="{FF2B5EF4-FFF2-40B4-BE49-F238E27FC236}">
                <a16:creationId xmlns:a16="http://schemas.microsoft.com/office/drawing/2014/main" id="{B16272E9-C375-D849-B6F6-F3AC69FE4684}"/>
              </a:ext>
            </a:extLst>
          </p:cNvPr>
          <p:cNvSpPr>
            <a:spLocks noGrp="1"/>
          </p:cNvSpPr>
          <p:nvPr>
            <p:ph type="body" sz="quarter" idx="19" hasCustomPrompt="1"/>
          </p:nvPr>
        </p:nvSpPr>
        <p:spPr>
          <a:xfrm>
            <a:off x="1813090" y="11043757"/>
            <a:ext cx="4159442" cy="504162"/>
          </a:xfrm>
        </p:spPr>
        <p:txBody>
          <a:bodyPr>
            <a:noAutofit/>
          </a:bodyPr>
          <a:lstStyle>
            <a:lvl1pPr marL="0" marR="0" indent="0" algn="ctr" defTabSz="1828434" rtl="0" eaLnBrk="1" fontAlgn="auto" latinLnBrk="0" hangingPunct="1">
              <a:lnSpc>
                <a:spcPct val="90000"/>
              </a:lnSpc>
              <a:spcBef>
                <a:spcPts val="2000"/>
              </a:spcBef>
              <a:spcAft>
                <a:spcPts val="0"/>
              </a:spcAft>
              <a:buClrTx/>
              <a:buSzTx/>
              <a:buFontTx/>
              <a:buNone/>
              <a:tabLst/>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name</a:t>
            </a:r>
          </a:p>
        </p:txBody>
      </p:sp>
      <p:sp>
        <p:nvSpPr>
          <p:cNvPr id="51" name="Text Placeholder 34">
            <a:extLst>
              <a:ext uri="{FF2B5EF4-FFF2-40B4-BE49-F238E27FC236}">
                <a16:creationId xmlns:a16="http://schemas.microsoft.com/office/drawing/2014/main" id="{F6AB6EEA-FB3D-0249-AC14-4C57D9E2D32C}"/>
              </a:ext>
            </a:extLst>
          </p:cNvPr>
          <p:cNvSpPr>
            <a:spLocks noGrp="1"/>
          </p:cNvSpPr>
          <p:nvPr>
            <p:ph type="body" sz="quarter" idx="20" hasCustomPrompt="1"/>
          </p:nvPr>
        </p:nvSpPr>
        <p:spPr>
          <a:xfrm>
            <a:off x="1813090" y="11675509"/>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24" name="Picture Placeholder 18">
            <a:extLst>
              <a:ext uri="{FF2B5EF4-FFF2-40B4-BE49-F238E27FC236}">
                <a16:creationId xmlns:a16="http://schemas.microsoft.com/office/drawing/2014/main" id="{4A71872F-AC60-6145-B7BA-4B3DFDD68894}"/>
              </a:ext>
              <a:ext uri="{C183D7F6-B498-43B3-948B-1728B52AA6E4}">
                <adec:decorative xmlns:adec="http://schemas.microsoft.com/office/drawing/2017/decorative" val="1"/>
              </a:ext>
            </a:extLst>
          </p:cNvPr>
          <p:cNvSpPr>
            <a:spLocks noGrp="1"/>
          </p:cNvSpPr>
          <p:nvPr>
            <p:ph type="pic" sz="quarter" idx="14" hasCustomPrompt="1"/>
          </p:nvPr>
        </p:nvSpPr>
        <p:spPr>
          <a:xfrm>
            <a:off x="7772287" y="7339253"/>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52" name="Text Placeholder 34">
            <a:extLst>
              <a:ext uri="{FF2B5EF4-FFF2-40B4-BE49-F238E27FC236}">
                <a16:creationId xmlns:a16="http://schemas.microsoft.com/office/drawing/2014/main" id="{28949518-C714-094F-8F76-212ADB04AF89}"/>
              </a:ext>
            </a:extLst>
          </p:cNvPr>
          <p:cNvSpPr>
            <a:spLocks noGrp="1"/>
          </p:cNvSpPr>
          <p:nvPr>
            <p:ph type="body" sz="quarter" idx="21" hasCustomPrompt="1"/>
          </p:nvPr>
        </p:nvSpPr>
        <p:spPr>
          <a:xfrm>
            <a:off x="7397365" y="11043757"/>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name</a:t>
            </a:r>
          </a:p>
        </p:txBody>
      </p:sp>
      <p:sp>
        <p:nvSpPr>
          <p:cNvPr id="53" name="Text Placeholder 34">
            <a:extLst>
              <a:ext uri="{FF2B5EF4-FFF2-40B4-BE49-F238E27FC236}">
                <a16:creationId xmlns:a16="http://schemas.microsoft.com/office/drawing/2014/main" id="{38F93A71-C46B-744C-BFEC-3E8B82E2AA52}"/>
              </a:ext>
            </a:extLst>
          </p:cNvPr>
          <p:cNvSpPr>
            <a:spLocks noGrp="1"/>
          </p:cNvSpPr>
          <p:nvPr>
            <p:ph type="body" sz="quarter" idx="22" hasCustomPrompt="1"/>
          </p:nvPr>
        </p:nvSpPr>
        <p:spPr>
          <a:xfrm>
            <a:off x="7397365" y="11675509"/>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25" name="Picture Placeholder 18">
            <a:extLst>
              <a:ext uri="{FF2B5EF4-FFF2-40B4-BE49-F238E27FC236}">
                <a16:creationId xmlns:a16="http://schemas.microsoft.com/office/drawing/2014/main" id="{0F7E964A-62E6-494B-A236-9415BE4BA95B}"/>
              </a:ext>
              <a:ext uri="{C183D7F6-B498-43B3-948B-1728B52AA6E4}">
                <adec:decorative xmlns:adec="http://schemas.microsoft.com/office/drawing/2017/decorative" val="1"/>
              </a:ext>
            </a:extLst>
          </p:cNvPr>
          <p:cNvSpPr>
            <a:spLocks noGrp="1"/>
          </p:cNvSpPr>
          <p:nvPr>
            <p:ph type="pic" sz="quarter" idx="15" hasCustomPrompt="1"/>
          </p:nvPr>
        </p:nvSpPr>
        <p:spPr>
          <a:xfrm>
            <a:off x="13663394" y="7339253"/>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54" name="Text Placeholder 34">
            <a:extLst>
              <a:ext uri="{FF2B5EF4-FFF2-40B4-BE49-F238E27FC236}">
                <a16:creationId xmlns:a16="http://schemas.microsoft.com/office/drawing/2014/main" id="{49DCF908-C598-5C42-9434-287A939AD518}"/>
              </a:ext>
            </a:extLst>
          </p:cNvPr>
          <p:cNvSpPr>
            <a:spLocks noGrp="1"/>
          </p:cNvSpPr>
          <p:nvPr>
            <p:ph type="body" sz="quarter" idx="23" hasCustomPrompt="1"/>
          </p:nvPr>
        </p:nvSpPr>
        <p:spPr>
          <a:xfrm>
            <a:off x="13212356" y="11043757"/>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name</a:t>
            </a:r>
          </a:p>
        </p:txBody>
      </p:sp>
      <p:sp>
        <p:nvSpPr>
          <p:cNvPr id="55" name="Text Placeholder 34">
            <a:extLst>
              <a:ext uri="{FF2B5EF4-FFF2-40B4-BE49-F238E27FC236}">
                <a16:creationId xmlns:a16="http://schemas.microsoft.com/office/drawing/2014/main" id="{C32C00FD-CD82-5245-97E3-6016A4EF8C65}"/>
              </a:ext>
            </a:extLst>
          </p:cNvPr>
          <p:cNvSpPr>
            <a:spLocks noGrp="1"/>
          </p:cNvSpPr>
          <p:nvPr>
            <p:ph type="body" sz="quarter" idx="24" hasCustomPrompt="1"/>
          </p:nvPr>
        </p:nvSpPr>
        <p:spPr>
          <a:xfrm>
            <a:off x="13212356" y="11675509"/>
            <a:ext cx="4159442" cy="504162"/>
          </a:xfrm>
        </p:spPr>
        <p:txBody>
          <a:bodyPr>
            <a:noAutofit/>
          </a:bodyPr>
          <a:lstStyle>
            <a:lvl1pPr marL="0" marR="0" indent="0" algn="ctr" defTabSz="1828434" rtl="0" eaLnBrk="1" fontAlgn="auto" latinLnBrk="0" hangingPunct="1">
              <a:lnSpc>
                <a:spcPct val="90000"/>
              </a:lnSpc>
              <a:spcBef>
                <a:spcPts val="2000"/>
              </a:spcBef>
              <a:spcAft>
                <a:spcPts val="0"/>
              </a:spcAft>
              <a:buClrTx/>
              <a:buSzTx/>
              <a:buFontTx/>
              <a:buNone/>
              <a:tabLst/>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19" name="Folded Corner 18">
            <a:extLst>
              <a:ext uri="{FF2B5EF4-FFF2-40B4-BE49-F238E27FC236}">
                <a16:creationId xmlns:a16="http://schemas.microsoft.com/office/drawing/2014/main" id="{B9A55B29-2113-304A-9F30-610B073C7BF3}"/>
              </a:ext>
              <a:ext uri="{C183D7F6-B498-43B3-948B-1728B52AA6E4}">
                <adec:decorative xmlns:adec="http://schemas.microsoft.com/office/drawing/2017/decorative" val="1"/>
              </a:ext>
            </a:extLst>
          </p:cNvPr>
          <p:cNvSpPr/>
          <p:nvPr/>
        </p:nvSpPr>
        <p:spPr>
          <a:xfrm>
            <a:off x="0" y="-2819402"/>
            <a:ext cx="10593387" cy="227889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Layout Tip</a:t>
            </a:r>
            <a:r>
              <a:rPr lang="en-US" sz="2400">
                <a:solidFill>
                  <a:schemeClr val="tx1"/>
                </a:solidFill>
                <a:latin typeface="Source Sans Pro" charset="0"/>
                <a:ea typeface="Source Sans Pro" charset="0"/>
                <a:cs typeface="Source Sans Pro" charset="0"/>
              </a:rPr>
              <a:t>: Title slide with three speaker thumbnails and descriptors.</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Source Sans Pro" charset="0"/>
              </a:rPr>
              <a:t>Tip</a:t>
            </a:r>
            <a:r>
              <a:rPr lang="en-US" sz="2400">
                <a:solidFill>
                  <a:schemeClr val="tx1"/>
                </a:solidFill>
                <a:latin typeface="Source Sans Pro" charset="0"/>
                <a:ea typeface="Source Sans Pro" charset="0"/>
                <a:cs typeface="Source Sans Pro" charset="0"/>
              </a:rPr>
              <a:t>: For quick formatting, drag and drop the image you would like into the image placeholder. Replace text placeholder with your own copy.</a:t>
            </a:r>
          </a:p>
          <a:p>
            <a:r>
              <a:rPr lang="en-US" sz="2400">
                <a:solidFill>
                  <a:schemeClr val="tx1"/>
                </a:solidFill>
                <a:latin typeface="Source Sans Pro" charset="0"/>
                <a:ea typeface="Source Sans Pro" charset="0"/>
                <a:cs typeface="Source Sans Pro" charset="0"/>
              </a:rPr>
              <a:t> </a:t>
            </a:r>
          </a:p>
          <a:p>
            <a:endParaRPr lang="en-US" sz="2400">
              <a:solidFill>
                <a:schemeClr val="accent4">
                  <a:lumMod val="25000"/>
                </a:schemeClr>
              </a:solidFill>
              <a:latin typeface="Community" panose="02000303040000020003" pitchFamily="2"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accent4">
                  <a:lumMod val="25000"/>
                </a:schemeClr>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00496672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org chart split">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F56B6E03-A479-1B47-898F-0BF285BE7462}"/>
              </a:ext>
              <a:ext uri="{C183D7F6-B498-43B3-948B-1728B52AA6E4}">
                <adec:decorative xmlns:adec="http://schemas.microsoft.com/office/drawing/2017/decorative" val="1"/>
              </a:ext>
            </a:extLst>
          </p:cNvPr>
          <p:cNvSpPr/>
          <p:nvPr/>
        </p:nvSpPr>
        <p:spPr>
          <a:xfrm>
            <a:off x="8198221" y="0"/>
            <a:ext cx="16194086" cy="13716000"/>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Title Placeholder 1">
            <a:extLst>
              <a:ext uri="{FF2B5EF4-FFF2-40B4-BE49-F238E27FC236}">
                <a16:creationId xmlns:a16="http://schemas.microsoft.com/office/drawing/2014/main" id="{609903B5-FE6E-E944-8B07-95F6274CD8EC}"/>
              </a:ext>
            </a:extLst>
          </p:cNvPr>
          <p:cNvSpPr>
            <a:spLocks noGrp="1"/>
          </p:cNvSpPr>
          <p:nvPr>
            <p:ph type="title" hasCustomPrompt="1"/>
          </p:nvPr>
        </p:nvSpPr>
        <p:spPr>
          <a:xfrm>
            <a:off x="1404748" y="7467600"/>
            <a:ext cx="4997641" cy="2025452"/>
          </a:xfrm>
          <a:prstGeom prst="rect">
            <a:avLst/>
          </a:prstGeom>
        </p:spPr>
        <p:txBody>
          <a:bodyPr vert="horz" lIns="91440" tIns="45720" rIns="91440" bIns="45720" rtlCol="0" anchor="b" anchorCtr="0">
            <a:noAutofit/>
          </a:bodyPr>
          <a:lstStyle>
            <a:lvl1pPr>
              <a:defRPr sz="6598">
                <a:solidFill>
                  <a:schemeClr val="accent2"/>
                </a:solidFill>
              </a:defRPr>
            </a:lvl1pPr>
          </a:lstStyle>
          <a:p>
            <a:r>
              <a:rPr lang="en-US"/>
              <a:t>Enter your org title here</a:t>
            </a:r>
          </a:p>
        </p:txBody>
      </p:sp>
      <p:sp>
        <p:nvSpPr>
          <p:cNvPr id="54" name="Text Placeholder 8">
            <a:extLst>
              <a:ext uri="{FF2B5EF4-FFF2-40B4-BE49-F238E27FC236}">
                <a16:creationId xmlns:a16="http://schemas.microsoft.com/office/drawing/2014/main" id="{A4521267-49E5-9546-94F8-3204666B8F1D}"/>
              </a:ext>
            </a:extLst>
          </p:cNvPr>
          <p:cNvSpPr>
            <a:spLocks noGrp="1"/>
          </p:cNvSpPr>
          <p:nvPr>
            <p:ph type="body" sz="quarter" idx="17" hasCustomPrompt="1"/>
          </p:nvPr>
        </p:nvSpPr>
        <p:spPr>
          <a:xfrm>
            <a:off x="1398428" y="9788407"/>
            <a:ext cx="4997643" cy="1947294"/>
          </a:xfrm>
        </p:spPr>
        <p:txBody>
          <a:bodyPr lIns="109728" anchor="t">
            <a:normAutofit/>
          </a:bodyPr>
          <a:lstStyle>
            <a:lvl1pPr marL="0" indent="0">
              <a:buFontTx/>
              <a:buNone/>
              <a:defRPr sz="36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sp>
        <p:nvSpPr>
          <p:cNvPr id="51" name="Picture Placeholder 18">
            <a:extLst>
              <a:ext uri="{FF2B5EF4-FFF2-40B4-BE49-F238E27FC236}">
                <a16:creationId xmlns:a16="http://schemas.microsoft.com/office/drawing/2014/main" id="{36992F3D-C2CF-A647-83E6-F05AC9BBFF7D}"/>
              </a:ext>
              <a:ext uri="{C183D7F6-B498-43B3-948B-1728B52AA6E4}">
                <adec:decorative xmlns:adec="http://schemas.microsoft.com/office/drawing/2017/decorative" val="1"/>
              </a:ext>
            </a:extLst>
          </p:cNvPr>
          <p:cNvSpPr>
            <a:spLocks noGrp="1"/>
          </p:cNvSpPr>
          <p:nvPr>
            <p:ph type="pic" sz="quarter" idx="11" hasCustomPrompt="1"/>
          </p:nvPr>
        </p:nvSpPr>
        <p:spPr>
          <a:xfrm>
            <a:off x="1609819" y="1598069"/>
            <a:ext cx="3257366" cy="3257366"/>
          </a:xfrm>
          <a:prstGeom prst="ellipse">
            <a:avLst/>
          </a:prstGeom>
          <a:pattFill prst="wdUpDiag">
            <a:fgClr>
              <a:srgbClr val="FADFD9"/>
            </a:fgClr>
            <a:bgClr>
              <a:schemeClr val="bg1"/>
            </a:bgClr>
          </a:pattFill>
        </p:spPr>
        <p:txBody>
          <a:bodyPr anchor="ctr">
            <a:normAutofit/>
          </a:bodyPr>
          <a:lstStyle>
            <a:lvl1pPr marL="0" indent="0" algn="l">
              <a:buFontTx/>
              <a:buNone/>
              <a:defRPr sz="3200">
                <a:solidFill>
                  <a:schemeClr val="accent6"/>
                </a:solidFill>
              </a:defRPr>
            </a:lvl1pPr>
          </a:lstStyle>
          <a:p>
            <a:r>
              <a:rPr lang="en-US"/>
              <a:t>Drag and drop image here</a:t>
            </a:r>
          </a:p>
        </p:txBody>
      </p:sp>
      <p:sp>
        <p:nvSpPr>
          <p:cNvPr id="52" name="Text Placeholder 34">
            <a:extLst>
              <a:ext uri="{FF2B5EF4-FFF2-40B4-BE49-F238E27FC236}">
                <a16:creationId xmlns:a16="http://schemas.microsoft.com/office/drawing/2014/main" id="{EF4E4B4F-95CF-9949-B25E-5FA454304EE0}"/>
              </a:ext>
            </a:extLst>
          </p:cNvPr>
          <p:cNvSpPr>
            <a:spLocks noGrp="1"/>
          </p:cNvSpPr>
          <p:nvPr>
            <p:ph type="body" sz="quarter" idx="19" hasCustomPrompt="1"/>
          </p:nvPr>
        </p:nvSpPr>
        <p:spPr>
          <a:xfrm>
            <a:off x="1525586" y="5264889"/>
            <a:ext cx="4159442" cy="504162"/>
          </a:xfrm>
        </p:spPr>
        <p:txBody>
          <a:bodyPr>
            <a:noAutofit/>
          </a:bodyPr>
          <a:lstStyle>
            <a:lvl1pPr marL="0" indent="0" algn="l">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53" name="Text Placeholder 34">
            <a:extLst>
              <a:ext uri="{FF2B5EF4-FFF2-40B4-BE49-F238E27FC236}">
                <a16:creationId xmlns:a16="http://schemas.microsoft.com/office/drawing/2014/main" id="{517B563B-DAA7-0040-9D2A-712251BC643B}"/>
              </a:ext>
            </a:extLst>
          </p:cNvPr>
          <p:cNvSpPr>
            <a:spLocks noGrp="1"/>
          </p:cNvSpPr>
          <p:nvPr>
            <p:ph type="body" sz="quarter" idx="20" hasCustomPrompt="1"/>
          </p:nvPr>
        </p:nvSpPr>
        <p:spPr>
          <a:xfrm>
            <a:off x="1525586" y="5896641"/>
            <a:ext cx="4159442" cy="504162"/>
          </a:xfrm>
        </p:spPr>
        <p:txBody>
          <a:bodyPr>
            <a:noAutofit/>
          </a:bodyPr>
          <a:lstStyle>
            <a:lvl1pPr marL="0" indent="0" algn="l">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60" name="Text Placeholder 34">
            <a:extLst>
              <a:ext uri="{FF2B5EF4-FFF2-40B4-BE49-F238E27FC236}">
                <a16:creationId xmlns:a16="http://schemas.microsoft.com/office/drawing/2014/main" id="{258DB4FE-A860-6042-8299-B518825463A6}"/>
              </a:ext>
            </a:extLst>
          </p:cNvPr>
          <p:cNvSpPr>
            <a:spLocks noGrp="1"/>
          </p:cNvSpPr>
          <p:nvPr>
            <p:ph type="body" sz="quarter" idx="25" hasCustomPrompt="1"/>
          </p:nvPr>
        </p:nvSpPr>
        <p:spPr>
          <a:xfrm>
            <a:off x="8916987" y="5086942"/>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61" name="Text Placeholder 34">
            <a:extLst>
              <a:ext uri="{FF2B5EF4-FFF2-40B4-BE49-F238E27FC236}">
                <a16:creationId xmlns:a16="http://schemas.microsoft.com/office/drawing/2014/main" id="{A6352CB0-58CB-B045-A059-8B2A28F04ADA}"/>
              </a:ext>
            </a:extLst>
          </p:cNvPr>
          <p:cNvSpPr>
            <a:spLocks noGrp="1"/>
          </p:cNvSpPr>
          <p:nvPr>
            <p:ph type="body" sz="quarter" idx="26" hasCustomPrompt="1"/>
          </p:nvPr>
        </p:nvSpPr>
        <p:spPr>
          <a:xfrm>
            <a:off x="8916987" y="5718692"/>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62" name="Text Placeholder 34">
            <a:extLst>
              <a:ext uri="{FF2B5EF4-FFF2-40B4-BE49-F238E27FC236}">
                <a16:creationId xmlns:a16="http://schemas.microsoft.com/office/drawing/2014/main" id="{176ACB83-5C75-D647-9B38-97940902CB62}"/>
              </a:ext>
            </a:extLst>
          </p:cNvPr>
          <p:cNvSpPr>
            <a:spLocks noGrp="1"/>
          </p:cNvSpPr>
          <p:nvPr>
            <p:ph type="body" sz="quarter" idx="27" hasCustomPrompt="1"/>
          </p:nvPr>
        </p:nvSpPr>
        <p:spPr>
          <a:xfrm>
            <a:off x="12653689" y="5086942"/>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63" name="Text Placeholder 34">
            <a:extLst>
              <a:ext uri="{FF2B5EF4-FFF2-40B4-BE49-F238E27FC236}">
                <a16:creationId xmlns:a16="http://schemas.microsoft.com/office/drawing/2014/main" id="{12781DBA-DAFA-ED4E-B292-DCC908E64BE8}"/>
              </a:ext>
            </a:extLst>
          </p:cNvPr>
          <p:cNvSpPr>
            <a:spLocks noGrp="1"/>
          </p:cNvSpPr>
          <p:nvPr>
            <p:ph type="body" sz="quarter" idx="28" hasCustomPrompt="1"/>
          </p:nvPr>
        </p:nvSpPr>
        <p:spPr>
          <a:xfrm>
            <a:off x="12653689" y="5718692"/>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64" name="Text Placeholder 34">
            <a:extLst>
              <a:ext uri="{FF2B5EF4-FFF2-40B4-BE49-F238E27FC236}">
                <a16:creationId xmlns:a16="http://schemas.microsoft.com/office/drawing/2014/main" id="{26C51F1B-1C72-5D46-B596-80D6033F2B27}"/>
              </a:ext>
            </a:extLst>
          </p:cNvPr>
          <p:cNvSpPr>
            <a:spLocks noGrp="1"/>
          </p:cNvSpPr>
          <p:nvPr>
            <p:ph type="body" sz="quarter" idx="29" hasCustomPrompt="1"/>
          </p:nvPr>
        </p:nvSpPr>
        <p:spPr>
          <a:xfrm>
            <a:off x="16393046" y="5086942"/>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65" name="Text Placeholder 34">
            <a:extLst>
              <a:ext uri="{FF2B5EF4-FFF2-40B4-BE49-F238E27FC236}">
                <a16:creationId xmlns:a16="http://schemas.microsoft.com/office/drawing/2014/main" id="{C243DBC4-40B3-A64D-8D70-CE4B33387476}"/>
              </a:ext>
            </a:extLst>
          </p:cNvPr>
          <p:cNvSpPr>
            <a:spLocks noGrp="1"/>
          </p:cNvSpPr>
          <p:nvPr>
            <p:ph type="body" sz="quarter" idx="30" hasCustomPrompt="1"/>
          </p:nvPr>
        </p:nvSpPr>
        <p:spPr>
          <a:xfrm>
            <a:off x="16393046" y="5718692"/>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66" name="Text Placeholder 34">
            <a:extLst>
              <a:ext uri="{FF2B5EF4-FFF2-40B4-BE49-F238E27FC236}">
                <a16:creationId xmlns:a16="http://schemas.microsoft.com/office/drawing/2014/main" id="{EEB39F87-6246-CB44-82F9-7816660ED31A}"/>
              </a:ext>
            </a:extLst>
          </p:cNvPr>
          <p:cNvSpPr>
            <a:spLocks noGrp="1"/>
          </p:cNvSpPr>
          <p:nvPr>
            <p:ph type="body" sz="quarter" idx="32" hasCustomPrompt="1"/>
          </p:nvPr>
        </p:nvSpPr>
        <p:spPr>
          <a:xfrm>
            <a:off x="20127096" y="5086942"/>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67" name="Text Placeholder 34">
            <a:extLst>
              <a:ext uri="{FF2B5EF4-FFF2-40B4-BE49-F238E27FC236}">
                <a16:creationId xmlns:a16="http://schemas.microsoft.com/office/drawing/2014/main" id="{1CD51EB7-79F3-5E48-9572-A6BAF6A2570C}"/>
              </a:ext>
            </a:extLst>
          </p:cNvPr>
          <p:cNvSpPr>
            <a:spLocks noGrp="1"/>
          </p:cNvSpPr>
          <p:nvPr>
            <p:ph type="body" sz="quarter" idx="33" hasCustomPrompt="1"/>
          </p:nvPr>
        </p:nvSpPr>
        <p:spPr>
          <a:xfrm>
            <a:off x="20127096" y="5718692"/>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56" name="Text Placeholder 34">
            <a:extLst>
              <a:ext uri="{FF2B5EF4-FFF2-40B4-BE49-F238E27FC236}">
                <a16:creationId xmlns:a16="http://schemas.microsoft.com/office/drawing/2014/main" id="{059C56FF-7760-CD4F-9F5A-CBD5813E61D1}"/>
              </a:ext>
            </a:extLst>
          </p:cNvPr>
          <p:cNvSpPr>
            <a:spLocks noGrp="1"/>
          </p:cNvSpPr>
          <p:nvPr>
            <p:ph type="body" sz="quarter" idx="21" hasCustomPrompt="1"/>
          </p:nvPr>
        </p:nvSpPr>
        <p:spPr>
          <a:xfrm>
            <a:off x="8916987" y="1066568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57" name="Text Placeholder 34">
            <a:extLst>
              <a:ext uri="{FF2B5EF4-FFF2-40B4-BE49-F238E27FC236}">
                <a16:creationId xmlns:a16="http://schemas.microsoft.com/office/drawing/2014/main" id="{A8EFD51E-98CA-6B4C-8379-CEFF08CAB7C7}"/>
              </a:ext>
            </a:extLst>
          </p:cNvPr>
          <p:cNvSpPr>
            <a:spLocks noGrp="1"/>
          </p:cNvSpPr>
          <p:nvPr>
            <p:ph type="body" sz="quarter" idx="22" hasCustomPrompt="1"/>
          </p:nvPr>
        </p:nvSpPr>
        <p:spPr>
          <a:xfrm>
            <a:off x="8916987" y="11297436"/>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58" name="Text Placeholder 34">
            <a:extLst>
              <a:ext uri="{FF2B5EF4-FFF2-40B4-BE49-F238E27FC236}">
                <a16:creationId xmlns:a16="http://schemas.microsoft.com/office/drawing/2014/main" id="{58022743-CCF1-334B-8B80-C5C5D853662E}"/>
              </a:ext>
            </a:extLst>
          </p:cNvPr>
          <p:cNvSpPr>
            <a:spLocks noGrp="1"/>
          </p:cNvSpPr>
          <p:nvPr>
            <p:ph type="body" sz="quarter" idx="23" hasCustomPrompt="1"/>
          </p:nvPr>
        </p:nvSpPr>
        <p:spPr>
          <a:xfrm>
            <a:off x="12647993" y="1066568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59" name="Text Placeholder 34">
            <a:extLst>
              <a:ext uri="{FF2B5EF4-FFF2-40B4-BE49-F238E27FC236}">
                <a16:creationId xmlns:a16="http://schemas.microsoft.com/office/drawing/2014/main" id="{FA7090AC-B83C-5A44-8218-5A9E3E442951}"/>
              </a:ext>
            </a:extLst>
          </p:cNvPr>
          <p:cNvSpPr>
            <a:spLocks noGrp="1"/>
          </p:cNvSpPr>
          <p:nvPr>
            <p:ph type="body" sz="quarter" idx="24" hasCustomPrompt="1"/>
          </p:nvPr>
        </p:nvSpPr>
        <p:spPr>
          <a:xfrm>
            <a:off x="12647993" y="11297436"/>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29" name="Text Placeholder 34">
            <a:extLst>
              <a:ext uri="{FF2B5EF4-FFF2-40B4-BE49-F238E27FC236}">
                <a16:creationId xmlns:a16="http://schemas.microsoft.com/office/drawing/2014/main" id="{7AF8985B-40E4-B042-9FF8-46B4956588C0}"/>
              </a:ext>
            </a:extLst>
          </p:cNvPr>
          <p:cNvSpPr>
            <a:spLocks noGrp="1"/>
          </p:cNvSpPr>
          <p:nvPr>
            <p:ph type="body" sz="quarter" idx="36" hasCustomPrompt="1"/>
          </p:nvPr>
        </p:nvSpPr>
        <p:spPr>
          <a:xfrm>
            <a:off x="16393046" y="1066568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0" name="Text Placeholder 34">
            <a:extLst>
              <a:ext uri="{FF2B5EF4-FFF2-40B4-BE49-F238E27FC236}">
                <a16:creationId xmlns:a16="http://schemas.microsoft.com/office/drawing/2014/main" id="{02854AD5-A250-AA4A-B47B-EAF4DB1D2A92}"/>
              </a:ext>
            </a:extLst>
          </p:cNvPr>
          <p:cNvSpPr>
            <a:spLocks noGrp="1"/>
          </p:cNvSpPr>
          <p:nvPr>
            <p:ph type="body" sz="quarter" idx="37" hasCustomPrompt="1"/>
          </p:nvPr>
        </p:nvSpPr>
        <p:spPr>
          <a:xfrm>
            <a:off x="16393046" y="11297436"/>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70" name="Picture Placeholder 18">
            <a:extLst>
              <a:ext uri="{FF2B5EF4-FFF2-40B4-BE49-F238E27FC236}">
                <a16:creationId xmlns:a16="http://schemas.microsoft.com/office/drawing/2014/main" id="{2FC392D1-D3EE-4E4E-A5DA-5B3D0EA39BF6}"/>
              </a:ext>
              <a:ext uri="{C183D7F6-B498-43B3-948B-1728B52AA6E4}">
                <adec:decorative xmlns:adec="http://schemas.microsoft.com/office/drawing/2017/decorative" val="1"/>
              </a:ext>
            </a:extLst>
          </p:cNvPr>
          <p:cNvSpPr>
            <a:spLocks noGrp="1"/>
          </p:cNvSpPr>
          <p:nvPr>
            <p:ph type="pic" sz="quarter" idx="15" hasCustomPrompt="1"/>
          </p:nvPr>
        </p:nvSpPr>
        <p:spPr>
          <a:xfrm>
            <a:off x="9368024" y="1866485"/>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71" name="Picture Placeholder 18">
            <a:extLst>
              <a:ext uri="{FF2B5EF4-FFF2-40B4-BE49-F238E27FC236}">
                <a16:creationId xmlns:a16="http://schemas.microsoft.com/office/drawing/2014/main" id="{487A4A7F-86FE-7446-8D2B-D7FE25D73618}"/>
              </a:ext>
              <a:ext uri="{C183D7F6-B498-43B3-948B-1728B52AA6E4}">
                <adec:decorative xmlns:adec="http://schemas.microsoft.com/office/drawing/2017/decorative" val="1"/>
              </a:ext>
            </a:extLst>
          </p:cNvPr>
          <p:cNvSpPr>
            <a:spLocks noGrp="1"/>
          </p:cNvSpPr>
          <p:nvPr>
            <p:ph type="pic" sz="quarter" idx="34" hasCustomPrompt="1"/>
          </p:nvPr>
        </p:nvSpPr>
        <p:spPr>
          <a:xfrm>
            <a:off x="13104726" y="1866485"/>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69" name="Picture Placeholder 18">
            <a:extLst>
              <a:ext uri="{FF2B5EF4-FFF2-40B4-BE49-F238E27FC236}">
                <a16:creationId xmlns:a16="http://schemas.microsoft.com/office/drawing/2014/main" id="{A80069BC-67F1-2940-AF4E-707A4AAA62FC}"/>
              </a:ext>
              <a:ext uri="{C183D7F6-B498-43B3-948B-1728B52AA6E4}">
                <adec:decorative xmlns:adec="http://schemas.microsoft.com/office/drawing/2017/decorative" val="1"/>
              </a:ext>
            </a:extLst>
          </p:cNvPr>
          <p:cNvSpPr>
            <a:spLocks noGrp="1"/>
          </p:cNvSpPr>
          <p:nvPr>
            <p:ph type="pic" sz="quarter" idx="14" hasCustomPrompt="1"/>
          </p:nvPr>
        </p:nvSpPr>
        <p:spPr>
          <a:xfrm>
            <a:off x="13022913" y="7445229"/>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68" name="Picture Placeholder 18">
            <a:extLst>
              <a:ext uri="{FF2B5EF4-FFF2-40B4-BE49-F238E27FC236}">
                <a16:creationId xmlns:a16="http://schemas.microsoft.com/office/drawing/2014/main" id="{D18DA4B8-262D-8649-A4B1-C03F0479FDB7}"/>
              </a:ext>
              <a:ext uri="{C183D7F6-B498-43B3-948B-1728B52AA6E4}">
                <adec:decorative xmlns:adec="http://schemas.microsoft.com/office/drawing/2017/decorative" val="1"/>
              </a:ext>
            </a:extLst>
          </p:cNvPr>
          <p:cNvSpPr>
            <a:spLocks noGrp="1"/>
          </p:cNvSpPr>
          <p:nvPr>
            <p:ph type="pic" sz="quarter" idx="13" hasCustomPrompt="1"/>
          </p:nvPr>
        </p:nvSpPr>
        <p:spPr>
          <a:xfrm>
            <a:off x="9368024" y="7445229"/>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72" name="Picture Placeholder 18">
            <a:extLst>
              <a:ext uri="{FF2B5EF4-FFF2-40B4-BE49-F238E27FC236}">
                <a16:creationId xmlns:a16="http://schemas.microsoft.com/office/drawing/2014/main" id="{71B15117-8721-2A40-9991-9DFC22E3043A}"/>
              </a:ext>
              <a:ext uri="{C183D7F6-B498-43B3-948B-1728B52AA6E4}">
                <adec:decorative xmlns:adec="http://schemas.microsoft.com/office/drawing/2017/decorative" val="1"/>
              </a:ext>
            </a:extLst>
          </p:cNvPr>
          <p:cNvSpPr>
            <a:spLocks noGrp="1"/>
          </p:cNvSpPr>
          <p:nvPr>
            <p:ph type="pic" sz="quarter" idx="35" hasCustomPrompt="1"/>
          </p:nvPr>
        </p:nvSpPr>
        <p:spPr>
          <a:xfrm>
            <a:off x="16765115" y="1866485"/>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73" name="Picture Placeholder 18">
            <a:extLst>
              <a:ext uri="{FF2B5EF4-FFF2-40B4-BE49-F238E27FC236}">
                <a16:creationId xmlns:a16="http://schemas.microsoft.com/office/drawing/2014/main" id="{6ED02208-8A7D-5347-B6AD-DF3063DEF3E7}"/>
              </a:ext>
              <a:ext uri="{C183D7F6-B498-43B3-948B-1728B52AA6E4}">
                <adec:decorative xmlns:adec="http://schemas.microsoft.com/office/drawing/2017/decorative" val="1"/>
              </a:ext>
            </a:extLst>
          </p:cNvPr>
          <p:cNvSpPr>
            <a:spLocks noGrp="1"/>
          </p:cNvSpPr>
          <p:nvPr>
            <p:ph type="pic" sz="quarter" idx="31" hasCustomPrompt="1"/>
          </p:nvPr>
        </p:nvSpPr>
        <p:spPr>
          <a:xfrm>
            <a:off x="20578131" y="1866485"/>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31" name="Picture Placeholder 18">
            <a:extLst>
              <a:ext uri="{FF2B5EF4-FFF2-40B4-BE49-F238E27FC236}">
                <a16:creationId xmlns:a16="http://schemas.microsoft.com/office/drawing/2014/main" id="{E00E3FF9-C98A-0146-BC72-C783DDC2EBE0}"/>
              </a:ext>
              <a:ext uri="{C183D7F6-B498-43B3-948B-1728B52AA6E4}">
                <adec:decorative xmlns:adec="http://schemas.microsoft.com/office/drawing/2017/decorative" val="1"/>
              </a:ext>
            </a:extLst>
          </p:cNvPr>
          <p:cNvSpPr>
            <a:spLocks noGrp="1"/>
          </p:cNvSpPr>
          <p:nvPr>
            <p:ph type="pic" sz="quarter" idx="38" hasCustomPrompt="1"/>
          </p:nvPr>
        </p:nvSpPr>
        <p:spPr>
          <a:xfrm>
            <a:off x="16765115" y="7445229"/>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32" name="Folded Corner 31">
            <a:extLst>
              <a:ext uri="{FF2B5EF4-FFF2-40B4-BE49-F238E27FC236}">
                <a16:creationId xmlns:a16="http://schemas.microsoft.com/office/drawing/2014/main" id="{078E95F8-6135-2041-B063-EF339D1D8085}"/>
              </a:ext>
              <a:ext uri="{C183D7F6-B498-43B3-948B-1728B52AA6E4}">
                <adec:decorative xmlns:adec="http://schemas.microsoft.com/office/drawing/2017/decorative" val="1"/>
              </a:ext>
            </a:extLst>
          </p:cNvPr>
          <p:cNvSpPr/>
          <p:nvPr/>
        </p:nvSpPr>
        <p:spPr>
          <a:xfrm>
            <a:off x="-1" y="-3124199"/>
            <a:ext cx="9602788" cy="271552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Org chart layout option one. Drag and drop teammates into image placeholders. You will need to crop to circle under Picture Format tab. After, under Crop option, change ratio to 1:1 for an symmetric circle.</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 </a:t>
            </a:r>
            <a:r>
              <a:rPr lang="en-US" sz="2400" b="0">
                <a:solidFill>
                  <a:schemeClr val="tx1"/>
                </a:solidFill>
                <a:latin typeface="Source Sans Pro" charset="0"/>
                <a:ea typeface="Source Sans Pro" charset="0"/>
                <a:cs typeface="Source Sans Pro" charset="0"/>
              </a:rPr>
              <a:t>Use clear headshots with consistent sized heads when possible.</a:t>
            </a:r>
            <a:endParaRPr lang="en-US" sz="2400" b="1">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21212442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org chart split title">
    <p:spTree>
      <p:nvGrpSpPr>
        <p:cNvPr id="1" name=""/>
        <p:cNvGrpSpPr/>
        <p:nvPr/>
      </p:nvGrpSpPr>
      <p:grpSpPr>
        <a:xfrm>
          <a:off x="0" y="0"/>
          <a:ext cx="0" cy="0"/>
          <a:chOff x="0" y="0"/>
          <a:chExt cx="0" cy="0"/>
        </a:xfrm>
      </p:grpSpPr>
      <p:sp>
        <p:nvSpPr>
          <p:cNvPr id="55" name="Title Placeholder 1">
            <a:extLst>
              <a:ext uri="{FF2B5EF4-FFF2-40B4-BE49-F238E27FC236}">
                <a16:creationId xmlns:a16="http://schemas.microsoft.com/office/drawing/2014/main" id="{609903B5-FE6E-E944-8B07-95F6274CD8EC}"/>
              </a:ext>
            </a:extLst>
          </p:cNvPr>
          <p:cNvSpPr>
            <a:spLocks noGrp="1"/>
          </p:cNvSpPr>
          <p:nvPr>
            <p:ph type="title" hasCustomPrompt="1"/>
          </p:nvPr>
        </p:nvSpPr>
        <p:spPr>
          <a:xfrm>
            <a:off x="10047465" y="2438400"/>
            <a:ext cx="12784986" cy="1934012"/>
          </a:xfrm>
          <a:prstGeom prst="rect">
            <a:avLst/>
          </a:prstGeom>
        </p:spPr>
        <p:txBody>
          <a:bodyPr vert="horz" lIns="91440" tIns="45720" rIns="91440" bIns="45720" rtlCol="0" anchor="b" anchorCtr="0">
            <a:noAutofit/>
          </a:bodyPr>
          <a:lstStyle>
            <a:lvl1pPr>
              <a:defRPr sz="8798">
                <a:solidFill>
                  <a:schemeClr val="accent2"/>
                </a:solidFill>
              </a:defRPr>
            </a:lvl1pPr>
          </a:lstStyle>
          <a:p>
            <a:r>
              <a:rPr lang="en-US"/>
              <a:t>Enter chart title here</a:t>
            </a:r>
          </a:p>
        </p:txBody>
      </p:sp>
      <p:sp>
        <p:nvSpPr>
          <p:cNvPr id="54" name="Text Placeholder 8">
            <a:extLst>
              <a:ext uri="{FF2B5EF4-FFF2-40B4-BE49-F238E27FC236}">
                <a16:creationId xmlns:a16="http://schemas.microsoft.com/office/drawing/2014/main" id="{A4521267-49E5-9546-94F8-3204666B8F1D}"/>
              </a:ext>
            </a:extLst>
          </p:cNvPr>
          <p:cNvSpPr>
            <a:spLocks noGrp="1"/>
          </p:cNvSpPr>
          <p:nvPr>
            <p:ph type="body" sz="quarter" idx="17" hasCustomPrompt="1"/>
          </p:nvPr>
        </p:nvSpPr>
        <p:spPr>
          <a:xfrm>
            <a:off x="10041148" y="4463852"/>
            <a:ext cx="12784988" cy="170834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sp>
        <p:nvSpPr>
          <p:cNvPr id="28" name="Rectangle 27">
            <a:extLst>
              <a:ext uri="{FF2B5EF4-FFF2-40B4-BE49-F238E27FC236}">
                <a16:creationId xmlns:a16="http://schemas.microsoft.com/office/drawing/2014/main" id="{36E71A67-6C08-7E48-923A-8FA985616A72}"/>
              </a:ext>
              <a:ext uri="{C183D7F6-B498-43B3-948B-1728B52AA6E4}">
                <adec:decorative xmlns:adec="http://schemas.microsoft.com/office/drawing/2017/decorative" val="1"/>
              </a:ext>
            </a:extLst>
          </p:cNvPr>
          <p:cNvSpPr/>
          <p:nvPr/>
        </p:nvSpPr>
        <p:spPr>
          <a:xfrm>
            <a:off x="8203756" y="2133600"/>
            <a:ext cx="27432" cy="4114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2" name="Text Placeholder 34">
            <a:extLst>
              <a:ext uri="{FF2B5EF4-FFF2-40B4-BE49-F238E27FC236}">
                <a16:creationId xmlns:a16="http://schemas.microsoft.com/office/drawing/2014/main" id="{EF4E4B4F-95CF-9949-B25E-5FA454304EE0}"/>
              </a:ext>
            </a:extLst>
          </p:cNvPr>
          <p:cNvSpPr>
            <a:spLocks noGrp="1"/>
          </p:cNvSpPr>
          <p:nvPr>
            <p:ph type="body" sz="quarter" idx="19" hasCustomPrompt="1"/>
          </p:nvPr>
        </p:nvSpPr>
        <p:spPr>
          <a:xfrm>
            <a:off x="2471546" y="5602817"/>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53" name="Text Placeholder 34">
            <a:extLst>
              <a:ext uri="{FF2B5EF4-FFF2-40B4-BE49-F238E27FC236}">
                <a16:creationId xmlns:a16="http://schemas.microsoft.com/office/drawing/2014/main" id="{517B563B-DAA7-0040-9D2A-712251BC643B}"/>
              </a:ext>
            </a:extLst>
          </p:cNvPr>
          <p:cNvSpPr>
            <a:spLocks noGrp="1"/>
          </p:cNvSpPr>
          <p:nvPr>
            <p:ph type="body" sz="quarter" idx="20" hasCustomPrompt="1"/>
          </p:nvPr>
        </p:nvSpPr>
        <p:spPr>
          <a:xfrm>
            <a:off x="2471546" y="6234567"/>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56" name="Text Placeholder 34">
            <a:extLst>
              <a:ext uri="{FF2B5EF4-FFF2-40B4-BE49-F238E27FC236}">
                <a16:creationId xmlns:a16="http://schemas.microsoft.com/office/drawing/2014/main" id="{059C56FF-7760-CD4F-9F5A-CBD5813E61D1}"/>
              </a:ext>
            </a:extLst>
          </p:cNvPr>
          <p:cNvSpPr>
            <a:spLocks noGrp="1"/>
          </p:cNvSpPr>
          <p:nvPr>
            <p:ph type="body" sz="quarter" idx="21" hasCustomPrompt="1"/>
          </p:nvPr>
        </p:nvSpPr>
        <p:spPr>
          <a:xfrm>
            <a:off x="1051691" y="11201400"/>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57" name="Text Placeholder 34">
            <a:extLst>
              <a:ext uri="{FF2B5EF4-FFF2-40B4-BE49-F238E27FC236}">
                <a16:creationId xmlns:a16="http://schemas.microsoft.com/office/drawing/2014/main" id="{A8EFD51E-98CA-6B4C-8379-CEFF08CAB7C7}"/>
              </a:ext>
            </a:extLst>
          </p:cNvPr>
          <p:cNvSpPr>
            <a:spLocks noGrp="1"/>
          </p:cNvSpPr>
          <p:nvPr>
            <p:ph type="body" sz="quarter" idx="22" hasCustomPrompt="1"/>
          </p:nvPr>
        </p:nvSpPr>
        <p:spPr>
          <a:xfrm>
            <a:off x="1051691" y="11833152"/>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58" name="Text Placeholder 34">
            <a:extLst>
              <a:ext uri="{FF2B5EF4-FFF2-40B4-BE49-F238E27FC236}">
                <a16:creationId xmlns:a16="http://schemas.microsoft.com/office/drawing/2014/main" id="{58022743-CCF1-334B-8B80-C5C5D853662E}"/>
              </a:ext>
            </a:extLst>
          </p:cNvPr>
          <p:cNvSpPr>
            <a:spLocks noGrp="1"/>
          </p:cNvSpPr>
          <p:nvPr>
            <p:ph type="body" sz="quarter" idx="23" hasCustomPrompt="1"/>
          </p:nvPr>
        </p:nvSpPr>
        <p:spPr>
          <a:xfrm>
            <a:off x="4774978" y="11201400"/>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59" name="Text Placeholder 34">
            <a:extLst>
              <a:ext uri="{FF2B5EF4-FFF2-40B4-BE49-F238E27FC236}">
                <a16:creationId xmlns:a16="http://schemas.microsoft.com/office/drawing/2014/main" id="{FA7090AC-B83C-5A44-8218-5A9E3E442951}"/>
              </a:ext>
            </a:extLst>
          </p:cNvPr>
          <p:cNvSpPr>
            <a:spLocks noGrp="1"/>
          </p:cNvSpPr>
          <p:nvPr>
            <p:ph type="body" sz="quarter" idx="24" hasCustomPrompt="1"/>
          </p:nvPr>
        </p:nvSpPr>
        <p:spPr>
          <a:xfrm>
            <a:off x="4774978" y="11833152"/>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60" name="Text Placeholder 34">
            <a:extLst>
              <a:ext uri="{FF2B5EF4-FFF2-40B4-BE49-F238E27FC236}">
                <a16:creationId xmlns:a16="http://schemas.microsoft.com/office/drawing/2014/main" id="{258DB4FE-A860-6042-8299-B518825463A6}"/>
              </a:ext>
            </a:extLst>
          </p:cNvPr>
          <p:cNvSpPr>
            <a:spLocks noGrp="1"/>
          </p:cNvSpPr>
          <p:nvPr>
            <p:ph type="body" sz="quarter" idx="25" hasCustomPrompt="1"/>
          </p:nvPr>
        </p:nvSpPr>
        <p:spPr>
          <a:xfrm>
            <a:off x="8511680" y="11201400"/>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61" name="Text Placeholder 34">
            <a:extLst>
              <a:ext uri="{FF2B5EF4-FFF2-40B4-BE49-F238E27FC236}">
                <a16:creationId xmlns:a16="http://schemas.microsoft.com/office/drawing/2014/main" id="{A6352CB0-58CB-B045-A059-8B2A28F04ADA}"/>
              </a:ext>
            </a:extLst>
          </p:cNvPr>
          <p:cNvSpPr>
            <a:spLocks noGrp="1"/>
          </p:cNvSpPr>
          <p:nvPr>
            <p:ph type="body" sz="quarter" idx="26" hasCustomPrompt="1"/>
          </p:nvPr>
        </p:nvSpPr>
        <p:spPr>
          <a:xfrm>
            <a:off x="8511680" y="11833152"/>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62" name="Text Placeholder 34">
            <a:extLst>
              <a:ext uri="{FF2B5EF4-FFF2-40B4-BE49-F238E27FC236}">
                <a16:creationId xmlns:a16="http://schemas.microsoft.com/office/drawing/2014/main" id="{176ACB83-5C75-D647-9B38-97940902CB62}"/>
              </a:ext>
            </a:extLst>
          </p:cNvPr>
          <p:cNvSpPr>
            <a:spLocks noGrp="1"/>
          </p:cNvSpPr>
          <p:nvPr>
            <p:ph type="body" sz="quarter" idx="27" hasCustomPrompt="1"/>
          </p:nvPr>
        </p:nvSpPr>
        <p:spPr>
          <a:xfrm>
            <a:off x="12248384" y="11201400"/>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63" name="Text Placeholder 34">
            <a:extLst>
              <a:ext uri="{FF2B5EF4-FFF2-40B4-BE49-F238E27FC236}">
                <a16:creationId xmlns:a16="http://schemas.microsoft.com/office/drawing/2014/main" id="{12781DBA-DAFA-ED4E-B292-DCC908E64BE8}"/>
              </a:ext>
            </a:extLst>
          </p:cNvPr>
          <p:cNvSpPr>
            <a:spLocks noGrp="1"/>
          </p:cNvSpPr>
          <p:nvPr>
            <p:ph type="body" sz="quarter" idx="28" hasCustomPrompt="1"/>
          </p:nvPr>
        </p:nvSpPr>
        <p:spPr>
          <a:xfrm>
            <a:off x="12248384" y="11833152"/>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64" name="Text Placeholder 34">
            <a:extLst>
              <a:ext uri="{FF2B5EF4-FFF2-40B4-BE49-F238E27FC236}">
                <a16:creationId xmlns:a16="http://schemas.microsoft.com/office/drawing/2014/main" id="{26C51F1B-1C72-5D46-B596-80D6033F2B27}"/>
              </a:ext>
            </a:extLst>
          </p:cNvPr>
          <p:cNvSpPr>
            <a:spLocks noGrp="1"/>
          </p:cNvSpPr>
          <p:nvPr>
            <p:ph type="body" sz="quarter" idx="29" hasCustomPrompt="1"/>
          </p:nvPr>
        </p:nvSpPr>
        <p:spPr>
          <a:xfrm>
            <a:off x="15985087" y="11201400"/>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65" name="Text Placeholder 34">
            <a:extLst>
              <a:ext uri="{FF2B5EF4-FFF2-40B4-BE49-F238E27FC236}">
                <a16:creationId xmlns:a16="http://schemas.microsoft.com/office/drawing/2014/main" id="{C243DBC4-40B3-A64D-8D70-CE4B33387476}"/>
              </a:ext>
            </a:extLst>
          </p:cNvPr>
          <p:cNvSpPr>
            <a:spLocks noGrp="1"/>
          </p:cNvSpPr>
          <p:nvPr>
            <p:ph type="body" sz="quarter" idx="30" hasCustomPrompt="1"/>
          </p:nvPr>
        </p:nvSpPr>
        <p:spPr>
          <a:xfrm>
            <a:off x="15985087" y="11833152"/>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66" name="Text Placeholder 34">
            <a:extLst>
              <a:ext uri="{FF2B5EF4-FFF2-40B4-BE49-F238E27FC236}">
                <a16:creationId xmlns:a16="http://schemas.microsoft.com/office/drawing/2014/main" id="{EEB39F87-6246-CB44-82F9-7816660ED31A}"/>
              </a:ext>
            </a:extLst>
          </p:cNvPr>
          <p:cNvSpPr>
            <a:spLocks noGrp="1"/>
          </p:cNvSpPr>
          <p:nvPr>
            <p:ph type="body" sz="quarter" idx="32" hasCustomPrompt="1"/>
          </p:nvPr>
        </p:nvSpPr>
        <p:spPr>
          <a:xfrm>
            <a:off x="19721789" y="11201400"/>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67" name="Text Placeholder 34">
            <a:extLst>
              <a:ext uri="{FF2B5EF4-FFF2-40B4-BE49-F238E27FC236}">
                <a16:creationId xmlns:a16="http://schemas.microsoft.com/office/drawing/2014/main" id="{1CD51EB7-79F3-5E48-9572-A6BAF6A2570C}"/>
              </a:ext>
            </a:extLst>
          </p:cNvPr>
          <p:cNvSpPr>
            <a:spLocks noGrp="1"/>
          </p:cNvSpPr>
          <p:nvPr>
            <p:ph type="body" sz="quarter" idx="33" hasCustomPrompt="1"/>
          </p:nvPr>
        </p:nvSpPr>
        <p:spPr>
          <a:xfrm>
            <a:off x="19721789" y="11833152"/>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51" name="Picture Placeholder 18">
            <a:extLst>
              <a:ext uri="{FF2B5EF4-FFF2-40B4-BE49-F238E27FC236}">
                <a16:creationId xmlns:a16="http://schemas.microsoft.com/office/drawing/2014/main" id="{36992F3D-C2CF-A647-83E6-F05AC9BBFF7D}"/>
              </a:ext>
              <a:ext uri="{C183D7F6-B498-43B3-948B-1728B52AA6E4}">
                <adec:decorative xmlns:adec="http://schemas.microsoft.com/office/drawing/2017/decorative" val="1"/>
              </a:ext>
            </a:extLst>
          </p:cNvPr>
          <p:cNvSpPr>
            <a:spLocks noGrp="1"/>
          </p:cNvSpPr>
          <p:nvPr>
            <p:ph type="pic" sz="quarter" idx="11" hasCustomPrompt="1"/>
          </p:nvPr>
        </p:nvSpPr>
        <p:spPr>
          <a:xfrm>
            <a:off x="2922584" y="1898311"/>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68" name="Picture Placeholder 18">
            <a:extLst>
              <a:ext uri="{FF2B5EF4-FFF2-40B4-BE49-F238E27FC236}">
                <a16:creationId xmlns:a16="http://schemas.microsoft.com/office/drawing/2014/main" id="{D18DA4B8-262D-8649-A4B1-C03F0479FDB7}"/>
              </a:ext>
              <a:ext uri="{C183D7F6-B498-43B3-948B-1728B52AA6E4}">
                <adec:decorative xmlns:adec="http://schemas.microsoft.com/office/drawing/2017/decorative" val="1"/>
              </a:ext>
            </a:extLst>
          </p:cNvPr>
          <p:cNvSpPr>
            <a:spLocks noGrp="1"/>
          </p:cNvSpPr>
          <p:nvPr>
            <p:ph type="pic" sz="quarter" idx="13" hasCustomPrompt="1"/>
          </p:nvPr>
        </p:nvSpPr>
        <p:spPr>
          <a:xfrm>
            <a:off x="1502728" y="7980945"/>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69" name="Picture Placeholder 18">
            <a:extLst>
              <a:ext uri="{FF2B5EF4-FFF2-40B4-BE49-F238E27FC236}">
                <a16:creationId xmlns:a16="http://schemas.microsoft.com/office/drawing/2014/main" id="{A80069BC-67F1-2940-AF4E-707A4AAA62FC}"/>
              </a:ext>
              <a:ext uri="{C183D7F6-B498-43B3-948B-1728B52AA6E4}">
                <adec:decorative xmlns:adec="http://schemas.microsoft.com/office/drawing/2017/decorative" val="1"/>
              </a:ext>
            </a:extLst>
          </p:cNvPr>
          <p:cNvSpPr>
            <a:spLocks noGrp="1"/>
          </p:cNvSpPr>
          <p:nvPr>
            <p:ph type="pic" sz="quarter" idx="14" hasCustomPrompt="1"/>
          </p:nvPr>
        </p:nvSpPr>
        <p:spPr>
          <a:xfrm>
            <a:off x="5149898" y="7980945"/>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70" name="Picture Placeholder 18">
            <a:extLst>
              <a:ext uri="{FF2B5EF4-FFF2-40B4-BE49-F238E27FC236}">
                <a16:creationId xmlns:a16="http://schemas.microsoft.com/office/drawing/2014/main" id="{2FC392D1-D3EE-4E4E-A5DA-5B3D0EA39BF6}"/>
              </a:ext>
              <a:ext uri="{C183D7F6-B498-43B3-948B-1728B52AA6E4}">
                <adec:decorative xmlns:adec="http://schemas.microsoft.com/office/drawing/2017/decorative" val="1"/>
              </a:ext>
            </a:extLst>
          </p:cNvPr>
          <p:cNvSpPr>
            <a:spLocks noGrp="1"/>
          </p:cNvSpPr>
          <p:nvPr>
            <p:ph type="pic" sz="quarter" idx="15" hasCustomPrompt="1"/>
          </p:nvPr>
        </p:nvSpPr>
        <p:spPr>
          <a:xfrm>
            <a:off x="8962717" y="7980945"/>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71" name="Picture Placeholder 18">
            <a:extLst>
              <a:ext uri="{FF2B5EF4-FFF2-40B4-BE49-F238E27FC236}">
                <a16:creationId xmlns:a16="http://schemas.microsoft.com/office/drawing/2014/main" id="{487A4A7F-86FE-7446-8D2B-D7FE25D73618}"/>
              </a:ext>
              <a:ext uri="{C183D7F6-B498-43B3-948B-1728B52AA6E4}">
                <adec:decorative xmlns:adec="http://schemas.microsoft.com/office/drawing/2017/decorative" val="1"/>
              </a:ext>
            </a:extLst>
          </p:cNvPr>
          <p:cNvSpPr>
            <a:spLocks noGrp="1"/>
          </p:cNvSpPr>
          <p:nvPr>
            <p:ph type="pic" sz="quarter" idx="34" hasCustomPrompt="1"/>
          </p:nvPr>
        </p:nvSpPr>
        <p:spPr>
          <a:xfrm>
            <a:off x="12699419" y="7980945"/>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72" name="Picture Placeholder 18">
            <a:extLst>
              <a:ext uri="{FF2B5EF4-FFF2-40B4-BE49-F238E27FC236}">
                <a16:creationId xmlns:a16="http://schemas.microsoft.com/office/drawing/2014/main" id="{71B15117-8721-2A40-9991-9DFC22E3043A}"/>
              </a:ext>
              <a:ext uri="{C183D7F6-B498-43B3-948B-1728B52AA6E4}">
                <adec:decorative xmlns:adec="http://schemas.microsoft.com/office/drawing/2017/decorative" val="1"/>
              </a:ext>
            </a:extLst>
          </p:cNvPr>
          <p:cNvSpPr>
            <a:spLocks noGrp="1"/>
          </p:cNvSpPr>
          <p:nvPr>
            <p:ph type="pic" sz="quarter" idx="35" hasCustomPrompt="1"/>
          </p:nvPr>
        </p:nvSpPr>
        <p:spPr>
          <a:xfrm>
            <a:off x="16436124" y="7980945"/>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73" name="Picture Placeholder 18">
            <a:extLst>
              <a:ext uri="{FF2B5EF4-FFF2-40B4-BE49-F238E27FC236}">
                <a16:creationId xmlns:a16="http://schemas.microsoft.com/office/drawing/2014/main" id="{6ED02208-8A7D-5347-B6AD-DF3063DEF3E7}"/>
              </a:ext>
              <a:ext uri="{C183D7F6-B498-43B3-948B-1728B52AA6E4}">
                <adec:decorative xmlns:adec="http://schemas.microsoft.com/office/drawing/2017/decorative" val="1"/>
              </a:ext>
            </a:extLst>
          </p:cNvPr>
          <p:cNvSpPr>
            <a:spLocks noGrp="1"/>
          </p:cNvSpPr>
          <p:nvPr>
            <p:ph type="pic" sz="quarter" idx="31" hasCustomPrompt="1"/>
          </p:nvPr>
        </p:nvSpPr>
        <p:spPr>
          <a:xfrm>
            <a:off x="20172826" y="7980945"/>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27" name="Folded Corner 26">
            <a:extLst>
              <a:ext uri="{FF2B5EF4-FFF2-40B4-BE49-F238E27FC236}">
                <a16:creationId xmlns:a16="http://schemas.microsoft.com/office/drawing/2014/main" id="{4B7BC363-E585-D946-AE27-F2C0DE3B690B}"/>
              </a:ext>
              <a:ext uri="{C183D7F6-B498-43B3-948B-1728B52AA6E4}">
                <adec:decorative xmlns:adec="http://schemas.microsoft.com/office/drawing/2017/decorative" val="1"/>
              </a:ext>
            </a:extLst>
          </p:cNvPr>
          <p:cNvSpPr/>
          <p:nvPr/>
        </p:nvSpPr>
        <p:spPr>
          <a:xfrm>
            <a:off x="-12266" y="-2971799"/>
            <a:ext cx="9602788" cy="2563122"/>
          </a:xfrm>
          <a:prstGeom prst="foldedCorner">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Source Sans Pro" charset="0"/>
              </a:rPr>
              <a:t>Purpose of Layout</a:t>
            </a:r>
            <a:r>
              <a:rPr lang="en-US" sz="2400">
                <a:solidFill>
                  <a:schemeClr val="tx1"/>
                </a:solidFill>
                <a:latin typeface="Source Sans Pro" charset="0"/>
                <a:ea typeface="Source Sans Pro" charset="0"/>
                <a:cs typeface="Source Sans Pro" charset="0"/>
              </a:rPr>
              <a:t>: Org chart layout option one. Drag and drop teammates into image placeholders. You will need to crop to circle under Picture Format tab. After, under Crop option, change ratio to 1:1 for an symmetric circle.</a:t>
            </a:r>
          </a:p>
          <a:p>
            <a:endParaRPr lang="en-US" sz="2400">
              <a:solidFill>
                <a:schemeClr val="tx1"/>
              </a:solidFill>
              <a:latin typeface="Source Sans Pro" charset="0"/>
              <a:ea typeface="Source Sans Pro" charset="0"/>
              <a:cs typeface="Source Sans Pro" charset="0"/>
            </a:endParaRPr>
          </a:p>
          <a:p>
            <a:r>
              <a:rPr lang="en-US" sz="2400" b="1">
                <a:solidFill>
                  <a:schemeClr val="tx1"/>
                </a:solidFill>
                <a:latin typeface="Source Sans Pro" charset="0"/>
                <a:ea typeface="Source Sans Pro" charset="0"/>
                <a:cs typeface="Source Sans Pro" charset="0"/>
              </a:rPr>
              <a:t>Tip: </a:t>
            </a:r>
            <a:r>
              <a:rPr lang="en-US" sz="2400" b="0">
                <a:solidFill>
                  <a:schemeClr val="tx1"/>
                </a:solidFill>
                <a:latin typeface="Source Sans Pro" charset="0"/>
                <a:ea typeface="Source Sans Pro" charset="0"/>
                <a:cs typeface="Source Sans Pro" charset="0"/>
              </a:rPr>
              <a:t>Use clear headshots with consistent sized heads when possible.</a:t>
            </a:r>
            <a:endParaRPr lang="en-US" sz="2400" b="1">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a:p>
            <a:endParaRPr lang="en-US" sz="2400">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42506080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org chart small">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chart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52" name="Text Placeholder 34">
            <a:extLst>
              <a:ext uri="{FF2B5EF4-FFF2-40B4-BE49-F238E27FC236}">
                <a16:creationId xmlns:a16="http://schemas.microsoft.com/office/drawing/2014/main" id="{43AFA908-8785-AE4E-A7E5-14692CE3B415}"/>
              </a:ext>
            </a:extLst>
          </p:cNvPr>
          <p:cNvSpPr>
            <a:spLocks noGrp="1"/>
          </p:cNvSpPr>
          <p:nvPr>
            <p:ph type="body" sz="quarter" idx="38" hasCustomPrompt="1"/>
          </p:nvPr>
        </p:nvSpPr>
        <p:spPr>
          <a:xfrm>
            <a:off x="10399274" y="6563294"/>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53" name="Text Placeholder 34">
            <a:extLst>
              <a:ext uri="{FF2B5EF4-FFF2-40B4-BE49-F238E27FC236}">
                <a16:creationId xmlns:a16="http://schemas.microsoft.com/office/drawing/2014/main" id="{3AFF3702-4A57-554C-A980-8A4FF58DA179}"/>
              </a:ext>
            </a:extLst>
          </p:cNvPr>
          <p:cNvSpPr>
            <a:spLocks noGrp="1"/>
          </p:cNvSpPr>
          <p:nvPr>
            <p:ph type="body" sz="quarter" idx="39" hasCustomPrompt="1"/>
          </p:nvPr>
        </p:nvSpPr>
        <p:spPr>
          <a:xfrm>
            <a:off x="10399274" y="7195044"/>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25" name="Text Placeholder 34">
            <a:extLst>
              <a:ext uri="{FF2B5EF4-FFF2-40B4-BE49-F238E27FC236}">
                <a16:creationId xmlns:a16="http://schemas.microsoft.com/office/drawing/2014/main" id="{EEA5E56B-4E28-8343-80CE-44CD2796EFD9}"/>
              </a:ext>
            </a:extLst>
          </p:cNvPr>
          <p:cNvSpPr>
            <a:spLocks noGrp="1"/>
          </p:cNvSpPr>
          <p:nvPr>
            <p:ph type="body" sz="quarter" idx="21" hasCustomPrompt="1"/>
          </p:nvPr>
        </p:nvSpPr>
        <p:spPr>
          <a:xfrm>
            <a:off x="4774978"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26" name="Text Placeholder 34">
            <a:extLst>
              <a:ext uri="{FF2B5EF4-FFF2-40B4-BE49-F238E27FC236}">
                <a16:creationId xmlns:a16="http://schemas.microsoft.com/office/drawing/2014/main" id="{9B810466-682E-164F-ADE1-D79442C6AB45}"/>
              </a:ext>
            </a:extLst>
          </p:cNvPr>
          <p:cNvSpPr>
            <a:spLocks noGrp="1"/>
          </p:cNvSpPr>
          <p:nvPr>
            <p:ph type="body" sz="quarter" idx="22" hasCustomPrompt="1"/>
          </p:nvPr>
        </p:nvSpPr>
        <p:spPr>
          <a:xfrm>
            <a:off x="4774978"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27" name="Text Placeholder 34">
            <a:extLst>
              <a:ext uri="{FF2B5EF4-FFF2-40B4-BE49-F238E27FC236}">
                <a16:creationId xmlns:a16="http://schemas.microsoft.com/office/drawing/2014/main" id="{4307521D-8395-1648-871F-F9B535A5CAFA}"/>
              </a:ext>
            </a:extLst>
          </p:cNvPr>
          <p:cNvSpPr>
            <a:spLocks noGrp="1"/>
          </p:cNvSpPr>
          <p:nvPr>
            <p:ph type="body" sz="quarter" idx="23" hasCustomPrompt="1"/>
          </p:nvPr>
        </p:nvSpPr>
        <p:spPr>
          <a:xfrm>
            <a:off x="8511680"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28" name="Text Placeholder 34">
            <a:extLst>
              <a:ext uri="{FF2B5EF4-FFF2-40B4-BE49-F238E27FC236}">
                <a16:creationId xmlns:a16="http://schemas.microsoft.com/office/drawing/2014/main" id="{2D43B465-C13A-C34E-8D9F-7163D24FCBFC}"/>
              </a:ext>
            </a:extLst>
          </p:cNvPr>
          <p:cNvSpPr>
            <a:spLocks noGrp="1"/>
          </p:cNvSpPr>
          <p:nvPr>
            <p:ph type="body" sz="quarter" idx="24" hasCustomPrompt="1"/>
          </p:nvPr>
        </p:nvSpPr>
        <p:spPr>
          <a:xfrm>
            <a:off x="8511680"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32" name="Text Placeholder 34">
            <a:extLst>
              <a:ext uri="{FF2B5EF4-FFF2-40B4-BE49-F238E27FC236}">
                <a16:creationId xmlns:a16="http://schemas.microsoft.com/office/drawing/2014/main" id="{4E34D59A-F510-2F4B-9861-21E1F7A80747}"/>
              </a:ext>
            </a:extLst>
          </p:cNvPr>
          <p:cNvSpPr>
            <a:spLocks noGrp="1"/>
          </p:cNvSpPr>
          <p:nvPr>
            <p:ph type="body" sz="quarter" idx="26" hasCustomPrompt="1"/>
          </p:nvPr>
        </p:nvSpPr>
        <p:spPr>
          <a:xfrm>
            <a:off x="12248384"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4" name="Text Placeholder 34">
            <a:extLst>
              <a:ext uri="{FF2B5EF4-FFF2-40B4-BE49-F238E27FC236}">
                <a16:creationId xmlns:a16="http://schemas.microsoft.com/office/drawing/2014/main" id="{F5D17976-A799-0749-87F9-D1C82C7C8316}"/>
              </a:ext>
            </a:extLst>
          </p:cNvPr>
          <p:cNvSpPr>
            <a:spLocks noGrp="1"/>
          </p:cNvSpPr>
          <p:nvPr>
            <p:ph type="body" sz="quarter" idx="27" hasCustomPrompt="1"/>
          </p:nvPr>
        </p:nvSpPr>
        <p:spPr>
          <a:xfrm>
            <a:off x="12248384"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40" name="Text Placeholder 34">
            <a:extLst>
              <a:ext uri="{FF2B5EF4-FFF2-40B4-BE49-F238E27FC236}">
                <a16:creationId xmlns:a16="http://schemas.microsoft.com/office/drawing/2014/main" id="{F44BE0CC-E747-9C45-AFC3-35A6554C4B46}"/>
              </a:ext>
            </a:extLst>
          </p:cNvPr>
          <p:cNvSpPr>
            <a:spLocks noGrp="1"/>
          </p:cNvSpPr>
          <p:nvPr>
            <p:ph type="body" sz="quarter" idx="29" hasCustomPrompt="1"/>
          </p:nvPr>
        </p:nvSpPr>
        <p:spPr>
          <a:xfrm>
            <a:off x="15985087"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41" name="Text Placeholder 34">
            <a:extLst>
              <a:ext uri="{FF2B5EF4-FFF2-40B4-BE49-F238E27FC236}">
                <a16:creationId xmlns:a16="http://schemas.microsoft.com/office/drawing/2014/main" id="{E542445D-B830-8343-915E-EB1103E28311}"/>
              </a:ext>
            </a:extLst>
          </p:cNvPr>
          <p:cNvSpPr>
            <a:spLocks noGrp="1"/>
          </p:cNvSpPr>
          <p:nvPr>
            <p:ph type="body" sz="quarter" idx="30" hasCustomPrompt="1"/>
          </p:nvPr>
        </p:nvSpPr>
        <p:spPr>
          <a:xfrm>
            <a:off x="15985087"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cxnSp>
        <p:nvCxnSpPr>
          <p:cNvPr id="3" name="Straight Connector 2">
            <a:extLst>
              <a:ext uri="{FF2B5EF4-FFF2-40B4-BE49-F238E27FC236}">
                <a16:creationId xmlns:a16="http://schemas.microsoft.com/office/drawing/2014/main" id="{893A1DD1-A72A-4E4D-81B9-59AAE32BB728}"/>
              </a:ext>
              <a:ext uri="{C183D7F6-B498-43B3-948B-1728B52AA6E4}">
                <adec:decorative xmlns:adec="http://schemas.microsoft.com/office/drawing/2017/decorative" val="1"/>
              </a:ext>
            </a:extLst>
          </p:cNvPr>
          <p:cNvCxnSpPr>
            <a:cxnSpLocks/>
          </p:cNvCxnSpPr>
          <p:nvPr/>
        </p:nvCxnSpPr>
        <p:spPr>
          <a:xfrm>
            <a:off x="6477732" y="8022414"/>
            <a:ext cx="11341835" cy="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56DBC577-0223-2141-86EF-F98AFCB60D66}"/>
              </a:ext>
              <a:ext uri="{C183D7F6-B498-43B3-948B-1728B52AA6E4}">
                <adec:decorative xmlns:adec="http://schemas.microsoft.com/office/drawing/2017/decorative" val="1"/>
              </a:ext>
            </a:extLst>
          </p:cNvPr>
          <p:cNvCxnSpPr/>
          <p:nvPr/>
        </p:nvCxnSpPr>
        <p:spPr>
          <a:xfrm>
            <a:off x="6477729" y="8022414"/>
            <a:ext cx="0" cy="233312"/>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61" name="Straight Connector 60">
            <a:extLst>
              <a:ext uri="{FF2B5EF4-FFF2-40B4-BE49-F238E27FC236}">
                <a16:creationId xmlns:a16="http://schemas.microsoft.com/office/drawing/2014/main" id="{CB3AF1ED-41CC-A74D-AB95-CFE029D4060B}"/>
              </a:ext>
              <a:ext uri="{C183D7F6-B498-43B3-948B-1728B52AA6E4}">
                <adec:decorative xmlns:adec="http://schemas.microsoft.com/office/drawing/2017/decorative" val="1"/>
              </a:ext>
            </a:extLst>
          </p:cNvPr>
          <p:cNvCxnSpPr>
            <a:cxnSpLocks/>
          </p:cNvCxnSpPr>
          <p:nvPr/>
        </p:nvCxnSpPr>
        <p:spPr>
          <a:xfrm>
            <a:off x="17819566" y="8022414"/>
            <a:ext cx="0" cy="233312"/>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23" name="Straight Connector 22">
            <a:extLst>
              <a:ext uri="{FF2B5EF4-FFF2-40B4-BE49-F238E27FC236}">
                <a16:creationId xmlns:a16="http://schemas.microsoft.com/office/drawing/2014/main" id="{61D2F5BC-53F4-CB42-BF44-26F79C307B27}"/>
              </a:ext>
              <a:ext uri="{C183D7F6-B498-43B3-948B-1728B52AA6E4}">
                <adec:decorative xmlns:adec="http://schemas.microsoft.com/office/drawing/2017/decorative" val="1"/>
              </a:ext>
            </a:extLst>
          </p:cNvPr>
          <p:cNvCxnSpPr>
            <a:cxnSpLocks/>
          </p:cNvCxnSpPr>
          <p:nvPr/>
        </p:nvCxnSpPr>
        <p:spPr>
          <a:xfrm>
            <a:off x="6477732" y="8022414"/>
            <a:ext cx="11341835" cy="0"/>
          </a:xfrm>
          <a:prstGeom prst="line">
            <a:avLst/>
          </a:prstGeom>
          <a:ln>
            <a:solidFill>
              <a:schemeClr val="accent4"/>
            </a:solidFill>
          </a:ln>
        </p:spPr>
        <p:style>
          <a:lnRef idx="3">
            <a:schemeClr val="accent2"/>
          </a:lnRef>
          <a:fillRef idx="0">
            <a:schemeClr val="accent2"/>
          </a:fillRef>
          <a:effectRef idx="2">
            <a:schemeClr val="accent2"/>
          </a:effectRef>
          <a:fontRef idx="minor">
            <a:schemeClr val="tx1"/>
          </a:fontRef>
        </p:style>
      </p:cxnSp>
      <p:cxnSp>
        <p:nvCxnSpPr>
          <p:cNvPr id="24" name="Straight Connector 23">
            <a:extLst>
              <a:ext uri="{FF2B5EF4-FFF2-40B4-BE49-F238E27FC236}">
                <a16:creationId xmlns:a16="http://schemas.microsoft.com/office/drawing/2014/main" id="{D6BA88FF-B862-4B4B-9726-04A3D659755A}"/>
              </a:ext>
              <a:ext uri="{C183D7F6-B498-43B3-948B-1728B52AA6E4}">
                <adec:decorative xmlns:adec="http://schemas.microsoft.com/office/drawing/2017/decorative" val="1"/>
              </a:ext>
            </a:extLst>
          </p:cNvPr>
          <p:cNvCxnSpPr/>
          <p:nvPr/>
        </p:nvCxnSpPr>
        <p:spPr>
          <a:xfrm>
            <a:off x="6477729" y="8022414"/>
            <a:ext cx="0" cy="233312"/>
          </a:xfrm>
          <a:prstGeom prst="line">
            <a:avLst/>
          </a:prstGeom>
          <a:ln>
            <a:solidFill>
              <a:schemeClr val="accent4"/>
            </a:solidFill>
          </a:ln>
        </p:spPr>
        <p:style>
          <a:lnRef idx="3">
            <a:schemeClr val="accent2"/>
          </a:lnRef>
          <a:fillRef idx="0">
            <a:schemeClr val="accent2"/>
          </a:fillRef>
          <a:effectRef idx="2">
            <a:schemeClr val="accent2"/>
          </a:effectRef>
          <a:fontRef idx="minor">
            <a:schemeClr val="tx1"/>
          </a:fontRef>
        </p:style>
      </p:cxnSp>
      <p:cxnSp>
        <p:nvCxnSpPr>
          <p:cNvPr id="30" name="Straight Connector 29">
            <a:extLst>
              <a:ext uri="{FF2B5EF4-FFF2-40B4-BE49-F238E27FC236}">
                <a16:creationId xmlns:a16="http://schemas.microsoft.com/office/drawing/2014/main" id="{4E6D15FA-6C13-444E-A5FF-6AAF6E13175C}"/>
              </a:ext>
              <a:ext uri="{C183D7F6-B498-43B3-948B-1728B52AA6E4}">
                <adec:decorative xmlns:adec="http://schemas.microsoft.com/office/drawing/2017/decorative" val="1"/>
              </a:ext>
            </a:extLst>
          </p:cNvPr>
          <p:cNvCxnSpPr>
            <a:cxnSpLocks/>
          </p:cNvCxnSpPr>
          <p:nvPr/>
        </p:nvCxnSpPr>
        <p:spPr>
          <a:xfrm>
            <a:off x="17819566" y="8022414"/>
            <a:ext cx="0" cy="233312"/>
          </a:xfrm>
          <a:prstGeom prst="line">
            <a:avLst/>
          </a:prstGeom>
          <a:ln>
            <a:solidFill>
              <a:schemeClr val="accent4"/>
            </a:solidFill>
          </a:ln>
        </p:spPr>
        <p:style>
          <a:lnRef idx="3">
            <a:schemeClr val="accent2"/>
          </a:lnRef>
          <a:fillRef idx="0">
            <a:schemeClr val="accent2"/>
          </a:fillRef>
          <a:effectRef idx="2">
            <a:schemeClr val="accent2"/>
          </a:effectRef>
          <a:fontRef idx="minor">
            <a:schemeClr val="tx1"/>
          </a:fontRef>
        </p:style>
      </p:cxnSp>
      <p:sp>
        <p:nvSpPr>
          <p:cNvPr id="21" name="Picture Placeholder 18">
            <a:extLst>
              <a:ext uri="{FF2B5EF4-FFF2-40B4-BE49-F238E27FC236}">
                <a16:creationId xmlns:a16="http://schemas.microsoft.com/office/drawing/2014/main" id="{4EFAA546-8AC3-7347-946A-CE2E69D75084}"/>
              </a:ext>
              <a:ext uri="{C183D7F6-B498-43B3-948B-1728B52AA6E4}">
                <adec:decorative xmlns:adec="http://schemas.microsoft.com/office/drawing/2017/decorative" val="1"/>
              </a:ext>
            </a:extLst>
          </p:cNvPr>
          <p:cNvSpPr>
            <a:spLocks noGrp="1"/>
          </p:cNvSpPr>
          <p:nvPr>
            <p:ph type="pic" sz="quarter" idx="14" hasCustomPrompt="1"/>
          </p:nvPr>
        </p:nvSpPr>
        <p:spPr>
          <a:xfrm>
            <a:off x="5149898"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22" name="Picture Placeholder 18">
            <a:extLst>
              <a:ext uri="{FF2B5EF4-FFF2-40B4-BE49-F238E27FC236}">
                <a16:creationId xmlns:a16="http://schemas.microsoft.com/office/drawing/2014/main" id="{88DB6781-305C-044B-A408-5777172AB2BA}"/>
              </a:ext>
              <a:ext uri="{C183D7F6-B498-43B3-948B-1728B52AA6E4}">
                <adec:decorative xmlns:adec="http://schemas.microsoft.com/office/drawing/2017/decorative" val="1"/>
              </a:ext>
            </a:extLst>
          </p:cNvPr>
          <p:cNvSpPr>
            <a:spLocks noGrp="1"/>
          </p:cNvSpPr>
          <p:nvPr>
            <p:ph type="pic" sz="quarter" idx="15" hasCustomPrompt="1"/>
          </p:nvPr>
        </p:nvSpPr>
        <p:spPr>
          <a:xfrm>
            <a:off x="8962717"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29" name="Picture Placeholder 18">
            <a:extLst>
              <a:ext uri="{FF2B5EF4-FFF2-40B4-BE49-F238E27FC236}">
                <a16:creationId xmlns:a16="http://schemas.microsoft.com/office/drawing/2014/main" id="{B94910E6-1F1A-4340-AEDF-4CA9EEBE8E39}"/>
              </a:ext>
              <a:ext uri="{C183D7F6-B498-43B3-948B-1728B52AA6E4}">
                <adec:decorative xmlns:adec="http://schemas.microsoft.com/office/drawing/2017/decorative" val="1"/>
              </a:ext>
            </a:extLst>
          </p:cNvPr>
          <p:cNvSpPr>
            <a:spLocks noGrp="1"/>
          </p:cNvSpPr>
          <p:nvPr>
            <p:ph type="pic" sz="quarter" idx="25" hasCustomPrompt="1"/>
          </p:nvPr>
        </p:nvSpPr>
        <p:spPr>
          <a:xfrm>
            <a:off x="12699419"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37" name="Picture Placeholder 18">
            <a:extLst>
              <a:ext uri="{FF2B5EF4-FFF2-40B4-BE49-F238E27FC236}">
                <a16:creationId xmlns:a16="http://schemas.microsoft.com/office/drawing/2014/main" id="{7A9BC03B-0C7D-C74C-A761-19B06C2CB670}"/>
              </a:ext>
              <a:ext uri="{C183D7F6-B498-43B3-948B-1728B52AA6E4}">
                <adec:decorative xmlns:adec="http://schemas.microsoft.com/office/drawing/2017/decorative" val="1"/>
              </a:ext>
            </a:extLst>
          </p:cNvPr>
          <p:cNvSpPr>
            <a:spLocks noGrp="1"/>
          </p:cNvSpPr>
          <p:nvPr>
            <p:ph type="pic" sz="quarter" idx="28" hasCustomPrompt="1"/>
          </p:nvPr>
        </p:nvSpPr>
        <p:spPr>
          <a:xfrm>
            <a:off x="16436124"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49" name="Picture Placeholder 18">
            <a:extLst>
              <a:ext uri="{FF2B5EF4-FFF2-40B4-BE49-F238E27FC236}">
                <a16:creationId xmlns:a16="http://schemas.microsoft.com/office/drawing/2014/main" id="{628B4E40-5BB7-3543-AEFF-C4EDDB7A1C51}"/>
              </a:ext>
              <a:ext uri="{C183D7F6-B498-43B3-948B-1728B52AA6E4}">
                <adec:decorative xmlns:adec="http://schemas.microsoft.com/office/drawing/2017/decorative" val="1"/>
              </a:ext>
            </a:extLst>
          </p:cNvPr>
          <p:cNvSpPr>
            <a:spLocks noGrp="1"/>
          </p:cNvSpPr>
          <p:nvPr>
            <p:ph type="pic" sz="quarter" idx="35" hasCustomPrompt="1"/>
          </p:nvPr>
        </p:nvSpPr>
        <p:spPr>
          <a:xfrm>
            <a:off x="10850311" y="3340827"/>
            <a:ext cx="2687058" cy="2687058"/>
          </a:xfrm>
          <a:prstGeom prst="ellipse">
            <a:avLst/>
          </a:prstGeom>
          <a:pattFill prst="wdUpDiag">
            <a:fgClr>
              <a:srgbClr val="FADFD9"/>
            </a:fgClr>
            <a:bgClr>
              <a:schemeClr val="bg1"/>
            </a:bgClr>
          </a:pattFill>
        </p:spPr>
        <p:txBody>
          <a:bodyPr anchor="ctr">
            <a:normAutofit/>
          </a:bodyPr>
          <a:lstStyle>
            <a:lvl1pPr marL="0" marR="0" indent="0" algn="ctr" defTabSz="1828434" rtl="0" eaLnBrk="1" fontAlgn="auto" latinLnBrk="0" hangingPunct="1">
              <a:lnSpc>
                <a:spcPct val="90000"/>
              </a:lnSpc>
              <a:spcBef>
                <a:spcPts val="2000"/>
              </a:spcBef>
              <a:spcAft>
                <a:spcPts val="0"/>
              </a:spcAft>
              <a:buClrTx/>
              <a:buSzTx/>
              <a:buFontTx/>
              <a:buNone/>
              <a:tabLst/>
              <a:defRPr sz="2400" b="1">
                <a:solidFill>
                  <a:schemeClr val="accent6"/>
                </a:solidFill>
              </a:defRPr>
            </a:lvl1pPr>
          </a:lstStyle>
          <a:p>
            <a:r>
              <a:rPr lang="en-US"/>
              <a:t>Drag and drop image here</a:t>
            </a:r>
          </a:p>
        </p:txBody>
      </p:sp>
      <p:sp>
        <p:nvSpPr>
          <p:cNvPr id="31" name="Folded Corner 30">
            <a:extLst>
              <a:ext uri="{FF2B5EF4-FFF2-40B4-BE49-F238E27FC236}">
                <a16:creationId xmlns:a16="http://schemas.microsoft.com/office/drawing/2014/main" id="{FA052A1D-2672-564B-82E7-4F15C2FCC309}"/>
              </a:ext>
            </a:extLst>
          </p:cNvPr>
          <p:cNvSpPr/>
          <p:nvPr/>
        </p:nvSpPr>
        <p:spPr>
          <a:xfrm>
            <a:off x="0" y="-2514599"/>
            <a:ext cx="11507786" cy="19521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org chart comes in three sizes to help you outline your group.</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Select image placeholder to target your drag and drop. Crop as needed. </a:t>
            </a:r>
            <a:r>
              <a:rPr lang="en-US" sz="2400" b="0">
                <a:solidFill>
                  <a:schemeClr val="tx1"/>
                </a:solidFill>
                <a:latin typeface="Source Sans Pro" charset="0"/>
                <a:ea typeface="Source Sans Pro" charset="0"/>
                <a:cs typeface="Source Sans Pro" charset="0"/>
              </a:rPr>
              <a:t>Use clear headshots with consistent sized heads when possible.</a:t>
            </a:r>
            <a:endParaRPr lang="en-US" sz="2400" b="1">
              <a:solidFill>
                <a:schemeClr val="tx1"/>
              </a:solidFill>
              <a:latin typeface="Source Sans Pro" charset="0"/>
              <a:ea typeface="Source Sans Pro" charset="0"/>
              <a:cs typeface="Source Sans Pro" charset="0"/>
            </a:endParaRPr>
          </a:p>
          <a:p>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292425276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org chart medium">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chart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50" name="Text Placeholder 34">
            <a:extLst>
              <a:ext uri="{FF2B5EF4-FFF2-40B4-BE49-F238E27FC236}">
                <a16:creationId xmlns:a16="http://schemas.microsoft.com/office/drawing/2014/main" id="{C174ADBE-0C80-8B47-93E5-16A2A061114A}"/>
              </a:ext>
            </a:extLst>
          </p:cNvPr>
          <p:cNvSpPr>
            <a:spLocks noGrp="1"/>
          </p:cNvSpPr>
          <p:nvPr>
            <p:ph type="body" sz="quarter" idx="36" hasCustomPrompt="1"/>
          </p:nvPr>
        </p:nvSpPr>
        <p:spPr>
          <a:xfrm>
            <a:off x="8370056" y="6563294"/>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51" name="Text Placeholder 34">
            <a:extLst>
              <a:ext uri="{FF2B5EF4-FFF2-40B4-BE49-F238E27FC236}">
                <a16:creationId xmlns:a16="http://schemas.microsoft.com/office/drawing/2014/main" id="{C31BDE73-734E-584F-A647-5545AE617FC8}"/>
              </a:ext>
            </a:extLst>
          </p:cNvPr>
          <p:cNvSpPr>
            <a:spLocks noGrp="1"/>
          </p:cNvSpPr>
          <p:nvPr>
            <p:ph type="body" sz="quarter" idx="37" hasCustomPrompt="1"/>
          </p:nvPr>
        </p:nvSpPr>
        <p:spPr>
          <a:xfrm>
            <a:off x="8370056" y="7195044"/>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52" name="Text Placeholder 34">
            <a:extLst>
              <a:ext uri="{FF2B5EF4-FFF2-40B4-BE49-F238E27FC236}">
                <a16:creationId xmlns:a16="http://schemas.microsoft.com/office/drawing/2014/main" id="{43AFA908-8785-AE4E-A7E5-14692CE3B415}"/>
              </a:ext>
            </a:extLst>
          </p:cNvPr>
          <p:cNvSpPr>
            <a:spLocks noGrp="1"/>
          </p:cNvSpPr>
          <p:nvPr>
            <p:ph type="body" sz="quarter" idx="38" hasCustomPrompt="1"/>
          </p:nvPr>
        </p:nvSpPr>
        <p:spPr>
          <a:xfrm>
            <a:off x="12527767" y="6563294"/>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53" name="Text Placeholder 34">
            <a:extLst>
              <a:ext uri="{FF2B5EF4-FFF2-40B4-BE49-F238E27FC236}">
                <a16:creationId xmlns:a16="http://schemas.microsoft.com/office/drawing/2014/main" id="{3AFF3702-4A57-554C-A980-8A4FF58DA179}"/>
              </a:ext>
            </a:extLst>
          </p:cNvPr>
          <p:cNvSpPr>
            <a:spLocks noGrp="1"/>
          </p:cNvSpPr>
          <p:nvPr>
            <p:ph type="body" sz="quarter" idx="39" hasCustomPrompt="1"/>
          </p:nvPr>
        </p:nvSpPr>
        <p:spPr>
          <a:xfrm>
            <a:off x="12527767" y="7195044"/>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23" name="Text Placeholder 34">
            <a:extLst>
              <a:ext uri="{FF2B5EF4-FFF2-40B4-BE49-F238E27FC236}">
                <a16:creationId xmlns:a16="http://schemas.microsoft.com/office/drawing/2014/main" id="{D1E417A5-DE7D-B049-B789-4A8CBF8BD364}"/>
              </a:ext>
            </a:extLst>
          </p:cNvPr>
          <p:cNvSpPr>
            <a:spLocks noGrp="1"/>
          </p:cNvSpPr>
          <p:nvPr>
            <p:ph type="body" sz="quarter" idx="19" hasCustomPrompt="1"/>
          </p:nvPr>
        </p:nvSpPr>
        <p:spPr>
          <a:xfrm>
            <a:off x="2941577"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24" name="Text Placeholder 34">
            <a:extLst>
              <a:ext uri="{FF2B5EF4-FFF2-40B4-BE49-F238E27FC236}">
                <a16:creationId xmlns:a16="http://schemas.microsoft.com/office/drawing/2014/main" id="{78C5FF92-AAAB-1D44-A5ED-37A8DBCD4871}"/>
              </a:ext>
            </a:extLst>
          </p:cNvPr>
          <p:cNvSpPr>
            <a:spLocks noGrp="1"/>
          </p:cNvSpPr>
          <p:nvPr>
            <p:ph type="body" sz="quarter" idx="20" hasCustomPrompt="1"/>
          </p:nvPr>
        </p:nvSpPr>
        <p:spPr>
          <a:xfrm>
            <a:off x="2941577"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25" name="Text Placeholder 34">
            <a:extLst>
              <a:ext uri="{FF2B5EF4-FFF2-40B4-BE49-F238E27FC236}">
                <a16:creationId xmlns:a16="http://schemas.microsoft.com/office/drawing/2014/main" id="{EEA5E56B-4E28-8343-80CE-44CD2796EFD9}"/>
              </a:ext>
            </a:extLst>
          </p:cNvPr>
          <p:cNvSpPr>
            <a:spLocks noGrp="1"/>
          </p:cNvSpPr>
          <p:nvPr>
            <p:ph type="body" sz="quarter" idx="21" hasCustomPrompt="1"/>
          </p:nvPr>
        </p:nvSpPr>
        <p:spPr>
          <a:xfrm>
            <a:off x="6664864"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26" name="Text Placeholder 34">
            <a:extLst>
              <a:ext uri="{FF2B5EF4-FFF2-40B4-BE49-F238E27FC236}">
                <a16:creationId xmlns:a16="http://schemas.microsoft.com/office/drawing/2014/main" id="{9B810466-682E-164F-ADE1-D79442C6AB45}"/>
              </a:ext>
            </a:extLst>
          </p:cNvPr>
          <p:cNvSpPr>
            <a:spLocks noGrp="1"/>
          </p:cNvSpPr>
          <p:nvPr>
            <p:ph type="body" sz="quarter" idx="22" hasCustomPrompt="1"/>
          </p:nvPr>
        </p:nvSpPr>
        <p:spPr>
          <a:xfrm>
            <a:off x="6664864"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27" name="Text Placeholder 34">
            <a:extLst>
              <a:ext uri="{FF2B5EF4-FFF2-40B4-BE49-F238E27FC236}">
                <a16:creationId xmlns:a16="http://schemas.microsoft.com/office/drawing/2014/main" id="{4307521D-8395-1648-871F-F9B535A5CAFA}"/>
              </a:ext>
            </a:extLst>
          </p:cNvPr>
          <p:cNvSpPr>
            <a:spLocks noGrp="1"/>
          </p:cNvSpPr>
          <p:nvPr>
            <p:ph type="body" sz="quarter" idx="23" hasCustomPrompt="1"/>
          </p:nvPr>
        </p:nvSpPr>
        <p:spPr>
          <a:xfrm>
            <a:off x="10401566"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28" name="Text Placeholder 34">
            <a:extLst>
              <a:ext uri="{FF2B5EF4-FFF2-40B4-BE49-F238E27FC236}">
                <a16:creationId xmlns:a16="http://schemas.microsoft.com/office/drawing/2014/main" id="{2D43B465-C13A-C34E-8D9F-7163D24FCBFC}"/>
              </a:ext>
            </a:extLst>
          </p:cNvPr>
          <p:cNvSpPr>
            <a:spLocks noGrp="1"/>
          </p:cNvSpPr>
          <p:nvPr>
            <p:ph type="body" sz="quarter" idx="24" hasCustomPrompt="1"/>
          </p:nvPr>
        </p:nvSpPr>
        <p:spPr>
          <a:xfrm>
            <a:off x="10401566"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32" name="Text Placeholder 34">
            <a:extLst>
              <a:ext uri="{FF2B5EF4-FFF2-40B4-BE49-F238E27FC236}">
                <a16:creationId xmlns:a16="http://schemas.microsoft.com/office/drawing/2014/main" id="{4E34D59A-F510-2F4B-9861-21E1F7A80747}"/>
              </a:ext>
            </a:extLst>
          </p:cNvPr>
          <p:cNvSpPr>
            <a:spLocks noGrp="1"/>
          </p:cNvSpPr>
          <p:nvPr>
            <p:ph type="body" sz="quarter" idx="26" hasCustomPrompt="1"/>
          </p:nvPr>
        </p:nvSpPr>
        <p:spPr>
          <a:xfrm>
            <a:off x="14138269"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4" name="Text Placeholder 34">
            <a:extLst>
              <a:ext uri="{FF2B5EF4-FFF2-40B4-BE49-F238E27FC236}">
                <a16:creationId xmlns:a16="http://schemas.microsoft.com/office/drawing/2014/main" id="{F5D17976-A799-0749-87F9-D1C82C7C8316}"/>
              </a:ext>
            </a:extLst>
          </p:cNvPr>
          <p:cNvSpPr>
            <a:spLocks noGrp="1"/>
          </p:cNvSpPr>
          <p:nvPr>
            <p:ph type="body" sz="quarter" idx="27" hasCustomPrompt="1"/>
          </p:nvPr>
        </p:nvSpPr>
        <p:spPr>
          <a:xfrm>
            <a:off x="14138269"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40" name="Text Placeholder 34">
            <a:extLst>
              <a:ext uri="{FF2B5EF4-FFF2-40B4-BE49-F238E27FC236}">
                <a16:creationId xmlns:a16="http://schemas.microsoft.com/office/drawing/2014/main" id="{F44BE0CC-E747-9C45-AFC3-35A6554C4B46}"/>
              </a:ext>
            </a:extLst>
          </p:cNvPr>
          <p:cNvSpPr>
            <a:spLocks noGrp="1"/>
          </p:cNvSpPr>
          <p:nvPr>
            <p:ph type="body" sz="quarter" idx="29" hasCustomPrompt="1"/>
          </p:nvPr>
        </p:nvSpPr>
        <p:spPr>
          <a:xfrm>
            <a:off x="17874973"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41" name="Text Placeholder 34">
            <a:extLst>
              <a:ext uri="{FF2B5EF4-FFF2-40B4-BE49-F238E27FC236}">
                <a16:creationId xmlns:a16="http://schemas.microsoft.com/office/drawing/2014/main" id="{E542445D-B830-8343-915E-EB1103E28311}"/>
              </a:ext>
            </a:extLst>
          </p:cNvPr>
          <p:cNvSpPr>
            <a:spLocks noGrp="1"/>
          </p:cNvSpPr>
          <p:nvPr>
            <p:ph type="body" sz="quarter" idx="30" hasCustomPrompt="1"/>
          </p:nvPr>
        </p:nvSpPr>
        <p:spPr>
          <a:xfrm>
            <a:off x="17874973"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cxnSp>
        <p:nvCxnSpPr>
          <p:cNvPr id="3" name="Straight Connector 2">
            <a:extLst>
              <a:ext uri="{FF2B5EF4-FFF2-40B4-BE49-F238E27FC236}">
                <a16:creationId xmlns:a16="http://schemas.microsoft.com/office/drawing/2014/main" id="{893A1DD1-A72A-4E4D-81B9-59AAE32BB728}"/>
              </a:ext>
              <a:ext uri="{C183D7F6-B498-43B3-948B-1728B52AA6E4}">
                <adec:decorative xmlns:adec="http://schemas.microsoft.com/office/drawing/2017/decorative" val="1"/>
              </a:ext>
            </a:extLst>
          </p:cNvPr>
          <p:cNvCxnSpPr>
            <a:cxnSpLocks/>
          </p:cNvCxnSpPr>
          <p:nvPr/>
        </p:nvCxnSpPr>
        <p:spPr>
          <a:xfrm>
            <a:off x="4753433" y="8022414"/>
            <a:ext cx="14921059" cy="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56DBC577-0223-2141-86EF-F98AFCB60D66}"/>
              </a:ext>
              <a:ext uri="{C183D7F6-B498-43B3-948B-1728B52AA6E4}">
                <adec:decorative xmlns:adec="http://schemas.microsoft.com/office/drawing/2017/decorative" val="1"/>
              </a:ext>
            </a:extLst>
          </p:cNvPr>
          <p:cNvCxnSpPr/>
          <p:nvPr/>
        </p:nvCxnSpPr>
        <p:spPr>
          <a:xfrm>
            <a:off x="4753433" y="8022414"/>
            <a:ext cx="0" cy="233312"/>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61" name="Straight Connector 60">
            <a:extLst>
              <a:ext uri="{FF2B5EF4-FFF2-40B4-BE49-F238E27FC236}">
                <a16:creationId xmlns:a16="http://schemas.microsoft.com/office/drawing/2014/main" id="{CB3AF1ED-41CC-A74D-AB95-CFE029D4060B}"/>
              </a:ext>
              <a:ext uri="{C183D7F6-B498-43B3-948B-1728B52AA6E4}">
                <adec:decorative xmlns:adec="http://schemas.microsoft.com/office/drawing/2017/decorative" val="1"/>
              </a:ext>
            </a:extLst>
          </p:cNvPr>
          <p:cNvCxnSpPr>
            <a:cxnSpLocks/>
          </p:cNvCxnSpPr>
          <p:nvPr/>
        </p:nvCxnSpPr>
        <p:spPr>
          <a:xfrm>
            <a:off x="19674491" y="8022414"/>
            <a:ext cx="0" cy="233312"/>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30" name="Straight Connector 29">
            <a:extLst>
              <a:ext uri="{FF2B5EF4-FFF2-40B4-BE49-F238E27FC236}">
                <a16:creationId xmlns:a16="http://schemas.microsoft.com/office/drawing/2014/main" id="{39F03B6E-2B43-864E-908F-FA04EAF819C8}"/>
              </a:ext>
              <a:ext uri="{C183D7F6-B498-43B3-948B-1728B52AA6E4}">
                <adec:decorative xmlns:adec="http://schemas.microsoft.com/office/drawing/2017/decorative" val="1"/>
              </a:ext>
            </a:extLst>
          </p:cNvPr>
          <p:cNvCxnSpPr>
            <a:cxnSpLocks/>
          </p:cNvCxnSpPr>
          <p:nvPr/>
        </p:nvCxnSpPr>
        <p:spPr>
          <a:xfrm>
            <a:off x="4753433" y="8022414"/>
            <a:ext cx="14921059" cy="0"/>
          </a:xfrm>
          <a:prstGeom prst="line">
            <a:avLst/>
          </a:prstGeom>
          <a:ln>
            <a:solidFill>
              <a:schemeClr val="accent4"/>
            </a:solidFill>
          </a:ln>
        </p:spPr>
        <p:style>
          <a:lnRef idx="3">
            <a:schemeClr val="accent2"/>
          </a:lnRef>
          <a:fillRef idx="0">
            <a:schemeClr val="accent2"/>
          </a:fillRef>
          <a:effectRef idx="2">
            <a:schemeClr val="accent2"/>
          </a:effectRef>
          <a:fontRef idx="minor">
            <a:schemeClr val="tx1"/>
          </a:fontRef>
        </p:style>
      </p:cxnSp>
      <p:cxnSp>
        <p:nvCxnSpPr>
          <p:cNvPr id="31" name="Straight Connector 30">
            <a:extLst>
              <a:ext uri="{FF2B5EF4-FFF2-40B4-BE49-F238E27FC236}">
                <a16:creationId xmlns:a16="http://schemas.microsoft.com/office/drawing/2014/main" id="{D8D26F2B-EFA9-1D42-A179-A5CE29358FEF}"/>
              </a:ext>
              <a:ext uri="{C183D7F6-B498-43B3-948B-1728B52AA6E4}">
                <adec:decorative xmlns:adec="http://schemas.microsoft.com/office/drawing/2017/decorative" val="1"/>
              </a:ext>
            </a:extLst>
          </p:cNvPr>
          <p:cNvCxnSpPr/>
          <p:nvPr/>
        </p:nvCxnSpPr>
        <p:spPr>
          <a:xfrm>
            <a:off x="4753433" y="8022414"/>
            <a:ext cx="0" cy="233312"/>
          </a:xfrm>
          <a:prstGeom prst="line">
            <a:avLst/>
          </a:prstGeom>
          <a:ln>
            <a:solidFill>
              <a:schemeClr val="accent4"/>
            </a:solidFill>
          </a:ln>
        </p:spPr>
        <p:style>
          <a:lnRef idx="3">
            <a:schemeClr val="accent2"/>
          </a:lnRef>
          <a:fillRef idx="0">
            <a:schemeClr val="accent2"/>
          </a:fillRef>
          <a:effectRef idx="2">
            <a:schemeClr val="accent2"/>
          </a:effectRef>
          <a:fontRef idx="minor">
            <a:schemeClr val="tx1"/>
          </a:fontRef>
        </p:style>
      </p:cxnSp>
      <p:cxnSp>
        <p:nvCxnSpPr>
          <p:cNvPr id="33" name="Straight Connector 32">
            <a:extLst>
              <a:ext uri="{FF2B5EF4-FFF2-40B4-BE49-F238E27FC236}">
                <a16:creationId xmlns:a16="http://schemas.microsoft.com/office/drawing/2014/main" id="{9B91AC4A-1030-114C-A685-31612FF9019D}"/>
              </a:ext>
              <a:ext uri="{C183D7F6-B498-43B3-948B-1728B52AA6E4}">
                <adec:decorative xmlns:adec="http://schemas.microsoft.com/office/drawing/2017/decorative" val="1"/>
              </a:ext>
            </a:extLst>
          </p:cNvPr>
          <p:cNvCxnSpPr>
            <a:cxnSpLocks/>
          </p:cNvCxnSpPr>
          <p:nvPr/>
        </p:nvCxnSpPr>
        <p:spPr>
          <a:xfrm>
            <a:off x="19674491" y="8022414"/>
            <a:ext cx="0" cy="233312"/>
          </a:xfrm>
          <a:prstGeom prst="line">
            <a:avLst/>
          </a:prstGeom>
          <a:ln>
            <a:solidFill>
              <a:schemeClr val="accent4"/>
            </a:solidFill>
          </a:ln>
        </p:spPr>
        <p:style>
          <a:lnRef idx="3">
            <a:schemeClr val="accent2"/>
          </a:lnRef>
          <a:fillRef idx="0">
            <a:schemeClr val="accent2"/>
          </a:fillRef>
          <a:effectRef idx="2">
            <a:schemeClr val="accent2"/>
          </a:effectRef>
          <a:fontRef idx="minor">
            <a:schemeClr val="tx1"/>
          </a:fontRef>
        </p:style>
      </p:cxnSp>
      <p:sp>
        <p:nvSpPr>
          <p:cNvPr id="20" name="Picture Placeholder 18">
            <a:extLst>
              <a:ext uri="{FF2B5EF4-FFF2-40B4-BE49-F238E27FC236}">
                <a16:creationId xmlns:a16="http://schemas.microsoft.com/office/drawing/2014/main" id="{0FFFB9B9-FF5C-3B43-AC34-E0E4BFB1FBF3}"/>
              </a:ext>
              <a:ext uri="{C183D7F6-B498-43B3-948B-1728B52AA6E4}">
                <adec:decorative xmlns:adec="http://schemas.microsoft.com/office/drawing/2017/decorative" val="1"/>
              </a:ext>
            </a:extLst>
          </p:cNvPr>
          <p:cNvSpPr>
            <a:spLocks noGrp="1"/>
          </p:cNvSpPr>
          <p:nvPr>
            <p:ph type="pic" sz="quarter" idx="13" hasCustomPrompt="1"/>
          </p:nvPr>
        </p:nvSpPr>
        <p:spPr>
          <a:xfrm>
            <a:off x="3392614"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21" name="Picture Placeholder 18">
            <a:extLst>
              <a:ext uri="{FF2B5EF4-FFF2-40B4-BE49-F238E27FC236}">
                <a16:creationId xmlns:a16="http://schemas.microsoft.com/office/drawing/2014/main" id="{4EFAA546-8AC3-7347-946A-CE2E69D75084}"/>
              </a:ext>
              <a:ext uri="{C183D7F6-B498-43B3-948B-1728B52AA6E4}">
                <adec:decorative xmlns:adec="http://schemas.microsoft.com/office/drawing/2017/decorative" val="1"/>
              </a:ext>
            </a:extLst>
          </p:cNvPr>
          <p:cNvSpPr>
            <a:spLocks noGrp="1"/>
          </p:cNvSpPr>
          <p:nvPr>
            <p:ph type="pic" sz="quarter" idx="14" hasCustomPrompt="1"/>
          </p:nvPr>
        </p:nvSpPr>
        <p:spPr>
          <a:xfrm>
            <a:off x="7039784"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22" name="Picture Placeholder 18">
            <a:extLst>
              <a:ext uri="{FF2B5EF4-FFF2-40B4-BE49-F238E27FC236}">
                <a16:creationId xmlns:a16="http://schemas.microsoft.com/office/drawing/2014/main" id="{88DB6781-305C-044B-A408-5777172AB2BA}"/>
              </a:ext>
              <a:ext uri="{C183D7F6-B498-43B3-948B-1728B52AA6E4}">
                <adec:decorative xmlns:adec="http://schemas.microsoft.com/office/drawing/2017/decorative" val="1"/>
              </a:ext>
            </a:extLst>
          </p:cNvPr>
          <p:cNvSpPr>
            <a:spLocks noGrp="1"/>
          </p:cNvSpPr>
          <p:nvPr>
            <p:ph type="pic" sz="quarter" idx="15" hasCustomPrompt="1"/>
          </p:nvPr>
        </p:nvSpPr>
        <p:spPr>
          <a:xfrm>
            <a:off x="10852603"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29" name="Picture Placeholder 18">
            <a:extLst>
              <a:ext uri="{FF2B5EF4-FFF2-40B4-BE49-F238E27FC236}">
                <a16:creationId xmlns:a16="http://schemas.microsoft.com/office/drawing/2014/main" id="{B94910E6-1F1A-4340-AEDF-4CA9EEBE8E39}"/>
              </a:ext>
              <a:ext uri="{C183D7F6-B498-43B3-948B-1728B52AA6E4}">
                <adec:decorative xmlns:adec="http://schemas.microsoft.com/office/drawing/2017/decorative" val="1"/>
              </a:ext>
            </a:extLst>
          </p:cNvPr>
          <p:cNvSpPr>
            <a:spLocks noGrp="1"/>
          </p:cNvSpPr>
          <p:nvPr>
            <p:ph type="pic" sz="quarter" idx="25" hasCustomPrompt="1"/>
          </p:nvPr>
        </p:nvSpPr>
        <p:spPr>
          <a:xfrm>
            <a:off x="14589305"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37" name="Picture Placeholder 18">
            <a:extLst>
              <a:ext uri="{FF2B5EF4-FFF2-40B4-BE49-F238E27FC236}">
                <a16:creationId xmlns:a16="http://schemas.microsoft.com/office/drawing/2014/main" id="{7A9BC03B-0C7D-C74C-A761-19B06C2CB670}"/>
              </a:ext>
              <a:ext uri="{C183D7F6-B498-43B3-948B-1728B52AA6E4}">
                <adec:decorative xmlns:adec="http://schemas.microsoft.com/office/drawing/2017/decorative" val="1"/>
              </a:ext>
            </a:extLst>
          </p:cNvPr>
          <p:cNvSpPr>
            <a:spLocks noGrp="1"/>
          </p:cNvSpPr>
          <p:nvPr>
            <p:ph type="pic" sz="quarter" idx="28" hasCustomPrompt="1"/>
          </p:nvPr>
        </p:nvSpPr>
        <p:spPr>
          <a:xfrm>
            <a:off x="18326010"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48" name="Picture Placeholder 18">
            <a:extLst>
              <a:ext uri="{FF2B5EF4-FFF2-40B4-BE49-F238E27FC236}">
                <a16:creationId xmlns:a16="http://schemas.microsoft.com/office/drawing/2014/main" id="{F465982D-6941-AD45-8373-E73F5E887B1E}"/>
              </a:ext>
              <a:ext uri="{C183D7F6-B498-43B3-948B-1728B52AA6E4}">
                <adec:decorative xmlns:adec="http://schemas.microsoft.com/office/drawing/2017/decorative" val="1"/>
              </a:ext>
            </a:extLst>
          </p:cNvPr>
          <p:cNvSpPr>
            <a:spLocks noGrp="1"/>
          </p:cNvSpPr>
          <p:nvPr>
            <p:ph type="pic" sz="quarter" idx="34" hasCustomPrompt="1"/>
          </p:nvPr>
        </p:nvSpPr>
        <p:spPr>
          <a:xfrm>
            <a:off x="8744976" y="3340827"/>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49" name="Picture Placeholder 18">
            <a:extLst>
              <a:ext uri="{FF2B5EF4-FFF2-40B4-BE49-F238E27FC236}">
                <a16:creationId xmlns:a16="http://schemas.microsoft.com/office/drawing/2014/main" id="{628B4E40-5BB7-3543-AEFF-C4EDDB7A1C51}"/>
              </a:ext>
              <a:ext uri="{C183D7F6-B498-43B3-948B-1728B52AA6E4}">
                <adec:decorative xmlns:adec="http://schemas.microsoft.com/office/drawing/2017/decorative" val="1"/>
              </a:ext>
            </a:extLst>
          </p:cNvPr>
          <p:cNvSpPr>
            <a:spLocks noGrp="1"/>
          </p:cNvSpPr>
          <p:nvPr>
            <p:ph type="pic" sz="quarter" idx="35" hasCustomPrompt="1"/>
          </p:nvPr>
        </p:nvSpPr>
        <p:spPr>
          <a:xfrm>
            <a:off x="12978804" y="3340827"/>
            <a:ext cx="2687058" cy="2687058"/>
          </a:xfrm>
          <a:prstGeom prst="ellipse">
            <a:avLst/>
          </a:prstGeom>
          <a:pattFill prst="wdUpDiag">
            <a:fgClr>
              <a:srgbClr val="FADFD9"/>
            </a:fgClr>
            <a:bgClr>
              <a:schemeClr val="bg1"/>
            </a:bgClr>
          </a:pattFill>
        </p:spPr>
        <p:txBody>
          <a:bodyPr anchor="ctr">
            <a:normAutofit/>
          </a:bodyPr>
          <a:lstStyle>
            <a:lvl1pPr marL="0" marR="0" indent="0" algn="ctr" defTabSz="1828434" rtl="0" eaLnBrk="1" fontAlgn="auto" latinLnBrk="0" hangingPunct="1">
              <a:lnSpc>
                <a:spcPct val="90000"/>
              </a:lnSpc>
              <a:spcBef>
                <a:spcPts val="2000"/>
              </a:spcBef>
              <a:spcAft>
                <a:spcPts val="0"/>
              </a:spcAft>
              <a:buClrTx/>
              <a:buSzTx/>
              <a:buFontTx/>
              <a:buNone/>
              <a:tabLst/>
              <a:defRPr sz="2400" b="1">
                <a:solidFill>
                  <a:schemeClr val="accent6"/>
                </a:solidFill>
              </a:defRPr>
            </a:lvl1pPr>
          </a:lstStyle>
          <a:p>
            <a:r>
              <a:rPr lang="en-US"/>
              <a:t>Drag and drop image here</a:t>
            </a:r>
          </a:p>
        </p:txBody>
      </p:sp>
      <p:sp>
        <p:nvSpPr>
          <p:cNvPr id="35" name="Folded Corner 34">
            <a:extLst>
              <a:ext uri="{FF2B5EF4-FFF2-40B4-BE49-F238E27FC236}">
                <a16:creationId xmlns:a16="http://schemas.microsoft.com/office/drawing/2014/main" id="{8A465DE0-08DA-0D4D-806D-F73F2B671FE7}"/>
              </a:ext>
            </a:extLst>
          </p:cNvPr>
          <p:cNvSpPr/>
          <p:nvPr/>
        </p:nvSpPr>
        <p:spPr>
          <a:xfrm>
            <a:off x="0" y="-2514599"/>
            <a:ext cx="11507786" cy="19521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org chart comes in three sizes to help you outline your group.</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Select image placeholder to target your drag and drop. Crop as needed. </a:t>
            </a:r>
            <a:r>
              <a:rPr lang="en-US" sz="2400" b="0">
                <a:solidFill>
                  <a:schemeClr val="tx1"/>
                </a:solidFill>
                <a:latin typeface="Source Sans Pro" charset="0"/>
                <a:ea typeface="Source Sans Pro" charset="0"/>
                <a:cs typeface="Source Sans Pro" charset="0"/>
              </a:rPr>
              <a:t>Use clear headshots with consistent sized heads when possible.</a:t>
            </a:r>
            <a:endParaRPr lang="en-US" sz="2400" b="1">
              <a:solidFill>
                <a:schemeClr val="tx1"/>
              </a:solidFill>
              <a:latin typeface="Source Sans Pro" charset="0"/>
              <a:ea typeface="Source Sans Pro" charset="0"/>
              <a:cs typeface="Source Sans Pro" charset="0"/>
            </a:endParaRPr>
          </a:p>
          <a:p>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163108020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org chart large">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chart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50" name="Text Placeholder 34">
            <a:extLst>
              <a:ext uri="{FF2B5EF4-FFF2-40B4-BE49-F238E27FC236}">
                <a16:creationId xmlns:a16="http://schemas.microsoft.com/office/drawing/2014/main" id="{C174ADBE-0C80-8B47-93E5-16A2A061114A}"/>
              </a:ext>
            </a:extLst>
          </p:cNvPr>
          <p:cNvSpPr>
            <a:spLocks noGrp="1"/>
          </p:cNvSpPr>
          <p:nvPr>
            <p:ph type="body" sz="quarter" idx="36" hasCustomPrompt="1"/>
          </p:nvPr>
        </p:nvSpPr>
        <p:spPr>
          <a:xfrm>
            <a:off x="6241564" y="6563294"/>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51" name="Text Placeholder 34">
            <a:extLst>
              <a:ext uri="{FF2B5EF4-FFF2-40B4-BE49-F238E27FC236}">
                <a16:creationId xmlns:a16="http://schemas.microsoft.com/office/drawing/2014/main" id="{C31BDE73-734E-584F-A647-5545AE617FC8}"/>
              </a:ext>
            </a:extLst>
          </p:cNvPr>
          <p:cNvSpPr>
            <a:spLocks noGrp="1"/>
          </p:cNvSpPr>
          <p:nvPr>
            <p:ph type="body" sz="quarter" idx="37" hasCustomPrompt="1"/>
          </p:nvPr>
        </p:nvSpPr>
        <p:spPr>
          <a:xfrm>
            <a:off x="6241564" y="7195044"/>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52" name="Text Placeholder 34">
            <a:extLst>
              <a:ext uri="{FF2B5EF4-FFF2-40B4-BE49-F238E27FC236}">
                <a16:creationId xmlns:a16="http://schemas.microsoft.com/office/drawing/2014/main" id="{43AFA908-8785-AE4E-A7E5-14692CE3B415}"/>
              </a:ext>
            </a:extLst>
          </p:cNvPr>
          <p:cNvSpPr>
            <a:spLocks noGrp="1"/>
          </p:cNvSpPr>
          <p:nvPr>
            <p:ph type="body" sz="quarter" idx="38" hasCustomPrompt="1"/>
          </p:nvPr>
        </p:nvSpPr>
        <p:spPr>
          <a:xfrm>
            <a:off x="10399274" y="6563294"/>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53" name="Text Placeholder 34">
            <a:extLst>
              <a:ext uri="{FF2B5EF4-FFF2-40B4-BE49-F238E27FC236}">
                <a16:creationId xmlns:a16="http://schemas.microsoft.com/office/drawing/2014/main" id="{3AFF3702-4A57-554C-A980-8A4FF58DA179}"/>
              </a:ext>
            </a:extLst>
          </p:cNvPr>
          <p:cNvSpPr>
            <a:spLocks noGrp="1"/>
          </p:cNvSpPr>
          <p:nvPr>
            <p:ph type="body" sz="quarter" idx="39" hasCustomPrompt="1"/>
          </p:nvPr>
        </p:nvSpPr>
        <p:spPr>
          <a:xfrm>
            <a:off x="10399274" y="7195044"/>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55" name="Text Placeholder 34">
            <a:extLst>
              <a:ext uri="{FF2B5EF4-FFF2-40B4-BE49-F238E27FC236}">
                <a16:creationId xmlns:a16="http://schemas.microsoft.com/office/drawing/2014/main" id="{4683A2E9-6ED3-CD42-A404-AA2ECDC9E200}"/>
              </a:ext>
            </a:extLst>
          </p:cNvPr>
          <p:cNvSpPr>
            <a:spLocks noGrp="1"/>
          </p:cNvSpPr>
          <p:nvPr>
            <p:ph type="body" sz="quarter" idx="41" hasCustomPrompt="1"/>
          </p:nvPr>
        </p:nvSpPr>
        <p:spPr>
          <a:xfrm>
            <a:off x="14431349" y="6563294"/>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56" name="Text Placeholder 34">
            <a:extLst>
              <a:ext uri="{FF2B5EF4-FFF2-40B4-BE49-F238E27FC236}">
                <a16:creationId xmlns:a16="http://schemas.microsoft.com/office/drawing/2014/main" id="{FBF26F31-30B4-414A-9ADC-C9E9AD0094BF}"/>
              </a:ext>
            </a:extLst>
          </p:cNvPr>
          <p:cNvSpPr>
            <a:spLocks noGrp="1"/>
          </p:cNvSpPr>
          <p:nvPr>
            <p:ph type="body" sz="quarter" idx="42" hasCustomPrompt="1"/>
          </p:nvPr>
        </p:nvSpPr>
        <p:spPr>
          <a:xfrm>
            <a:off x="14431349" y="7195044"/>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23" name="Text Placeholder 34">
            <a:extLst>
              <a:ext uri="{FF2B5EF4-FFF2-40B4-BE49-F238E27FC236}">
                <a16:creationId xmlns:a16="http://schemas.microsoft.com/office/drawing/2014/main" id="{D1E417A5-DE7D-B049-B789-4A8CBF8BD364}"/>
              </a:ext>
            </a:extLst>
          </p:cNvPr>
          <p:cNvSpPr>
            <a:spLocks noGrp="1"/>
          </p:cNvSpPr>
          <p:nvPr>
            <p:ph type="body" sz="quarter" idx="19" hasCustomPrompt="1"/>
          </p:nvPr>
        </p:nvSpPr>
        <p:spPr>
          <a:xfrm>
            <a:off x="1051691"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24" name="Text Placeholder 34">
            <a:extLst>
              <a:ext uri="{FF2B5EF4-FFF2-40B4-BE49-F238E27FC236}">
                <a16:creationId xmlns:a16="http://schemas.microsoft.com/office/drawing/2014/main" id="{78C5FF92-AAAB-1D44-A5ED-37A8DBCD4871}"/>
              </a:ext>
            </a:extLst>
          </p:cNvPr>
          <p:cNvSpPr>
            <a:spLocks noGrp="1"/>
          </p:cNvSpPr>
          <p:nvPr>
            <p:ph type="body" sz="quarter" idx="20" hasCustomPrompt="1"/>
          </p:nvPr>
        </p:nvSpPr>
        <p:spPr>
          <a:xfrm>
            <a:off x="1051691"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25" name="Text Placeholder 34">
            <a:extLst>
              <a:ext uri="{FF2B5EF4-FFF2-40B4-BE49-F238E27FC236}">
                <a16:creationId xmlns:a16="http://schemas.microsoft.com/office/drawing/2014/main" id="{EEA5E56B-4E28-8343-80CE-44CD2796EFD9}"/>
              </a:ext>
            </a:extLst>
          </p:cNvPr>
          <p:cNvSpPr>
            <a:spLocks noGrp="1"/>
          </p:cNvSpPr>
          <p:nvPr>
            <p:ph type="body" sz="quarter" idx="21" hasCustomPrompt="1"/>
          </p:nvPr>
        </p:nvSpPr>
        <p:spPr>
          <a:xfrm>
            <a:off x="4774978"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26" name="Text Placeholder 34">
            <a:extLst>
              <a:ext uri="{FF2B5EF4-FFF2-40B4-BE49-F238E27FC236}">
                <a16:creationId xmlns:a16="http://schemas.microsoft.com/office/drawing/2014/main" id="{9B810466-682E-164F-ADE1-D79442C6AB45}"/>
              </a:ext>
            </a:extLst>
          </p:cNvPr>
          <p:cNvSpPr>
            <a:spLocks noGrp="1"/>
          </p:cNvSpPr>
          <p:nvPr>
            <p:ph type="body" sz="quarter" idx="22" hasCustomPrompt="1"/>
          </p:nvPr>
        </p:nvSpPr>
        <p:spPr>
          <a:xfrm>
            <a:off x="4774978"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27" name="Text Placeholder 34">
            <a:extLst>
              <a:ext uri="{FF2B5EF4-FFF2-40B4-BE49-F238E27FC236}">
                <a16:creationId xmlns:a16="http://schemas.microsoft.com/office/drawing/2014/main" id="{4307521D-8395-1648-871F-F9B535A5CAFA}"/>
              </a:ext>
            </a:extLst>
          </p:cNvPr>
          <p:cNvSpPr>
            <a:spLocks noGrp="1"/>
          </p:cNvSpPr>
          <p:nvPr>
            <p:ph type="body" sz="quarter" idx="23" hasCustomPrompt="1"/>
          </p:nvPr>
        </p:nvSpPr>
        <p:spPr>
          <a:xfrm>
            <a:off x="8511680"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28" name="Text Placeholder 34">
            <a:extLst>
              <a:ext uri="{FF2B5EF4-FFF2-40B4-BE49-F238E27FC236}">
                <a16:creationId xmlns:a16="http://schemas.microsoft.com/office/drawing/2014/main" id="{2D43B465-C13A-C34E-8D9F-7163D24FCBFC}"/>
              </a:ext>
            </a:extLst>
          </p:cNvPr>
          <p:cNvSpPr>
            <a:spLocks noGrp="1"/>
          </p:cNvSpPr>
          <p:nvPr>
            <p:ph type="body" sz="quarter" idx="24" hasCustomPrompt="1"/>
          </p:nvPr>
        </p:nvSpPr>
        <p:spPr>
          <a:xfrm>
            <a:off x="8511680"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32" name="Text Placeholder 34">
            <a:extLst>
              <a:ext uri="{FF2B5EF4-FFF2-40B4-BE49-F238E27FC236}">
                <a16:creationId xmlns:a16="http://schemas.microsoft.com/office/drawing/2014/main" id="{4E34D59A-F510-2F4B-9861-21E1F7A80747}"/>
              </a:ext>
            </a:extLst>
          </p:cNvPr>
          <p:cNvSpPr>
            <a:spLocks noGrp="1"/>
          </p:cNvSpPr>
          <p:nvPr>
            <p:ph type="body" sz="quarter" idx="26" hasCustomPrompt="1"/>
          </p:nvPr>
        </p:nvSpPr>
        <p:spPr>
          <a:xfrm>
            <a:off x="12248384"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4" name="Text Placeholder 34">
            <a:extLst>
              <a:ext uri="{FF2B5EF4-FFF2-40B4-BE49-F238E27FC236}">
                <a16:creationId xmlns:a16="http://schemas.microsoft.com/office/drawing/2014/main" id="{F5D17976-A799-0749-87F9-D1C82C7C8316}"/>
              </a:ext>
            </a:extLst>
          </p:cNvPr>
          <p:cNvSpPr>
            <a:spLocks noGrp="1"/>
          </p:cNvSpPr>
          <p:nvPr>
            <p:ph type="body" sz="quarter" idx="27" hasCustomPrompt="1"/>
          </p:nvPr>
        </p:nvSpPr>
        <p:spPr>
          <a:xfrm>
            <a:off x="12248384"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40" name="Text Placeholder 34">
            <a:extLst>
              <a:ext uri="{FF2B5EF4-FFF2-40B4-BE49-F238E27FC236}">
                <a16:creationId xmlns:a16="http://schemas.microsoft.com/office/drawing/2014/main" id="{F44BE0CC-E747-9C45-AFC3-35A6554C4B46}"/>
              </a:ext>
            </a:extLst>
          </p:cNvPr>
          <p:cNvSpPr>
            <a:spLocks noGrp="1"/>
          </p:cNvSpPr>
          <p:nvPr>
            <p:ph type="body" sz="quarter" idx="29" hasCustomPrompt="1"/>
          </p:nvPr>
        </p:nvSpPr>
        <p:spPr>
          <a:xfrm>
            <a:off x="15985087"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41" name="Text Placeholder 34">
            <a:extLst>
              <a:ext uri="{FF2B5EF4-FFF2-40B4-BE49-F238E27FC236}">
                <a16:creationId xmlns:a16="http://schemas.microsoft.com/office/drawing/2014/main" id="{E542445D-B830-8343-915E-EB1103E28311}"/>
              </a:ext>
            </a:extLst>
          </p:cNvPr>
          <p:cNvSpPr>
            <a:spLocks noGrp="1"/>
          </p:cNvSpPr>
          <p:nvPr>
            <p:ph type="body" sz="quarter" idx="30" hasCustomPrompt="1"/>
          </p:nvPr>
        </p:nvSpPr>
        <p:spPr>
          <a:xfrm>
            <a:off x="15985087"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46" name="Text Placeholder 34">
            <a:extLst>
              <a:ext uri="{FF2B5EF4-FFF2-40B4-BE49-F238E27FC236}">
                <a16:creationId xmlns:a16="http://schemas.microsoft.com/office/drawing/2014/main" id="{E8476353-55A1-6F47-B2F1-AE42FDC3E9B6}"/>
              </a:ext>
            </a:extLst>
          </p:cNvPr>
          <p:cNvSpPr>
            <a:spLocks noGrp="1"/>
          </p:cNvSpPr>
          <p:nvPr>
            <p:ph type="body" sz="quarter" idx="32" hasCustomPrompt="1"/>
          </p:nvPr>
        </p:nvSpPr>
        <p:spPr>
          <a:xfrm>
            <a:off x="19721789" y="11772106"/>
            <a:ext cx="3431195" cy="41589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47" name="Text Placeholder 34">
            <a:extLst>
              <a:ext uri="{FF2B5EF4-FFF2-40B4-BE49-F238E27FC236}">
                <a16:creationId xmlns:a16="http://schemas.microsoft.com/office/drawing/2014/main" id="{43565CD6-A0BB-8046-97AC-42E5774F6B4F}"/>
              </a:ext>
            </a:extLst>
          </p:cNvPr>
          <p:cNvSpPr>
            <a:spLocks noGrp="1"/>
          </p:cNvSpPr>
          <p:nvPr>
            <p:ph type="body" sz="quarter" idx="33" hasCustomPrompt="1"/>
          </p:nvPr>
        </p:nvSpPr>
        <p:spPr>
          <a:xfrm>
            <a:off x="19721789" y="12403858"/>
            <a:ext cx="3431195" cy="41589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cxnSp>
        <p:nvCxnSpPr>
          <p:cNvPr id="3" name="Straight Connector 2">
            <a:extLst>
              <a:ext uri="{FF2B5EF4-FFF2-40B4-BE49-F238E27FC236}">
                <a16:creationId xmlns:a16="http://schemas.microsoft.com/office/drawing/2014/main" id="{893A1DD1-A72A-4E4D-81B9-59AAE32BB728}"/>
              </a:ext>
              <a:ext uri="{C183D7F6-B498-43B3-948B-1728B52AA6E4}">
                <adec:decorative xmlns:adec="http://schemas.microsoft.com/office/drawing/2017/decorative" val="1"/>
              </a:ext>
            </a:extLst>
          </p:cNvPr>
          <p:cNvCxnSpPr>
            <a:cxnSpLocks/>
          </p:cNvCxnSpPr>
          <p:nvPr/>
        </p:nvCxnSpPr>
        <p:spPr>
          <a:xfrm>
            <a:off x="2846256" y="8022414"/>
            <a:ext cx="18670099" cy="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56DBC577-0223-2141-86EF-F98AFCB60D66}"/>
              </a:ext>
              <a:ext uri="{C183D7F6-B498-43B3-948B-1728B52AA6E4}">
                <adec:decorative xmlns:adec="http://schemas.microsoft.com/office/drawing/2017/decorative" val="1"/>
              </a:ext>
            </a:extLst>
          </p:cNvPr>
          <p:cNvCxnSpPr/>
          <p:nvPr/>
        </p:nvCxnSpPr>
        <p:spPr>
          <a:xfrm>
            <a:off x="2846257" y="8022414"/>
            <a:ext cx="0" cy="233312"/>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61" name="Straight Connector 60">
            <a:extLst>
              <a:ext uri="{FF2B5EF4-FFF2-40B4-BE49-F238E27FC236}">
                <a16:creationId xmlns:a16="http://schemas.microsoft.com/office/drawing/2014/main" id="{CB3AF1ED-41CC-A74D-AB95-CFE029D4060B}"/>
              </a:ext>
              <a:ext uri="{C183D7F6-B498-43B3-948B-1728B52AA6E4}">
                <adec:decorative xmlns:adec="http://schemas.microsoft.com/office/drawing/2017/decorative" val="1"/>
              </a:ext>
            </a:extLst>
          </p:cNvPr>
          <p:cNvCxnSpPr/>
          <p:nvPr/>
        </p:nvCxnSpPr>
        <p:spPr>
          <a:xfrm>
            <a:off x="21516353" y="8022414"/>
            <a:ext cx="0" cy="233312"/>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35" name="Straight Connector 34">
            <a:extLst>
              <a:ext uri="{FF2B5EF4-FFF2-40B4-BE49-F238E27FC236}">
                <a16:creationId xmlns:a16="http://schemas.microsoft.com/office/drawing/2014/main" id="{87882A66-2C1B-8D4B-BF39-38553578A1B4}"/>
              </a:ext>
              <a:ext uri="{C183D7F6-B498-43B3-948B-1728B52AA6E4}">
                <adec:decorative xmlns:adec="http://schemas.microsoft.com/office/drawing/2017/decorative" val="1"/>
              </a:ext>
            </a:extLst>
          </p:cNvPr>
          <p:cNvCxnSpPr>
            <a:cxnSpLocks/>
          </p:cNvCxnSpPr>
          <p:nvPr/>
        </p:nvCxnSpPr>
        <p:spPr>
          <a:xfrm>
            <a:off x="2846256" y="8022414"/>
            <a:ext cx="18670099" cy="0"/>
          </a:xfrm>
          <a:prstGeom prst="line">
            <a:avLst/>
          </a:prstGeom>
          <a:ln>
            <a:solidFill>
              <a:schemeClr val="accent4"/>
            </a:solidFill>
          </a:ln>
        </p:spPr>
        <p:style>
          <a:lnRef idx="3">
            <a:schemeClr val="accent2"/>
          </a:lnRef>
          <a:fillRef idx="0">
            <a:schemeClr val="accent2"/>
          </a:fillRef>
          <a:effectRef idx="2">
            <a:schemeClr val="accent2"/>
          </a:effectRef>
          <a:fontRef idx="minor">
            <a:schemeClr val="tx1"/>
          </a:fontRef>
        </p:style>
      </p:cxnSp>
      <p:cxnSp>
        <p:nvCxnSpPr>
          <p:cNvPr id="36" name="Straight Connector 35">
            <a:extLst>
              <a:ext uri="{FF2B5EF4-FFF2-40B4-BE49-F238E27FC236}">
                <a16:creationId xmlns:a16="http://schemas.microsoft.com/office/drawing/2014/main" id="{5C0A28D9-7092-8743-977B-F989ABD9F065}"/>
              </a:ext>
              <a:ext uri="{C183D7F6-B498-43B3-948B-1728B52AA6E4}">
                <adec:decorative xmlns:adec="http://schemas.microsoft.com/office/drawing/2017/decorative" val="1"/>
              </a:ext>
            </a:extLst>
          </p:cNvPr>
          <p:cNvCxnSpPr/>
          <p:nvPr/>
        </p:nvCxnSpPr>
        <p:spPr>
          <a:xfrm>
            <a:off x="2846257" y="8022414"/>
            <a:ext cx="0" cy="233312"/>
          </a:xfrm>
          <a:prstGeom prst="line">
            <a:avLst/>
          </a:prstGeom>
          <a:ln>
            <a:solidFill>
              <a:schemeClr val="accent4"/>
            </a:solidFill>
          </a:ln>
        </p:spPr>
        <p:style>
          <a:lnRef idx="3">
            <a:schemeClr val="accent2"/>
          </a:lnRef>
          <a:fillRef idx="0">
            <a:schemeClr val="accent2"/>
          </a:fillRef>
          <a:effectRef idx="2">
            <a:schemeClr val="accent2"/>
          </a:effectRef>
          <a:fontRef idx="minor">
            <a:schemeClr val="tx1"/>
          </a:fontRef>
        </p:style>
      </p:cxnSp>
      <p:cxnSp>
        <p:nvCxnSpPr>
          <p:cNvPr id="38" name="Straight Connector 37">
            <a:extLst>
              <a:ext uri="{FF2B5EF4-FFF2-40B4-BE49-F238E27FC236}">
                <a16:creationId xmlns:a16="http://schemas.microsoft.com/office/drawing/2014/main" id="{3AA0E16F-B4B9-9D41-98FE-F0624EA246D8}"/>
              </a:ext>
              <a:ext uri="{C183D7F6-B498-43B3-948B-1728B52AA6E4}">
                <adec:decorative xmlns:adec="http://schemas.microsoft.com/office/drawing/2017/decorative" val="1"/>
              </a:ext>
            </a:extLst>
          </p:cNvPr>
          <p:cNvCxnSpPr/>
          <p:nvPr/>
        </p:nvCxnSpPr>
        <p:spPr>
          <a:xfrm>
            <a:off x="21516353" y="8022414"/>
            <a:ext cx="0" cy="233312"/>
          </a:xfrm>
          <a:prstGeom prst="line">
            <a:avLst/>
          </a:prstGeom>
          <a:ln>
            <a:solidFill>
              <a:schemeClr val="accent4"/>
            </a:solidFill>
          </a:ln>
        </p:spPr>
        <p:style>
          <a:lnRef idx="3">
            <a:schemeClr val="accent2"/>
          </a:lnRef>
          <a:fillRef idx="0">
            <a:schemeClr val="accent2"/>
          </a:fillRef>
          <a:effectRef idx="2">
            <a:schemeClr val="accent2"/>
          </a:effectRef>
          <a:fontRef idx="minor">
            <a:schemeClr val="tx1"/>
          </a:fontRef>
        </p:style>
      </p:cxnSp>
      <p:sp>
        <p:nvSpPr>
          <p:cNvPr id="20" name="Picture Placeholder 18">
            <a:extLst>
              <a:ext uri="{FF2B5EF4-FFF2-40B4-BE49-F238E27FC236}">
                <a16:creationId xmlns:a16="http://schemas.microsoft.com/office/drawing/2014/main" id="{0FFFB9B9-FF5C-3B43-AC34-E0E4BFB1FBF3}"/>
              </a:ext>
              <a:ext uri="{C183D7F6-B498-43B3-948B-1728B52AA6E4}">
                <adec:decorative xmlns:adec="http://schemas.microsoft.com/office/drawing/2017/decorative" val="1"/>
              </a:ext>
            </a:extLst>
          </p:cNvPr>
          <p:cNvSpPr>
            <a:spLocks noGrp="1"/>
          </p:cNvSpPr>
          <p:nvPr>
            <p:ph type="pic" sz="quarter" idx="13" hasCustomPrompt="1"/>
          </p:nvPr>
        </p:nvSpPr>
        <p:spPr>
          <a:xfrm>
            <a:off x="1502728"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21" name="Picture Placeholder 18">
            <a:extLst>
              <a:ext uri="{FF2B5EF4-FFF2-40B4-BE49-F238E27FC236}">
                <a16:creationId xmlns:a16="http://schemas.microsoft.com/office/drawing/2014/main" id="{4EFAA546-8AC3-7347-946A-CE2E69D75084}"/>
              </a:ext>
              <a:ext uri="{C183D7F6-B498-43B3-948B-1728B52AA6E4}">
                <adec:decorative xmlns:adec="http://schemas.microsoft.com/office/drawing/2017/decorative" val="1"/>
              </a:ext>
            </a:extLst>
          </p:cNvPr>
          <p:cNvSpPr>
            <a:spLocks noGrp="1"/>
          </p:cNvSpPr>
          <p:nvPr>
            <p:ph type="pic" sz="quarter" idx="14" hasCustomPrompt="1"/>
          </p:nvPr>
        </p:nvSpPr>
        <p:spPr>
          <a:xfrm>
            <a:off x="5149898"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22" name="Picture Placeholder 18">
            <a:extLst>
              <a:ext uri="{FF2B5EF4-FFF2-40B4-BE49-F238E27FC236}">
                <a16:creationId xmlns:a16="http://schemas.microsoft.com/office/drawing/2014/main" id="{88DB6781-305C-044B-A408-5777172AB2BA}"/>
              </a:ext>
              <a:ext uri="{C183D7F6-B498-43B3-948B-1728B52AA6E4}">
                <adec:decorative xmlns:adec="http://schemas.microsoft.com/office/drawing/2017/decorative" val="1"/>
              </a:ext>
            </a:extLst>
          </p:cNvPr>
          <p:cNvSpPr>
            <a:spLocks noGrp="1"/>
          </p:cNvSpPr>
          <p:nvPr>
            <p:ph type="pic" sz="quarter" idx="15" hasCustomPrompt="1"/>
          </p:nvPr>
        </p:nvSpPr>
        <p:spPr>
          <a:xfrm>
            <a:off x="8962717"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29" name="Picture Placeholder 18">
            <a:extLst>
              <a:ext uri="{FF2B5EF4-FFF2-40B4-BE49-F238E27FC236}">
                <a16:creationId xmlns:a16="http://schemas.microsoft.com/office/drawing/2014/main" id="{B94910E6-1F1A-4340-AEDF-4CA9EEBE8E39}"/>
              </a:ext>
              <a:ext uri="{C183D7F6-B498-43B3-948B-1728B52AA6E4}">
                <adec:decorative xmlns:adec="http://schemas.microsoft.com/office/drawing/2017/decorative" val="1"/>
              </a:ext>
            </a:extLst>
          </p:cNvPr>
          <p:cNvSpPr>
            <a:spLocks noGrp="1"/>
          </p:cNvSpPr>
          <p:nvPr>
            <p:ph type="pic" sz="quarter" idx="25" hasCustomPrompt="1"/>
          </p:nvPr>
        </p:nvSpPr>
        <p:spPr>
          <a:xfrm>
            <a:off x="12699419"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37" name="Picture Placeholder 18">
            <a:extLst>
              <a:ext uri="{FF2B5EF4-FFF2-40B4-BE49-F238E27FC236}">
                <a16:creationId xmlns:a16="http://schemas.microsoft.com/office/drawing/2014/main" id="{7A9BC03B-0C7D-C74C-A761-19B06C2CB670}"/>
              </a:ext>
              <a:ext uri="{C183D7F6-B498-43B3-948B-1728B52AA6E4}">
                <adec:decorative xmlns:adec="http://schemas.microsoft.com/office/drawing/2017/decorative" val="1"/>
              </a:ext>
            </a:extLst>
          </p:cNvPr>
          <p:cNvSpPr>
            <a:spLocks noGrp="1"/>
          </p:cNvSpPr>
          <p:nvPr>
            <p:ph type="pic" sz="quarter" idx="28" hasCustomPrompt="1"/>
          </p:nvPr>
        </p:nvSpPr>
        <p:spPr>
          <a:xfrm>
            <a:off x="16436124"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42" name="Picture Placeholder 18">
            <a:extLst>
              <a:ext uri="{FF2B5EF4-FFF2-40B4-BE49-F238E27FC236}">
                <a16:creationId xmlns:a16="http://schemas.microsoft.com/office/drawing/2014/main" id="{E5646DAF-80DC-EE47-9B60-A3DF47E75013}"/>
              </a:ext>
              <a:ext uri="{C183D7F6-B498-43B3-948B-1728B52AA6E4}">
                <adec:decorative xmlns:adec="http://schemas.microsoft.com/office/drawing/2017/decorative" val="1"/>
              </a:ext>
            </a:extLst>
          </p:cNvPr>
          <p:cNvSpPr>
            <a:spLocks noGrp="1"/>
          </p:cNvSpPr>
          <p:nvPr>
            <p:ph type="pic" sz="quarter" idx="31" hasCustomPrompt="1"/>
          </p:nvPr>
        </p:nvSpPr>
        <p:spPr>
          <a:xfrm>
            <a:off x="20172826" y="8549641"/>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48" name="Picture Placeholder 18">
            <a:extLst>
              <a:ext uri="{FF2B5EF4-FFF2-40B4-BE49-F238E27FC236}">
                <a16:creationId xmlns:a16="http://schemas.microsoft.com/office/drawing/2014/main" id="{F465982D-6941-AD45-8373-E73F5E887B1E}"/>
              </a:ext>
              <a:ext uri="{C183D7F6-B498-43B3-948B-1728B52AA6E4}">
                <adec:decorative xmlns:adec="http://schemas.microsoft.com/office/drawing/2017/decorative" val="1"/>
              </a:ext>
            </a:extLst>
          </p:cNvPr>
          <p:cNvSpPr>
            <a:spLocks noGrp="1"/>
          </p:cNvSpPr>
          <p:nvPr>
            <p:ph type="pic" sz="quarter" idx="34" hasCustomPrompt="1"/>
          </p:nvPr>
        </p:nvSpPr>
        <p:spPr>
          <a:xfrm>
            <a:off x="6616483" y="3340827"/>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49" name="Picture Placeholder 18">
            <a:extLst>
              <a:ext uri="{FF2B5EF4-FFF2-40B4-BE49-F238E27FC236}">
                <a16:creationId xmlns:a16="http://schemas.microsoft.com/office/drawing/2014/main" id="{628B4E40-5BB7-3543-AEFF-C4EDDB7A1C51}"/>
              </a:ext>
              <a:ext uri="{C183D7F6-B498-43B3-948B-1728B52AA6E4}">
                <adec:decorative xmlns:adec="http://schemas.microsoft.com/office/drawing/2017/decorative" val="1"/>
              </a:ext>
            </a:extLst>
          </p:cNvPr>
          <p:cNvSpPr>
            <a:spLocks noGrp="1"/>
          </p:cNvSpPr>
          <p:nvPr>
            <p:ph type="pic" sz="quarter" idx="35" hasCustomPrompt="1"/>
          </p:nvPr>
        </p:nvSpPr>
        <p:spPr>
          <a:xfrm>
            <a:off x="10850311" y="3340827"/>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54" name="Picture Placeholder 18">
            <a:extLst>
              <a:ext uri="{FF2B5EF4-FFF2-40B4-BE49-F238E27FC236}">
                <a16:creationId xmlns:a16="http://schemas.microsoft.com/office/drawing/2014/main" id="{AE31D219-1C3B-0F46-892C-276CF6EC868D}"/>
              </a:ext>
              <a:ext uri="{C183D7F6-B498-43B3-948B-1728B52AA6E4}">
                <adec:decorative xmlns:adec="http://schemas.microsoft.com/office/drawing/2017/decorative" val="1"/>
              </a:ext>
            </a:extLst>
          </p:cNvPr>
          <p:cNvSpPr>
            <a:spLocks noGrp="1"/>
          </p:cNvSpPr>
          <p:nvPr>
            <p:ph type="pic" sz="quarter" idx="40" hasCustomPrompt="1"/>
          </p:nvPr>
        </p:nvSpPr>
        <p:spPr>
          <a:xfrm>
            <a:off x="14882385" y="3340827"/>
            <a:ext cx="2687058" cy="2687058"/>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39" name="Folded Corner 38">
            <a:extLst>
              <a:ext uri="{FF2B5EF4-FFF2-40B4-BE49-F238E27FC236}">
                <a16:creationId xmlns:a16="http://schemas.microsoft.com/office/drawing/2014/main" id="{9E72D902-DC82-0447-9C25-89A7C0DE40BB}"/>
              </a:ext>
            </a:extLst>
          </p:cNvPr>
          <p:cNvSpPr/>
          <p:nvPr/>
        </p:nvSpPr>
        <p:spPr>
          <a:xfrm>
            <a:off x="0" y="-2514599"/>
            <a:ext cx="11507786" cy="19521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org chart comes in three sizes to help you outline your group.</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Select image placeholder to target your drag and drop. Crop as needed. </a:t>
            </a:r>
            <a:r>
              <a:rPr lang="en-US" sz="2400" b="0">
                <a:solidFill>
                  <a:schemeClr val="tx1"/>
                </a:solidFill>
                <a:latin typeface="Source Sans Pro" charset="0"/>
                <a:ea typeface="Source Sans Pro" charset="0"/>
                <a:cs typeface="Source Sans Pro" charset="0"/>
              </a:rPr>
              <a:t>Use clear headshots with consistent sized heads when possible.</a:t>
            </a:r>
            <a:endParaRPr lang="en-US" sz="2400" b="1">
              <a:solidFill>
                <a:schemeClr val="tx1"/>
              </a:solidFill>
              <a:latin typeface="Source Sans Pro" charset="0"/>
              <a:ea typeface="Source Sans Pro" charset="0"/>
              <a:cs typeface="Source Sans Pro" charset="0"/>
            </a:endParaRPr>
          </a:p>
          <a:p>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327021860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EFAF5"/>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D369704A-8C9D-7045-8A49-A2B1C04A59E2}"/>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3" name="Folded Corner 2">
            <a:extLst>
              <a:ext uri="{FF2B5EF4-FFF2-40B4-BE49-F238E27FC236}">
                <a16:creationId xmlns:a16="http://schemas.microsoft.com/office/drawing/2014/main" id="{A2CCF22E-BD16-B14B-9AF4-B731E6FB9513}"/>
              </a:ext>
            </a:extLst>
          </p:cNvPr>
          <p:cNvSpPr/>
          <p:nvPr/>
        </p:nvSpPr>
        <p:spPr>
          <a:xfrm>
            <a:off x="0" y="-2209799"/>
            <a:ext cx="8231188" cy="16473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a multi-purpose title only layout. </a:t>
            </a:r>
          </a:p>
          <a:p>
            <a:endParaRPr lang="en-US" sz="2400">
              <a:solidFill>
                <a:schemeClr val="tx1"/>
              </a:solidFill>
              <a:latin typeface="Source Sans Pro" charset="0"/>
              <a:ea typeface="Source Sans Pro" charset="0"/>
              <a:cs typeface="Arial" panose="020B0604020202020204" pitchFamily="34" charset="0"/>
            </a:endParaRPr>
          </a:p>
          <a:p>
            <a:r>
              <a:rPr lang="en-US" sz="2400" b="1">
                <a:solidFill>
                  <a:schemeClr val="tx1"/>
                </a:solidFill>
                <a:latin typeface="Source Sans Pro" charset="0"/>
                <a:ea typeface="Source Sans Pro" charset="0"/>
                <a:cs typeface="Arial" panose="020B0604020202020204" pitchFamily="34" charset="0"/>
              </a:rPr>
              <a:t>Tip: </a:t>
            </a:r>
            <a:r>
              <a:rPr lang="en-US" sz="2400" b="0">
                <a:solidFill>
                  <a:schemeClr val="tx1"/>
                </a:solidFill>
                <a:latin typeface="Source Sans Pro" charset="0"/>
                <a:ea typeface="Source Sans Pro" charset="0"/>
                <a:cs typeface="Arial" panose="020B0604020202020204" pitchFamily="34" charset="0"/>
              </a:rPr>
              <a:t>Make sure to keep your slide titles short and clear.</a:t>
            </a:r>
            <a:endParaRPr lang="en-US" sz="2400" b="1">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283803226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s 2 topics side by s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E7BEBB4-3F36-8646-973A-A78CEB7C196F}"/>
              </a:ext>
              <a:ext uri="{C183D7F6-B498-43B3-948B-1728B52AA6E4}">
                <adec:decorative xmlns:adec="http://schemas.microsoft.com/office/drawing/2017/decorative" val="1"/>
              </a:ext>
            </a:extLst>
          </p:cNvPr>
          <p:cNvSpPr/>
          <p:nvPr/>
        </p:nvSpPr>
        <p:spPr>
          <a:xfrm>
            <a:off x="1525589" y="3618489"/>
            <a:ext cx="10392653" cy="10097514"/>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FDC60FE4-08B6-EA4A-9463-3B69B49C2A18}"/>
              </a:ext>
              <a:ext uri="{C183D7F6-B498-43B3-948B-1728B52AA6E4}">
                <adec:decorative xmlns:adec="http://schemas.microsoft.com/office/drawing/2017/decorative" val="1"/>
              </a:ext>
            </a:extLst>
          </p:cNvPr>
          <p:cNvSpPr/>
          <p:nvPr/>
        </p:nvSpPr>
        <p:spPr>
          <a:xfrm>
            <a:off x="12525133" y="3618488"/>
            <a:ext cx="10260256" cy="10097512"/>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62716F0D-A83B-204C-9A61-5E7F687DD3D5}"/>
              </a:ext>
              <a:ext uri="{C183D7F6-B498-43B3-948B-1728B52AA6E4}">
                <adec:decorative xmlns:adec="http://schemas.microsoft.com/office/drawing/2017/decorative" val="1"/>
              </a:ext>
            </a:extLst>
          </p:cNvPr>
          <p:cNvSpPr/>
          <p:nvPr/>
        </p:nvSpPr>
        <p:spPr>
          <a:xfrm flipV="1">
            <a:off x="1955541" y="5024206"/>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13" name="Rectangle 12">
            <a:extLst>
              <a:ext uri="{FF2B5EF4-FFF2-40B4-BE49-F238E27FC236}">
                <a16:creationId xmlns:a16="http://schemas.microsoft.com/office/drawing/2014/main" id="{4A5D1ADE-6E40-2140-AAC7-17DA52B4B884}"/>
              </a:ext>
              <a:ext uri="{C183D7F6-B498-43B3-948B-1728B52AA6E4}">
                <adec:decorative xmlns:adec="http://schemas.microsoft.com/office/drawing/2017/decorative" val="1"/>
              </a:ext>
            </a:extLst>
          </p:cNvPr>
          <p:cNvSpPr/>
          <p:nvPr/>
        </p:nvSpPr>
        <p:spPr>
          <a:xfrm flipV="1">
            <a:off x="13048398" y="5024206"/>
            <a:ext cx="8987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4" name="Title Placeholder 1">
            <a:extLst>
              <a:ext uri="{FF2B5EF4-FFF2-40B4-BE49-F238E27FC236}">
                <a16:creationId xmlns:a16="http://schemas.microsoft.com/office/drawing/2014/main" id="{D369704A-8C9D-7045-8A49-A2B1C04A59E2}"/>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23" name="Text Placeholder 8">
            <a:extLst>
              <a:ext uri="{FF2B5EF4-FFF2-40B4-BE49-F238E27FC236}">
                <a16:creationId xmlns:a16="http://schemas.microsoft.com/office/drawing/2014/main" id="{194034E8-B5B3-7B4A-961C-240ADFAF6E4F}"/>
              </a:ext>
            </a:extLst>
          </p:cNvPr>
          <p:cNvSpPr>
            <a:spLocks noGrp="1"/>
          </p:cNvSpPr>
          <p:nvPr>
            <p:ph type="body" sz="quarter" idx="14"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14" name="Text Placeholder 13">
            <a:extLst>
              <a:ext uri="{FF2B5EF4-FFF2-40B4-BE49-F238E27FC236}">
                <a16:creationId xmlns:a16="http://schemas.microsoft.com/office/drawing/2014/main" id="{C9A703E1-FCDF-6545-BC1B-091CE6B82F57}"/>
              </a:ext>
            </a:extLst>
          </p:cNvPr>
          <p:cNvSpPr>
            <a:spLocks noGrp="1"/>
          </p:cNvSpPr>
          <p:nvPr>
            <p:ph type="body" sz="quarter" idx="10" hasCustomPrompt="1"/>
          </p:nvPr>
        </p:nvSpPr>
        <p:spPr>
          <a:xfrm>
            <a:off x="1862635" y="4066759"/>
            <a:ext cx="6765915" cy="1266826"/>
          </a:xfrm>
        </p:spPr>
        <p:txBody>
          <a:bodyPr>
            <a:normAutofit/>
          </a:bodyPr>
          <a:lstStyle>
            <a:lvl1pPr marL="0" indent="0">
              <a:buNone/>
              <a:defRPr sz="4400">
                <a:solidFill>
                  <a:schemeClr val="bg2"/>
                </a:solidFill>
              </a:defRPr>
            </a:lvl1pPr>
          </a:lstStyle>
          <a:p>
            <a:pPr lvl="0"/>
            <a:r>
              <a:rPr lang="en-US"/>
              <a:t>Enter topic header</a:t>
            </a:r>
          </a:p>
        </p:txBody>
      </p:sp>
      <p:sp>
        <p:nvSpPr>
          <p:cNvPr id="16" name="Text Placeholder 15">
            <a:extLst>
              <a:ext uri="{FF2B5EF4-FFF2-40B4-BE49-F238E27FC236}">
                <a16:creationId xmlns:a16="http://schemas.microsoft.com/office/drawing/2014/main" id="{0FA706E7-6BC9-C647-83DB-B6E49D1BFA4B}"/>
              </a:ext>
            </a:extLst>
          </p:cNvPr>
          <p:cNvSpPr>
            <a:spLocks noGrp="1"/>
          </p:cNvSpPr>
          <p:nvPr>
            <p:ph type="body" sz="quarter" idx="11" hasCustomPrompt="1"/>
          </p:nvPr>
        </p:nvSpPr>
        <p:spPr>
          <a:xfrm>
            <a:off x="1862636" y="5440729"/>
            <a:ext cx="8885237" cy="3641726"/>
          </a:xfrm>
        </p:spPr>
        <p:txBody>
          <a:bodyPr>
            <a:normAutofit/>
          </a:bodyPr>
          <a:lstStyle>
            <a:lvl1pPr marL="571386" indent="-571386">
              <a:lnSpc>
                <a:spcPts val="4320"/>
              </a:lnSpc>
              <a:buFont typeface="Arial" panose="020B0604020202020204" pitchFamily="34" charset="0"/>
              <a:buChar char="•"/>
              <a:defRPr sz="3600" b="0" i="0">
                <a:solidFill>
                  <a:schemeClr val="accent6"/>
                </a:solidFill>
                <a:latin typeface="Community Light" panose="02000303040000020003" pitchFamily="2" charset="0"/>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 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sed. et in in</a:t>
            </a:r>
          </a:p>
          <a:p>
            <a:pPr lvl="0"/>
            <a:r>
              <a:rPr lang="en-US"/>
              <a:t>Non </a:t>
            </a:r>
            <a:r>
              <a:rPr lang="en-US" err="1"/>
              <a:t>consequuntur</a:t>
            </a:r>
            <a:r>
              <a:rPr lang="en-US"/>
              <a:t>. </a:t>
            </a:r>
            <a:r>
              <a:rPr lang="en-US" err="1"/>
              <a:t>homines</a:t>
            </a:r>
            <a:r>
              <a:rPr lang="en-US"/>
              <a:t> res </a:t>
            </a:r>
            <a:r>
              <a:rPr lang="en-US" err="1"/>
              <a:t>facere</a:t>
            </a:r>
            <a:r>
              <a:rPr lang="en-US"/>
              <a:t> </a:t>
            </a:r>
            <a:r>
              <a:rPr lang="en-US" err="1"/>
              <a:t>Itaque</a:t>
            </a:r>
            <a:r>
              <a:rPr lang="en-US"/>
              <a:t> </a:t>
            </a:r>
            <a:r>
              <a:rPr lang="en-US" err="1"/>
              <a:t>orationem</a:t>
            </a:r>
            <a:r>
              <a:rPr lang="en-US"/>
              <a:t>.</a:t>
            </a:r>
          </a:p>
        </p:txBody>
      </p:sp>
      <p:sp>
        <p:nvSpPr>
          <p:cNvPr id="20" name="Text Placeholder 13">
            <a:extLst>
              <a:ext uri="{FF2B5EF4-FFF2-40B4-BE49-F238E27FC236}">
                <a16:creationId xmlns:a16="http://schemas.microsoft.com/office/drawing/2014/main" id="{25857958-4E2C-294E-AEA7-941CE1D6EB3F}"/>
              </a:ext>
            </a:extLst>
          </p:cNvPr>
          <p:cNvSpPr>
            <a:spLocks noGrp="1"/>
          </p:cNvSpPr>
          <p:nvPr>
            <p:ph type="body" sz="quarter" idx="12" hasCustomPrompt="1"/>
          </p:nvPr>
        </p:nvSpPr>
        <p:spPr>
          <a:xfrm>
            <a:off x="12962060" y="4066759"/>
            <a:ext cx="6765915" cy="1266826"/>
          </a:xfrm>
        </p:spPr>
        <p:txBody>
          <a:bodyPr>
            <a:normAutofit/>
          </a:bodyPr>
          <a:lstStyle>
            <a:lvl1pPr marL="0" indent="0">
              <a:buNone/>
              <a:defRPr sz="4400">
                <a:solidFill>
                  <a:schemeClr val="bg2"/>
                </a:solidFill>
              </a:defRPr>
            </a:lvl1pPr>
          </a:lstStyle>
          <a:p>
            <a:pPr lvl="0"/>
            <a:r>
              <a:rPr lang="en-US"/>
              <a:t>Enter topic header</a:t>
            </a:r>
          </a:p>
        </p:txBody>
      </p:sp>
      <p:sp>
        <p:nvSpPr>
          <p:cNvPr id="21" name="Text Placeholder 15">
            <a:extLst>
              <a:ext uri="{FF2B5EF4-FFF2-40B4-BE49-F238E27FC236}">
                <a16:creationId xmlns:a16="http://schemas.microsoft.com/office/drawing/2014/main" id="{B19EB850-36C6-234E-9460-D685B5A8899B}"/>
              </a:ext>
            </a:extLst>
          </p:cNvPr>
          <p:cNvSpPr>
            <a:spLocks noGrp="1"/>
          </p:cNvSpPr>
          <p:nvPr>
            <p:ph type="body" sz="quarter" idx="13" hasCustomPrompt="1"/>
          </p:nvPr>
        </p:nvSpPr>
        <p:spPr>
          <a:xfrm>
            <a:off x="12962061" y="5440729"/>
            <a:ext cx="8885237" cy="3641726"/>
          </a:xfrm>
        </p:spPr>
        <p:txBody>
          <a:bodyPr>
            <a:normAutofit/>
          </a:bodyPr>
          <a:lstStyle>
            <a:lvl1pPr marL="571386" indent="-571386">
              <a:lnSpc>
                <a:spcPts val="4320"/>
              </a:lnSpc>
              <a:buFont typeface="Arial" panose="020B0604020202020204" pitchFamily="34" charset="0"/>
              <a:buChar char="•"/>
              <a:defRPr sz="36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 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sed. et in in</a:t>
            </a:r>
          </a:p>
          <a:p>
            <a:pPr lvl="0"/>
            <a:r>
              <a:rPr lang="en-US"/>
              <a:t>Non </a:t>
            </a:r>
            <a:r>
              <a:rPr lang="en-US" err="1"/>
              <a:t>consequuntur</a:t>
            </a:r>
            <a:r>
              <a:rPr lang="en-US"/>
              <a:t>. </a:t>
            </a:r>
            <a:r>
              <a:rPr lang="en-US" err="1"/>
              <a:t>homines</a:t>
            </a:r>
            <a:r>
              <a:rPr lang="en-US"/>
              <a:t> res </a:t>
            </a:r>
            <a:r>
              <a:rPr lang="en-US" err="1"/>
              <a:t>facere</a:t>
            </a:r>
            <a:r>
              <a:rPr lang="en-US"/>
              <a:t> </a:t>
            </a:r>
            <a:r>
              <a:rPr lang="en-US" err="1"/>
              <a:t>Itaque</a:t>
            </a:r>
            <a:r>
              <a:rPr lang="en-US"/>
              <a:t> </a:t>
            </a:r>
            <a:r>
              <a:rPr lang="en-US" err="1"/>
              <a:t>orationem</a:t>
            </a:r>
            <a:r>
              <a:rPr lang="en-US"/>
              <a:t>.</a:t>
            </a:r>
          </a:p>
        </p:txBody>
      </p:sp>
      <p:sp>
        <p:nvSpPr>
          <p:cNvPr id="15" name="Folded Corner 14">
            <a:extLst>
              <a:ext uri="{FF2B5EF4-FFF2-40B4-BE49-F238E27FC236}">
                <a16:creationId xmlns:a16="http://schemas.microsoft.com/office/drawing/2014/main" id="{758C6326-25E7-5548-B12B-DACC40C294F4}"/>
              </a:ext>
              <a:ext uri="{C183D7F6-B498-43B3-948B-1728B52AA6E4}">
                <adec:decorative xmlns:adec="http://schemas.microsoft.com/office/drawing/2017/decorative" val="1"/>
              </a:ext>
            </a:extLst>
          </p:cNvPr>
          <p:cNvSpPr/>
          <p:nvPr/>
        </p:nvSpPr>
        <p:spPr>
          <a:xfrm>
            <a:off x="0" y="-2285999"/>
            <a:ext cx="9755186" cy="17235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text layout is for expanding upon 2 main points</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Replace text placeholders with your own words.</a:t>
            </a:r>
            <a:endParaRPr lang="en-US" sz="2400" b="1">
              <a:solidFill>
                <a:schemeClr val="tx1"/>
              </a:solidFill>
              <a:latin typeface="Source Sans Pro" charset="0"/>
              <a:ea typeface="Source Sans Pro" charset="0"/>
              <a:cs typeface="Source Sans Pro" charset="0"/>
            </a:endParaRPr>
          </a:p>
          <a:p>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326004785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itles 3 topics side by sid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3567FF3-D1A2-054D-B9BD-C1C308B49BA6}"/>
              </a:ext>
              <a:ext uri="{C183D7F6-B498-43B3-948B-1728B52AA6E4}">
                <adec:decorative xmlns:adec="http://schemas.microsoft.com/office/drawing/2017/decorative" val="1"/>
              </a:ext>
            </a:extLst>
          </p:cNvPr>
          <p:cNvSpPr/>
          <p:nvPr/>
        </p:nvSpPr>
        <p:spPr>
          <a:xfrm>
            <a:off x="8896892" y="3618489"/>
            <a:ext cx="6669740" cy="10097514"/>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FDF5C900-047C-BE42-B029-D88086CD39CB}"/>
              </a:ext>
              <a:ext uri="{C183D7F6-B498-43B3-948B-1728B52AA6E4}">
                <adec:decorative xmlns:adec="http://schemas.microsoft.com/office/drawing/2017/decorative" val="1"/>
              </a:ext>
            </a:extLst>
          </p:cNvPr>
          <p:cNvSpPr/>
          <p:nvPr/>
        </p:nvSpPr>
        <p:spPr>
          <a:xfrm>
            <a:off x="16135527" y="3618489"/>
            <a:ext cx="6669740" cy="10097514"/>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a:extLst>
              <a:ext uri="{FF2B5EF4-FFF2-40B4-BE49-F238E27FC236}">
                <a16:creationId xmlns:a16="http://schemas.microsoft.com/office/drawing/2014/main" id="{67F9BE5B-CEBC-EF42-A9C1-923920C803C3}"/>
              </a:ext>
              <a:ext uri="{C183D7F6-B498-43B3-948B-1728B52AA6E4}">
                <adec:decorative xmlns:adec="http://schemas.microsoft.com/office/drawing/2017/decorative" val="1"/>
              </a:ext>
            </a:extLst>
          </p:cNvPr>
          <p:cNvSpPr/>
          <p:nvPr/>
        </p:nvSpPr>
        <p:spPr>
          <a:xfrm>
            <a:off x="1549790" y="3618489"/>
            <a:ext cx="6669740" cy="10097514"/>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extLst>
              <a:ext uri="{FF2B5EF4-FFF2-40B4-BE49-F238E27FC236}">
                <a16:creationId xmlns:a16="http://schemas.microsoft.com/office/drawing/2014/main" id="{008EA279-326B-ED49-8802-DB9686C07336}"/>
              </a:ext>
              <a:ext uri="{C183D7F6-B498-43B3-948B-1728B52AA6E4}">
                <adec:decorative xmlns:adec="http://schemas.microsoft.com/office/drawing/2017/decorative" val="1"/>
              </a:ext>
            </a:extLst>
          </p:cNvPr>
          <p:cNvSpPr/>
          <p:nvPr/>
        </p:nvSpPr>
        <p:spPr>
          <a:xfrm flipV="1">
            <a:off x="9313729" y="4907280"/>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14" name="Rectangle 13">
            <a:extLst>
              <a:ext uri="{FF2B5EF4-FFF2-40B4-BE49-F238E27FC236}">
                <a16:creationId xmlns:a16="http://schemas.microsoft.com/office/drawing/2014/main" id="{3572B217-334E-CE4A-A32B-45C131434446}"/>
              </a:ext>
              <a:ext uri="{C183D7F6-B498-43B3-948B-1728B52AA6E4}">
                <adec:decorative xmlns:adec="http://schemas.microsoft.com/office/drawing/2017/decorative" val="1"/>
              </a:ext>
            </a:extLst>
          </p:cNvPr>
          <p:cNvSpPr/>
          <p:nvPr/>
        </p:nvSpPr>
        <p:spPr>
          <a:xfrm flipV="1">
            <a:off x="16502671" y="4907280"/>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23" name="Rectangle 22">
            <a:extLst>
              <a:ext uri="{FF2B5EF4-FFF2-40B4-BE49-F238E27FC236}">
                <a16:creationId xmlns:a16="http://schemas.microsoft.com/office/drawing/2014/main" id="{667BD3C9-2C74-714C-85A3-2EE06DB40E82}"/>
              </a:ext>
              <a:ext uri="{C183D7F6-B498-43B3-948B-1728B52AA6E4}">
                <adec:decorative xmlns:adec="http://schemas.microsoft.com/office/drawing/2017/decorative" val="1"/>
              </a:ext>
            </a:extLst>
          </p:cNvPr>
          <p:cNvSpPr/>
          <p:nvPr/>
        </p:nvSpPr>
        <p:spPr>
          <a:xfrm flipV="1">
            <a:off x="1979742" y="4907280"/>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24" name="Text Placeholder 13">
            <a:extLst>
              <a:ext uri="{FF2B5EF4-FFF2-40B4-BE49-F238E27FC236}">
                <a16:creationId xmlns:a16="http://schemas.microsoft.com/office/drawing/2014/main" id="{C37AF079-B79E-DA48-AF3C-5B596EF250A5}"/>
              </a:ext>
            </a:extLst>
          </p:cNvPr>
          <p:cNvSpPr>
            <a:spLocks noGrp="1"/>
          </p:cNvSpPr>
          <p:nvPr>
            <p:ph type="body" sz="quarter" idx="10" hasCustomPrompt="1"/>
          </p:nvPr>
        </p:nvSpPr>
        <p:spPr>
          <a:xfrm>
            <a:off x="1883327" y="4024745"/>
            <a:ext cx="5775732" cy="1266826"/>
          </a:xfrm>
        </p:spPr>
        <p:txBody>
          <a:bodyPr>
            <a:normAutofit/>
          </a:bodyPr>
          <a:lstStyle>
            <a:lvl1pPr marL="0" indent="0">
              <a:buNone/>
              <a:defRPr sz="4400">
                <a:solidFill>
                  <a:schemeClr val="bg2"/>
                </a:solidFill>
              </a:defRPr>
            </a:lvl1pPr>
          </a:lstStyle>
          <a:p>
            <a:pPr lvl="0"/>
            <a:r>
              <a:rPr lang="en-US"/>
              <a:t>Enter topic header</a:t>
            </a:r>
          </a:p>
        </p:txBody>
      </p:sp>
      <p:sp>
        <p:nvSpPr>
          <p:cNvPr id="25" name="Text Placeholder 15">
            <a:extLst>
              <a:ext uri="{FF2B5EF4-FFF2-40B4-BE49-F238E27FC236}">
                <a16:creationId xmlns:a16="http://schemas.microsoft.com/office/drawing/2014/main" id="{4171F36A-3B5F-2741-8569-F03FD621A537}"/>
              </a:ext>
            </a:extLst>
          </p:cNvPr>
          <p:cNvSpPr>
            <a:spLocks noGrp="1"/>
          </p:cNvSpPr>
          <p:nvPr>
            <p:ph type="body" sz="quarter" idx="12" hasCustomPrompt="1"/>
          </p:nvPr>
        </p:nvSpPr>
        <p:spPr>
          <a:xfrm>
            <a:off x="1933617" y="5398715"/>
            <a:ext cx="5725443" cy="6439182"/>
          </a:xfrm>
        </p:spPr>
        <p:txBody>
          <a:bodyPr>
            <a:normAutofit/>
          </a:bodyPr>
          <a:lstStyle>
            <a:lvl1pPr marL="0" indent="0">
              <a:lnSpc>
                <a:spcPts val="4320"/>
              </a:lnSpc>
              <a:buFontTx/>
              <a:buNone/>
              <a:defRPr sz="36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26" name="Text Placeholder 13">
            <a:extLst>
              <a:ext uri="{FF2B5EF4-FFF2-40B4-BE49-F238E27FC236}">
                <a16:creationId xmlns:a16="http://schemas.microsoft.com/office/drawing/2014/main" id="{8E1FFAE3-E85A-A641-A698-6ECCEDCF713F}"/>
              </a:ext>
            </a:extLst>
          </p:cNvPr>
          <p:cNvSpPr>
            <a:spLocks noGrp="1"/>
          </p:cNvSpPr>
          <p:nvPr>
            <p:ph type="body" sz="quarter" idx="13" hasCustomPrompt="1"/>
          </p:nvPr>
        </p:nvSpPr>
        <p:spPr>
          <a:xfrm>
            <a:off x="9246654" y="4024745"/>
            <a:ext cx="5775732" cy="1266826"/>
          </a:xfrm>
        </p:spPr>
        <p:txBody>
          <a:bodyPr>
            <a:normAutofit/>
          </a:bodyPr>
          <a:lstStyle>
            <a:lvl1pPr marL="0" indent="0">
              <a:buNone/>
              <a:defRPr sz="4400">
                <a:solidFill>
                  <a:schemeClr val="bg2"/>
                </a:solidFill>
              </a:defRPr>
            </a:lvl1pPr>
          </a:lstStyle>
          <a:p>
            <a:pPr lvl="0"/>
            <a:r>
              <a:rPr lang="en-US"/>
              <a:t>Enter topic header</a:t>
            </a:r>
          </a:p>
        </p:txBody>
      </p:sp>
      <p:sp>
        <p:nvSpPr>
          <p:cNvPr id="27" name="Text Placeholder 15">
            <a:extLst>
              <a:ext uri="{FF2B5EF4-FFF2-40B4-BE49-F238E27FC236}">
                <a16:creationId xmlns:a16="http://schemas.microsoft.com/office/drawing/2014/main" id="{0611D151-2BF7-4C40-91FE-CD9019F6EE71}"/>
              </a:ext>
            </a:extLst>
          </p:cNvPr>
          <p:cNvSpPr>
            <a:spLocks noGrp="1"/>
          </p:cNvSpPr>
          <p:nvPr>
            <p:ph type="body" sz="quarter" idx="14" hasCustomPrompt="1"/>
          </p:nvPr>
        </p:nvSpPr>
        <p:spPr>
          <a:xfrm>
            <a:off x="9296942" y="5398715"/>
            <a:ext cx="5725443" cy="6439182"/>
          </a:xfrm>
        </p:spPr>
        <p:txBody>
          <a:bodyPr>
            <a:normAutofit/>
          </a:bodyPr>
          <a:lstStyle>
            <a:lvl1pPr marL="0" indent="0">
              <a:lnSpc>
                <a:spcPts val="4320"/>
              </a:lnSpc>
              <a:buFontTx/>
              <a:buNone/>
              <a:defRPr sz="36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28" name="Text Placeholder 13">
            <a:extLst>
              <a:ext uri="{FF2B5EF4-FFF2-40B4-BE49-F238E27FC236}">
                <a16:creationId xmlns:a16="http://schemas.microsoft.com/office/drawing/2014/main" id="{1E29A7EE-C07D-5147-B18B-AAA00E8267C4}"/>
              </a:ext>
            </a:extLst>
          </p:cNvPr>
          <p:cNvSpPr>
            <a:spLocks noGrp="1"/>
          </p:cNvSpPr>
          <p:nvPr>
            <p:ph type="body" sz="quarter" idx="15" hasCustomPrompt="1"/>
          </p:nvPr>
        </p:nvSpPr>
        <p:spPr>
          <a:xfrm>
            <a:off x="16454092" y="4024745"/>
            <a:ext cx="5775732" cy="1266826"/>
          </a:xfrm>
        </p:spPr>
        <p:txBody>
          <a:bodyPr>
            <a:normAutofit/>
          </a:bodyPr>
          <a:lstStyle>
            <a:lvl1pPr marL="0" indent="0">
              <a:buNone/>
              <a:defRPr sz="4400">
                <a:solidFill>
                  <a:schemeClr val="bg2"/>
                </a:solidFill>
              </a:defRPr>
            </a:lvl1pPr>
          </a:lstStyle>
          <a:p>
            <a:pPr lvl="0"/>
            <a:r>
              <a:rPr lang="en-US"/>
              <a:t>Enter topic header</a:t>
            </a:r>
          </a:p>
        </p:txBody>
      </p:sp>
      <p:sp>
        <p:nvSpPr>
          <p:cNvPr id="29" name="Text Placeholder 15">
            <a:extLst>
              <a:ext uri="{FF2B5EF4-FFF2-40B4-BE49-F238E27FC236}">
                <a16:creationId xmlns:a16="http://schemas.microsoft.com/office/drawing/2014/main" id="{36C8BC9F-7960-3B45-97D5-B8F6938FE20B}"/>
              </a:ext>
            </a:extLst>
          </p:cNvPr>
          <p:cNvSpPr>
            <a:spLocks noGrp="1"/>
          </p:cNvSpPr>
          <p:nvPr>
            <p:ph type="body" sz="quarter" idx="16" hasCustomPrompt="1"/>
          </p:nvPr>
        </p:nvSpPr>
        <p:spPr>
          <a:xfrm>
            <a:off x="16504382" y="5398715"/>
            <a:ext cx="5725443" cy="6439182"/>
          </a:xfrm>
        </p:spPr>
        <p:txBody>
          <a:bodyPr>
            <a:normAutofit/>
          </a:bodyPr>
          <a:lstStyle>
            <a:lvl1pPr marL="0" indent="0">
              <a:lnSpc>
                <a:spcPts val="4320"/>
              </a:lnSpc>
              <a:buFontTx/>
              <a:buNone/>
              <a:defRPr sz="36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21" name="Folded Corner 20">
            <a:extLst>
              <a:ext uri="{FF2B5EF4-FFF2-40B4-BE49-F238E27FC236}">
                <a16:creationId xmlns:a16="http://schemas.microsoft.com/office/drawing/2014/main" id="{27AC16F7-401F-AE49-B6E5-1F951AEA8092}"/>
              </a:ext>
              <a:ext uri="{C183D7F6-B498-43B3-948B-1728B52AA6E4}">
                <adec:decorative xmlns:adec="http://schemas.microsoft.com/office/drawing/2017/decorative" val="1"/>
              </a:ext>
            </a:extLst>
          </p:cNvPr>
          <p:cNvSpPr/>
          <p:nvPr/>
        </p:nvSpPr>
        <p:spPr>
          <a:xfrm>
            <a:off x="0" y="-2285999"/>
            <a:ext cx="9755186" cy="17235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text layout is for expanding upon 3 main points</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Replace text placeholders with your own words.</a:t>
            </a:r>
            <a:endParaRPr lang="en-US" sz="2400" b="1">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50822348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itles 4 topics side by side">
    <p:bg>
      <p:bgPr>
        <a:solidFill>
          <a:schemeClr val="bg1"/>
        </a:solidFill>
        <a:effectLst/>
      </p:bgPr>
    </p:bg>
    <p:spTree>
      <p:nvGrpSpPr>
        <p:cNvPr id="1" name=""/>
        <p:cNvGrpSpPr/>
        <p:nvPr/>
      </p:nvGrpSpPr>
      <p:grpSpPr>
        <a:xfrm>
          <a:off x="0" y="0"/>
          <a:ext cx="0" cy="0"/>
          <a:chOff x="0" y="0"/>
          <a:chExt cx="0" cy="0"/>
        </a:xfrm>
      </p:grpSpPr>
      <p:sp>
        <p:nvSpPr>
          <p:cNvPr id="31" name="Title Placeholder 1">
            <a:extLst>
              <a:ext uri="{FF2B5EF4-FFF2-40B4-BE49-F238E27FC236}">
                <a16:creationId xmlns:a16="http://schemas.microsoft.com/office/drawing/2014/main" id="{C2FB5640-CC02-7D4E-8647-471435167353}"/>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rgbClr val="56687A"/>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21" name="Rectangle 20">
            <a:extLst>
              <a:ext uri="{FF2B5EF4-FFF2-40B4-BE49-F238E27FC236}">
                <a16:creationId xmlns:a16="http://schemas.microsoft.com/office/drawing/2014/main" id="{D5253F65-F3DA-824B-8591-33C7698C925A}"/>
              </a:ext>
              <a:ext uri="{C183D7F6-B498-43B3-948B-1728B52AA6E4}">
                <adec:decorative xmlns:adec="http://schemas.microsoft.com/office/drawing/2017/decorative" val="1"/>
              </a:ext>
            </a:extLst>
          </p:cNvPr>
          <p:cNvSpPr/>
          <p:nvPr/>
        </p:nvSpPr>
        <p:spPr>
          <a:xfrm>
            <a:off x="1525589" y="3618489"/>
            <a:ext cx="21337374" cy="10097514"/>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a:extLst>
              <a:ext uri="{FF2B5EF4-FFF2-40B4-BE49-F238E27FC236}">
                <a16:creationId xmlns:a16="http://schemas.microsoft.com/office/drawing/2014/main" id="{667BD3C9-2C74-714C-85A3-2EE06DB40E82}"/>
              </a:ext>
              <a:ext uri="{C183D7F6-B498-43B3-948B-1728B52AA6E4}">
                <adec:decorative xmlns:adec="http://schemas.microsoft.com/office/drawing/2017/decorative" val="1"/>
              </a:ext>
            </a:extLst>
          </p:cNvPr>
          <p:cNvSpPr/>
          <p:nvPr/>
        </p:nvSpPr>
        <p:spPr>
          <a:xfrm flipV="1">
            <a:off x="1824752" y="5105400"/>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18" name="Rectangle 17">
            <a:extLst>
              <a:ext uri="{FF2B5EF4-FFF2-40B4-BE49-F238E27FC236}">
                <a16:creationId xmlns:a16="http://schemas.microsoft.com/office/drawing/2014/main" id="{1D217BC2-762D-FF44-9DB8-91E668863DDE}"/>
              </a:ext>
              <a:ext uri="{C183D7F6-B498-43B3-948B-1728B52AA6E4}">
                <adec:decorative xmlns:adec="http://schemas.microsoft.com/office/drawing/2017/decorative" val="1"/>
              </a:ext>
            </a:extLst>
          </p:cNvPr>
          <p:cNvSpPr/>
          <p:nvPr/>
        </p:nvSpPr>
        <p:spPr>
          <a:xfrm>
            <a:off x="7183199" y="5151120"/>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19" name="Rectangle 18">
            <a:extLst>
              <a:ext uri="{FF2B5EF4-FFF2-40B4-BE49-F238E27FC236}">
                <a16:creationId xmlns:a16="http://schemas.microsoft.com/office/drawing/2014/main" id="{FB7A2BBA-D8D3-3940-8BA2-15EC9C7422A3}"/>
              </a:ext>
              <a:ext uri="{C183D7F6-B498-43B3-948B-1728B52AA6E4}">
                <adec:decorative xmlns:adec="http://schemas.microsoft.com/office/drawing/2017/decorative" val="1"/>
              </a:ext>
            </a:extLst>
          </p:cNvPr>
          <p:cNvSpPr/>
          <p:nvPr/>
        </p:nvSpPr>
        <p:spPr>
          <a:xfrm>
            <a:off x="12586471" y="5151120"/>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20" name="Rectangle 19">
            <a:extLst>
              <a:ext uri="{FF2B5EF4-FFF2-40B4-BE49-F238E27FC236}">
                <a16:creationId xmlns:a16="http://schemas.microsoft.com/office/drawing/2014/main" id="{789A32DD-5B82-E247-B7B7-66EED8CC2430}"/>
              </a:ext>
              <a:ext uri="{C183D7F6-B498-43B3-948B-1728B52AA6E4}">
                <adec:decorative xmlns:adec="http://schemas.microsoft.com/office/drawing/2017/decorative" val="1"/>
              </a:ext>
            </a:extLst>
          </p:cNvPr>
          <p:cNvSpPr/>
          <p:nvPr/>
        </p:nvSpPr>
        <p:spPr>
          <a:xfrm>
            <a:off x="17906615" y="5151120"/>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24" name="Text Placeholder 13">
            <a:extLst>
              <a:ext uri="{FF2B5EF4-FFF2-40B4-BE49-F238E27FC236}">
                <a16:creationId xmlns:a16="http://schemas.microsoft.com/office/drawing/2014/main" id="{C37AF079-B79E-DA48-AF3C-5B596EF250A5}"/>
              </a:ext>
            </a:extLst>
          </p:cNvPr>
          <p:cNvSpPr>
            <a:spLocks noGrp="1"/>
          </p:cNvSpPr>
          <p:nvPr>
            <p:ph type="body" sz="quarter" idx="10" hasCustomPrompt="1"/>
          </p:nvPr>
        </p:nvSpPr>
        <p:spPr>
          <a:xfrm>
            <a:off x="1824754" y="4155279"/>
            <a:ext cx="4639708" cy="1266826"/>
          </a:xfrm>
        </p:spPr>
        <p:txBody>
          <a:bodyPr>
            <a:noAutofit/>
          </a:bodyPr>
          <a:lstStyle>
            <a:lvl1pPr marL="0" indent="0">
              <a:buNone/>
              <a:defRPr sz="4400">
                <a:solidFill>
                  <a:schemeClr val="bg2"/>
                </a:solidFill>
              </a:defRPr>
            </a:lvl1pPr>
          </a:lstStyle>
          <a:p>
            <a:pPr lvl="0"/>
            <a:r>
              <a:rPr lang="en-US"/>
              <a:t>Enter topic header</a:t>
            </a:r>
          </a:p>
        </p:txBody>
      </p:sp>
      <p:sp>
        <p:nvSpPr>
          <p:cNvPr id="25" name="Text Placeholder 15">
            <a:extLst>
              <a:ext uri="{FF2B5EF4-FFF2-40B4-BE49-F238E27FC236}">
                <a16:creationId xmlns:a16="http://schemas.microsoft.com/office/drawing/2014/main" id="{4171F36A-3B5F-2741-8569-F03FD621A537}"/>
              </a:ext>
            </a:extLst>
          </p:cNvPr>
          <p:cNvSpPr>
            <a:spLocks noGrp="1"/>
          </p:cNvSpPr>
          <p:nvPr>
            <p:ph type="body" sz="quarter" idx="12" hasCustomPrompt="1"/>
          </p:nvPr>
        </p:nvSpPr>
        <p:spPr>
          <a:xfrm>
            <a:off x="1875043" y="5529248"/>
            <a:ext cx="4589420" cy="6424192"/>
          </a:xfrm>
        </p:spPr>
        <p:txBody>
          <a:bodyPr>
            <a:normAutofit/>
          </a:bodyPr>
          <a:lstStyle>
            <a:lvl1pPr marL="0" indent="0">
              <a:lnSpc>
                <a:spcPts val="3840"/>
              </a:lnSpc>
              <a:buFont typeface="Arial" panose="020B0604020202020204" pitchFamily="34" charset="0"/>
              <a:buNone/>
              <a:defRPr sz="32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26" name="Text Placeholder 13">
            <a:extLst>
              <a:ext uri="{FF2B5EF4-FFF2-40B4-BE49-F238E27FC236}">
                <a16:creationId xmlns:a16="http://schemas.microsoft.com/office/drawing/2014/main" id="{8E1FFAE3-E85A-A641-A698-6ECCEDCF713F}"/>
              </a:ext>
            </a:extLst>
          </p:cNvPr>
          <p:cNvSpPr>
            <a:spLocks noGrp="1"/>
          </p:cNvSpPr>
          <p:nvPr>
            <p:ph type="body" sz="quarter" idx="13" hasCustomPrompt="1"/>
          </p:nvPr>
        </p:nvSpPr>
        <p:spPr>
          <a:xfrm>
            <a:off x="7183199" y="4155279"/>
            <a:ext cx="4639708" cy="1266826"/>
          </a:xfrm>
        </p:spPr>
        <p:txBody>
          <a:bodyPr>
            <a:noAutofit/>
          </a:bodyPr>
          <a:lstStyle>
            <a:lvl1pPr marL="0" indent="0">
              <a:buNone/>
              <a:defRPr sz="4400">
                <a:solidFill>
                  <a:schemeClr val="bg2"/>
                </a:solidFill>
              </a:defRPr>
            </a:lvl1pPr>
          </a:lstStyle>
          <a:p>
            <a:pPr lvl="0"/>
            <a:r>
              <a:rPr lang="en-US"/>
              <a:t>Enter topic header</a:t>
            </a:r>
          </a:p>
        </p:txBody>
      </p:sp>
      <p:sp>
        <p:nvSpPr>
          <p:cNvPr id="27" name="Text Placeholder 15">
            <a:extLst>
              <a:ext uri="{FF2B5EF4-FFF2-40B4-BE49-F238E27FC236}">
                <a16:creationId xmlns:a16="http://schemas.microsoft.com/office/drawing/2014/main" id="{0611D151-2BF7-4C40-91FE-CD9019F6EE71}"/>
              </a:ext>
            </a:extLst>
          </p:cNvPr>
          <p:cNvSpPr>
            <a:spLocks noGrp="1"/>
          </p:cNvSpPr>
          <p:nvPr>
            <p:ph type="body" sz="quarter" idx="14" hasCustomPrompt="1"/>
          </p:nvPr>
        </p:nvSpPr>
        <p:spPr>
          <a:xfrm>
            <a:off x="7233488" y="5529248"/>
            <a:ext cx="4589420" cy="6424192"/>
          </a:xfrm>
        </p:spPr>
        <p:txBody>
          <a:bodyPr>
            <a:normAutofit/>
          </a:bodyPr>
          <a:lstStyle>
            <a:lvl1pPr marL="0" indent="0">
              <a:lnSpc>
                <a:spcPts val="3840"/>
              </a:lnSpc>
              <a:buFont typeface="Arial" panose="020B0604020202020204" pitchFamily="34" charset="0"/>
              <a:buNone/>
              <a:defRPr sz="32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28" name="Text Placeholder 13">
            <a:extLst>
              <a:ext uri="{FF2B5EF4-FFF2-40B4-BE49-F238E27FC236}">
                <a16:creationId xmlns:a16="http://schemas.microsoft.com/office/drawing/2014/main" id="{1E29A7EE-C07D-5147-B18B-AAA00E8267C4}"/>
              </a:ext>
            </a:extLst>
          </p:cNvPr>
          <p:cNvSpPr>
            <a:spLocks noGrp="1"/>
          </p:cNvSpPr>
          <p:nvPr>
            <p:ph type="body" sz="quarter" idx="15" hasCustomPrompt="1"/>
          </p:nvPr>
        </p:nvSpPr>
        <p:spPr>
          <a:xfrm>
            <a:off x="12564226" y="4155279"/>
            <a:ext cx="4639708" cy="1266826"/>
          </a:xfrm>
        </p:spPr>
        <p:txBody>
          <a:bodyPr>
            <a:noAutofit/>
          </a:bodyPr>
          <a:lstStyle>
            <a:lvl1pPr marL="0" indent="0">
              <a:buNone/>
              <a:defRPr sz="4400">
                <a:solidFill>
                  <a:schemeClr val="bg2"/>
                </a:solidFill>
              </a:defRPr>
            </a:lvl1pPr>
          </a:lstStyle>
          <a:p>
            <a:pPr lvl="0"/>
            <a:r>
              <a:rPr lang="en-US"/>
              <a:t>Enter topic header</a:t>
            </a:r>
          </a:p>
        </p:txBody>
      </p:sp>
      <p:sp>
        <p:nvSpPr>
          <p:cNvPr id="29" name="Text Placeholder 15">
            <a:extLst>
              <a:ext uri="{FF2B5EF4-FFF2-40B4-BE49-F238E27FC236}">
                <a16:creationId xmlns:a16="http://schemas.microsoft.com/office/drawing/2014/main" id="{36C8BC9F-7960-3B45-97D5-B8F6938FE20B}"/>
              </a:ext>
            </a:extLst>
          </p:cNvPr>
          <p:cNvSpPr>
            <a:spLocks noGrp="1"/>
          </p:cNvSpPr>
          <p:nvPr>
            <p:ph type="body" sz="quarter" idx="16" hasCustomPrompt="1"/>
          </p:nvPr>
        </p:nvSpPr>
        <p:spPr>
          <a:xfrm>
            <a:off x="12614513" y="5529248"/>
            <a:ext cx="4589420" cy="6424192"/>
          </a:xfrm>
        </p:spPr>
        <p:txBody>
          <a:bodyPr>
            <a:normAutofit/>
          </a:bodyPr>
          <a:lstStyle>
            <a:lvl1pPr marL="0" indent="0">
              <a:lnSpc>
                <a:spcPts val="3840"/>
              </a:lnSpc>
              <a:buFont typeface="Arial" panose="020B0604020202020204" pitchFamily="34" charset="0"/>
              <a:buNone/>
              <a:defRPr sz="32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22" name="Text Placeholder 13">
            <a:extLst>
              <a:ext uri="{FF2B5EF4-FFF2-40B4-BE49-F238E27FC236}">
                <a16:creationId xmlns:a16="http://schemas.microsoft.com/office/drawing/2014/main" id="{B64B54BA-3EF9-1E41-95FE-A052E94F9FBC}"/>
              </a:ext>
            </a:extLst>
          </p:cNvPr>
          <p:cNvSpPr>
            <a:spLocks noGrp="1"/>
          </p:cNvSpPr>
          <p:nvPr>
            <p:ph type="body" sz="quarter" idx="17" hasCustomPrompt="1"/>
          </p:nvPr>
        </p:nvSpPr>
        <p:spPr>
          <a:xfrm>
            <a:off x="17884704" y="4155279"/>
            <a:ext cx="4639708" cy="1266826"/>
          </a:xfrm>
        </p:spPr>
        <p:txBody>
          <a:bodyPr>
            <a:noAutofit/>
          </a:bodyPr>
          <a:lstStyle>
            <a:lvl1pPr marL="0" indent="0">
              <a:buNone/>
              <a:defRPr sz="4400">
                <a:solidFill>
                  <a:schemeClr val="bg2"/>
                </a:solidFill>
              </a:defRPr>
            </a:lvl1pPr>
          </a:lstStyle>
          <a:p>
            <a:pPr lvl="0"/>
            <a:r>
              <a:rPr lang="en-US"/>
              <a:t>Enter topic header</a:t>
            </a:r>
          </a:p>
        </p:txBody>
      </p:sp>
      <p:sp>
        <p:nvSpPr>
          <p:cNvPr id="32" name="Text Placeholder 15">
            <a:extLst>
              <a:ext uri="{FF2B5EF4-FFF2-40B4-BE49-F238E27FC236}">
                <a16:creationId xmlns:a16="http://schemas.microsoft.com/office/drawing/2014/main" id="{D9779481-C5C1-4041-8373-9C743A4B5E79}"/>
              </a:ext>
            </a:extLst>
          </p:cNvPr>
          <p:cNvSpPr>
            <a:spLocks noGrp="1"/>
          </p:cNvSpPr>
          <p:nvPr>
            <p:ph type="body" sz="quarter" idx="18" hasCustomPrompt="1"/>
          </p:nvPr>
        </p:nvSpPr>
        <p:spPr>
          <a:xfrm>
            <a:off x="17934992" y="5529248"/>
            <a:ext cx="4589420" cy="6424192"/>
          </a:xfrm>
        </p:spPr>
        <p:txBody>
          <a:bodyPr>
            <a:normAutofit/>
          </a:bodyPr>
          <a:lstStyle>
            <a:lvl1pPr marL="0" indent="0">
              <a:lnSpc>
                <a:spcPts val="3840"/>
              </a:lnSpc>
              <a:buFont typeface="Arial" panose="020B0604020202020204" pitchFamily="34" charset="0"/>
              <a:buNone/>
              <a:defRPr sz="32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17" name="Folded Corner 16">
            <a:extLst>
              <a:ext uri="{FF2B5EF4-FFF2-40B4-BE49-F238E27FC236}">
                <a16:creationId xmlns:a16="http://schemas.microsoft.com/office/drawing/2014/main" id="{FB048794-0E47-8645-9B7B-78008DC27887}"/>
              </a:ext>
              <a:ext uri="{C183D7F6-B498-43B3-948B-1728B52AA6E4}">
                <adec:decorative xmlns:adec="http://schemas.microsoft.com/office/drawing/2017/decorative" val="1"/>
              </a:ext>
            </a:extLst>
          </p:cNvPr>
          <p:cNvSpPr/>
          <p:nvPr/>
        </p:nvSpPr>
        <p:spPr>
          <a:xfrm>
            <a:off x="0" y="-2285999"/>
            <a:ext cx="9755186" cy="17235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text layout is for expanding upon 4 main points</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Replace text placeholders with your own words.</a:t>
            </a:r>
            <a:endParaRPr lang="en-US" sz="2400" b="1">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88188578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tles 5 topics side by side">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5253F65-F3DA-824B-8591-33C7698C925A}"/>
              </a:ext>
            </a:extLst>
          </p:cNvPr>
          <p:cNvSpPr/>
          <p:nvPr/>
        </p:nvSpPr>
        <p:spPr>
          <a:xfrm>
            <a:off x="915989" y="3618487"/>
            <a:ext cx="22555198" cy="10097514"/>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23" name="Rectangle 22">
            <a:extLst>
              <a:ext uri="{FF2B5EF4-FFF2-40B4-BE49-F238E27FC236}">
                <a16:creationId xmlns:a16="http://schemas.microsoft.com/office/drawing/2014/main" id="{667BD3C9-2C74-714C-85A3-2EE06DB40E82}"/>
              </a:ext>
            </a:extLst>
          </p:cNvPr>
          <p:cNvSpPr/>
          <p:nvPr/>
        </p:nvSpPr>
        <p:spPr>
          <a:xfrm flipV="1">
            <a:off x="1552577" y="5105400"/>
            <a:ext cx="654855"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24" name="Text Placeholder 13">
            <a:extLst>
              <a:ext uri="{FF2B5EF4-FFF2-40B4-BE49-F238E27FC236}">
                <a16:creationId xmlns:a16="http://schemas.microsoft.com/office/drawing/2014/main" id="{C37AF079-B79E-DA48-AF3C-5B596EF250A5}"/>
              </a:ext>
            </a:extLst>
          </p:cNvPr>
          <p:cNvSpPr>
            <a:spLocks noGrp="1"/>
          </p:cNvSpPr>
          <p:nvPr>
            <p:ph type="body" sz="quarter" idx="10" hasCustomPrompt="1"/>
          </p:nvPr>
        </p:nvSpPr>
        <p:spPr>
          <a:xfrm>
            <a:off x="1552577" y="4177049"/>
            <a:ext cx="3322771" cy="1266826"/>
          </a:xfrm>
        </p:spPr>
        <p:txBody>
          <a:bodyPr>
            <a:noAutofit/>
          </a:bodyPr>
          <a:lstStyle>
            <a:lvl1pPr marL="0" indent="0">
              <a:buNone/>
              <a:defRPr sz="4400">
                <a:solidFill>
                  <a:schemeClr val="bg2"/>
                </a:solidFill>
              </a:defRPr>
            </a:lvl1pPr>
          </a:lstStyle>
          <a:p>
            <a:pPr lvl="0"/>
            <a:r>
              <a:rPr lang="en-US"/>
              <a:t>Enter header</a:t>
            </a:r>
          </a:p>
        </p:txBody>
      </p:sp>
      <p:sp>
        <p:nvSpPr>
          <p:cNvPr id="25" name="Text Placeholder 15">
            <a:extLst>
              <a:ext uri="{FF2B5EF4-FFF2-40B4-BE49-F238E27FC236}">
                <a16:creationId xmlns:a16="http://schemas.microsoft.com/office/drawing/2014/main" id="{4171F36A-3B5F-2741-8569-F03FD621A537}"/>
              </a:ext>
            </a:extLst>
          </p:cNvPr>
          <p:cNvSpPr>
            <a:spLocks noGrp="1"/>
          </p:cNvSpPr>
          <p:nvPr>
            <p:ph type="body" sz="quarter" idx="12" hasCustomPrompt="1"/>
          </p:nvPr>
        </p:nvSpPr>
        <p:spPr>
          <a:xfrm>
            <a:off x="1552576" y="5551016"/>
            <a:ext cx="3286756" cy="6424192"/>
          </a:xfrm>
        </p:spPr>
        <p:txBody>
          <a:bodyPr>
            <a:normAutofit/>
          </a:bodyPr>
          <a:lstStyle>
            <a:lvl1pPr marL="0" indent="0">
              <a:lnSpc>
                <a:spcPts val="3360"/>
              </a:lnSpc>
              <a:buFont typeface="Arial" panose="020B0604020202020204" pitchFamily="34" charset="0"/>
              <a:buNone/>
              <a:defRPr sz="28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sed</a:t>
            </a:r>
          </a:p>
        </p:txBody>
      </p:sp>
      <p:sp>
        <p:nvSpPr>
          <p:cNvPr id="36" name="Rectangle 35">
            <a:extLst>
              <a:ext uri="{FF2B5EF4-FFF2-40B4-BE49-F238E27FC236}">
                <a16:creationId xmlns:a16="http://schemas.microsoft.com/office/drawing/2014/main" id="{1AC5DDC6-E0B8-0D42-8047-A098C39F5200}"/>
              </a:ext>
            </a:extLst>
          </p:cNvPr>
          <p:cNvSpPr/>
          <p:nvPr/>
        </p:nvSpPr>
        <p:spPr>
          <a:xfrm flipV="1">
            <a:off x="6050901" y="5105400"/>
            <a:ext cx="654855"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37" name="Text Placeholder 13">
            <a:extLst>
              <a:ext uri="{FF2B5EF4-FFF2-40B4-BE49-F238E27FC236}">
                <a16:creationId xmlns:a16="http://schemas.microsoft.com/office/drawing/2014/main" id="{54C7EE9E-9E4F-5F4A-ABD9-B56CF72FE00B}"/>
              </a:ext>
            </a:extLst>
          </p:cNvPr>
          <p:cNvSpPr>
            <a:spLocks noGrp="1"/>
          </p:cNvSpPr>
          <p:nvPr>
            <p:ph type="body" sz="quarter" idx="13" hasCustomPrompt="1"/>
          </p:nvPr>
        </p:nvSpPr>
        <p:spPr>
          <a:xfrm>
            <a:off x="6050901" y="4177049"/>
            <a:ext cx="3322771" cy="1266826"/>
          </a:xfrm>
        </p:spPr>
        <p:txBody>
          <a:bodyPr>
            <a:noAutofit/>
          </a:bodyPr>
          <a:lstStyle>
            <a:lvl1pPr marL="0" indent="0">
              <a:buNone/>
              <a:defRPr sz="4400">
                <a:solidFill>
                  <a:schemeClr val="bg2"/>
                </a:solidFill>
              </a:defRPr>
            </a:lvl1pPr>
          </a:lstStyle>
          <a:p>
            <a:pPr lvl="0"/>
            <a:r>
              <a:rPr lang="en-US"/>
              <a:t>Enter header</a:t>
            </a:r>
          </a:p>
        </p:txBody>
      </p:sp>
      <p:sp>
        <p:nvSpPr>
          <p:cNvPr id="38" name="Text Placeholder 15">
            <a:extLst>
              <a:ext uri="{FF2B5EF4-FFF2-40B4-BE49-F238E27FC236}">
                <a16:creationId xmlns:a16="http://schemas.microsoft.com/office/drawing/2014/main" id="{F9DAF3F4-9AE3-5B46-892C-D390B1F9C51D}"/>
              </a:ext>
            </a:extLst>
          </p:cNvPr>
          <p:cNvSpPr>
            <a:spLocks noGrp="1"/>
          </p:cNvSpPr>
          <p:nvPr>
            <p:ph type="body" sz="quarter" idx="14" hasCustomPrompt="1"/>
          </p:nvPr>
        </p:nvSpPr>
        <p:spPr>
          <a:xfrm>
            <a:off x="6050900" y="5551016"/>
            <a:ext cx="3286756" cy="6424192"/>
          </a:xfrm>
        </p:spPr>
        <p:txBody>
          <a:bodyPr>
            <a:normAutofit/>
          </a:bodyPr>
          <a:lstStyle>
            <a:lvl1pPr marL="0" indent="0">
              <a:lnSpc>
                <a:spcPts val="3360"/>
              </a:lnSpc>
              <a:buFont typeface="Arial" panose="020B0604020202020204" pitchFamily="34" charset="0"/>
              <a:buNone/>
              <a:defRPr sz="28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sed</a:t>
            </a:r>
          </a:p>
        </p:txBody>
      </p:sp>
      <p:sp>
        <p:nvSpPr>
          <p:cNvPr id="39" name="Rectangle 38">
            <a:extLst>
              <a:ext uri="{FF2B5EF4-FFF2-40B4-BE49-F238E27FC236}">
                <a16:creationId xmlns:a16="http://schemas.microsoft.com/office/drawing/2014/main" id="{144231D5-030A-1E48-B104-00DE8C2B8899}"/>
              </a:ext>
            </a:extLst>
          </p:cNvPr>
          <p:cNvSpPr/>
          <p:nvPr/>
        </p:nvSpPr>
        <p:spPr>
          <a:xfrm flipV="1">
            <a:off x="10532202" y="5105400"/>
            <a:ext cx="654855"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40" name="Text Placeholder 13">
            <a:extLst>
              <a:ext uri="{FF2B5EF4-FFF2-40B4-BE49-F238E27FC236}">
                <a16:creationId xmlns:a16="http://schemas.microsoft.com/office/drawing/2014/main" id="{F1BA7263-F8AF-8E46-8963-E916CAD9629F}"/>
              </a:ext>
            </a:extLst>
          </p:cNvPr>
          <p:cNvSpPr>
            <a:spLocks noGrp="1"/>
          </p:cNvSpPr>
          <p:nvPr>
            <p:ph type="body" sz="quarter" idx="15" hasCustomPrompt="1"/>
          </p:nvPr>
        </p:nvSpPr>
        <p:spPr>
          <a:xfrm>
            <a:off x="10532202" y="4177049"/>
            <a:ext cx="3322771" cy="1266826"/>
          </a:xfrm>
        </p:spPr>
        <p:txBody>
          <a:bodyPr>
            <a:noAutofit/>
          </a:bodyPr>
          <a:lstStyle>
            <a:lvl1pPr marL="0" indent="0">
              <a:buNone/>
              <a:defRPr sz="4400">
                <a:solidFill>
                  <a:schemeClr val="bg2"/>
                </a:solidFill>
              </a:defRPr>
            </a:lvl1pPr>
          </a:lstStyle>
          <a:p>
            <a:pPr lvl="0"/>
            <a:r>
              <a:rPr lang="en-US"/>
              <a:t>Enter header</a:t>
            </a:r>
          </a:p>
        </p:txBody>
      </p:sp>
      <p:sp>
        <p:nvSpPr>
          <p:cNvPr id="41" name="Text Placeholder 15">
            <a:extLst>
              <a:ext uri="{FF2B5EF4-FFF2-40B4-BE49-F238E27FC236}">
                <a16:creationId xmlns:a16="http://schemas.microsoft.com/office/drawing/2014/main" id="{EA7B353B-BB40-BB44-9043-1ECC44F0CFC2}"/>
              </a:ext>
            </a:extLst>
          </p:cNvPr>
          <p:cNvSpPr>
            <a:spLocks noGrp="1"/>
          </p:cNvSpPr>
          <p:nvPr>
            <p:ph type="body" sz="quarter" idx="16" hasCustomPrompt="1"/>
          </p:nvPr>
        </p:nvSpPr>
        <p:spPr>
          <a:xfrm>
            <a:off x="10532201" y="5551016"/>
            <a:ext cx="3286756" cy="6424192"/>
          </a:xfrm>
        </p:spPr>
        <p:txBody>
          <a:bodyPr>
            <a:normAutofit/>
          </a:bodyPr>
          <a:lstStyle>
            <a:lvl1pPr marL="0" indent="0">
              <a:lnSpc>
                <a:spcPts val="3360"/>
              </a:lnSpc>
              <a:buFont typeface="Arial" panose="020B0604020202020204" pitchFamily="34" charset="0"/>
              <a:buNone/>
              <a:defRPr sz="28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42" name="Rectangle 41">
            <a:extLst>
              <a:ext uri="{FF2B5EF4-FFF2-40B4-BE49-F238E27FC236}">
                <a16:creationId xmlns:a16="http://schemas.microsoft.com/office/drawing/2014/main" id="{AB0E3A08-9D36-9E42-AA14-F86A9B64E7F8}"/>
              </a:ext>
            </a:extLst>
          </p:cNvPr>
          <p:cNvSpPr/>
          <p:nvPr/>
        </p:nvSpPr>
        <p:spPr>
          <a:xfrm flipV="1">
            <a:off x="15009901" y="5105400"/>
            <a:ext cx="654855"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43" name="Text Placeholder 13">
            <a:extLst>
              <a:ext uri="{FF2B5EF4-FFF2-40B4-BE49-F238E27FC236}">
                <a16:creationId xmlns:a16="http://schemas.microsoft.com/office/drawing/2014/main" id="{610EA0A4-3A0A-A147-871A-A67BFCC813D3}"/>
              </a:ext>
            </a:extLst>
          </p:cNvPr>
          <p:cNvSpPr>
            <a:spLocks noGrp="1"/>
          </p:cNvSpPr>
          <p:nvPr>
            <p:ph type="body" sz="quarter" idx="17" hasCustomPrompt="1"/>
          </p:nvPr>
        </p:nvSpPr>
        <p:spPr>
          <a:xfrm>
            <a:off x="15009901" y="4177049"/>
            <a:ext cx="3322771" cy="1266826"/>
          </a:xfrm>
        </p:spPr>
        <p:txBody>
          <a:bodyPr>
            <a:noAutofit/>
          </a:bodyPr>
          <a:lstStyle>
            <a:lvl1pPr marL="0" indent="0">
              <a:buNone/>
              <a:defRPr sz="4400">
                <a:solidFill>
                  <a:schemeClr val="bg2"/>
                </a:solidFill>
              </a:defRPr>
            </a:lvl1pPr>
          </a:lstStyle>
          <a:p>
            <a:pPr lvl="0"/>
            <a:r>
              <a:rPr lang="en-US"/>
              <a:t>Enter header</a:t>
            </a:r>
          </a:p>
        </p:txBody>
      </p:sp>
      <p:sp>
        <p:nvSpPr>
          <p:cNvPr id="44" name="Text Placeholder 15">
            <a:extLst>
              <a:ext uri="{FF2B5EF4-FFF2-40B4-BE49-F238E27FC236}">
                <a16:creationId xmlns:a16="http://schemas.microsoft.com/office/drawing/2014/main" id="{3E65431B-C3C0-E542-8968-F0EEF0B38BA4}"/>
              </a:ext>
            </a:extLst>
          </p:cNvPr>
          <p:cNvSpPr>
            <a:spLocks noGrp="1"/>
          </p:cNvSpPr>
          <p:nvPr>
            <p:ph type="body" sz="quarter" idx="18" hasCustomPrompt="1"/>
          </p:nvPr>
        </p:nvSpPr>
        <p:spPr>
          <a:xfrm>
            <a:off x="15009900" y="5551016"/>
            <a:ext cx="3286756" cy="6424192"/>
          </a:xfrm>
        </p:spPr>
        <p:txBody>
          <a:bodyPr>
            <a:normAutofit/>
          </a:bodyPr>
          <a:lstStyle>
            <a:lvl1pPr marL="0" indent="0">
              <a:lnSpc>
                <a:spcPts val="3360"/>
              </a:lnSpc>
              <a:buFont typeface="Arial" panose="020B0604020202020204" pitchFamily="34" charset="0"/>
              <a:buNone/>
              <a:defRPr sz="28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45" name="Rectangle 44">
            <a:extLst>
              <a:ext uri="{FF2B5EF4-FFF2-40B4-BE49-F238E27FC236}">
                <a16:creationId xmlns:a16="http://schemas.microsoft.com/office/drawing/2014/main" id="{E6057ECD-7161-2049-9B7C-BE8DD502427F}"/>
              </a:ext>
            </a:extLst>
          </p:cNvPr>
          <p:cNvSpPr/>
          <p:nvPr/>
        </p:nvSpPr>
        <p:spPr>
          <a:xfrm flipV="1">
            <a:off x="19456302" y="5105400"/>
            <a:ext cx="654855"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46" name="Text Placeholder 13">
            <a:extLst>
              <a:ext uri="{FF2B5EF4-FFF2-40B4-BE49-F238E27FC236}">
                <a16:creationId xmlns:a16="http://schemas.microsoft.com/office/drawing/2014/main" id="{DE801A77-721D-6A44-9E73-04A1A190DDB0}"/>
              </a:ext>
            </a:extLst>
          </p:cNvPr>
          <p:cNvSpPr>
            <a:spLocks noGrp="1"/>
          </p:cNvSpPr>
          <p:nvPr>
            <p:ph type="body" sz="quarter" idx="19" hasCustomPrompt="1"/>
          </p:nvPr>
        </p:nvSpPr>
        <p:spPr>
          <a:xfrm>
            <a:off x="19456302" y="4177049"/>
            <a:ext cx="3322771" cy="1266826"/>
          </a:xfrm>
        </p:spPr>
        <p:txBody>
          <a:bodyPr>
            <a:noAutofit/>
          </a:bodyPr>
          <a:lstStyle>
            <a:lvl1pPr marL="0" indent="0">
              <a:buNone/>
              <a:defRPr sz="4400">
                <a:solidFill>
                  <a:schemeClr val="bg2"/>
                </a:solidFill>
              </a:defRPr>
            </a:lvl1pPr>
          </a:lstStyle>
          <a:p>
            <a:pPr lvl="0"/>
            <a:r>
              <a:rPr lang="en-US"/>
              <a:t>Enter header</a:t>
            </a:r>
          </a:p>
        </p:txBody>
      </p:sp>
      <p:sp>
        <p:nvSpPr>
          <p:cNvPr id="47" name="Text Placeholder 15">
            <a:extLst>
              <a:ext uri="{FF2B5EF4-FFF2-40B4-BE49-F238E27FC236}">
                <a16:creationId xmlns:a16="http://schemas.microsoft.com/office/drawing/2014/main" id="{4B4315F5-4B12-8F41-B59E-F8FB056A2DAF}"/>
              </a:ext>
            </a:extLst>
          </p:cNvPr>
          <p:cNvSpPr>
            <a:spLocks noGrp="1"/>
          </p:cNvSpPr>
          <p:nvPr>
            <p:ph type="body" sz="quarter" idx="20" hasCustomPrompt="1"/>
          </p:nvPr>
        </p:nvSpPr>
        <p:spPr>
          <a:xfrm>
            <a:off x="19456301" y="5551016"/>
            <a:ext cx="3286756" cy="6424192"/>
          </a:xfrm>
        </p:spPr>
        <p:txBody>
          <a:bodyPr>
            <a:normAutofit/>
          </a:bodyPr>
          <a:lstStyle>
            <a:lvl1pPr marL="0" indent="0">
              <a:lnSpc>
                <a:spcPts val="3360"/>
              </a:lnSpc>
              <a:buFont typeface="Arial" panose="020B0604020202020204" pitchFamily="34" charset="0"/>
              <a:buNone/>
              <a:defRPr sz="28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20" name="Folded Corner 19">
            <a:extLst>
              <a:ext uri="{FF2B5EF4-FFF2-40B4-BE49-F238E27FC236}">
                <a16:creationId xmlns:a16="http://schemas.microsoft.com/office/drawing/2014/main" id="{F0AAAE33-36AB-D64E-A458-8F3241CF4BE0}"/>
              </a:ext>
              <a:ext uri="{C183D7F6-B498-43B3-948B-1728B52AA6E4}">
                <adec:decorative xmlns:adec="http://schemas.microsoft.com/office/drawing/2017/decorative" val="1"/>
              </a:ext>
            </a:extLst>
          </p:cNvPr>
          <p:cNvSpPr/>
          <p:nvPr/>
        </p:nvSpPr>
        <p:spPr>
          <a:xfrm>
            <a:off x="0" y="-2285999"/>
            <a:ext cx="9755186" cy="17235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text layout is for expanding upon 5 main points</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Replace text placeholders with your own words.</a:t>
            </a:r>
            <a:endParaRPr lang="en-US" sz="2400" b="1">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84383985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itles main thought 2 topics">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CFA20CD-48AB-0944-B945-5016A459D462}"/>
              </a:ext>
              <a:ext uri="{C183D7F6-B498-43B3-948B-1728B52AA6E4}">
                <adec:decorative xmlns:adec="http://schemas.microsoft.com/office/drawing/2017/decorative" val="1"/>
              </a:ext>
            </a:extLst>
          </p:cNvPr>
          <p:cNvSpPr/>
          <p:nvPr/>
        </p:nvSpPr>
        <p:spPr>
          <a:xfrm>
            <a:off x="1523348" y="3618489"/>
            <a:ext cx="6669740" cy="10097514"/>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FDF5C900-047C-BE42-B029-D88086CD39CB}"/>
              </a:ext>
              <a:ext uri="{C183D7F6-B498-43B3-948B-1728B52AA6E4}">
                <adec:decorative xmlns:adec="http://schemas.microsoft.com/office/drawing/2017/decorative" val="1"/>
              </a:ext>
            </a:extLst>
          </p:cNvPr>
          <p:cNvSpPr/>
          <p:nvPr/>
        </p:nvSpPr>
        <p:spPr>
          <a:xfrm>
            <a:off x="16135527" y="3618488"/>
            <a:ext cx="6669740" cy="10097512"/>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a:extLst>
              <a:ext uri="{FF2B5EF4-FFF2-40B4-BE49-F238E27FC236}">
                <a16:creationId xmlns:a16="http://schemas.microsoft.com/office/drawing/2014/main" id="{3572B217-334E-CE4A-A32B-45C131434446}"/>
              </a:ext>
              <a:ext uri="{C183D7F6-B498-43B3-948B-1728B52AA6E4}">
                <adec:decorative xmlns:adec="http://schemas.microsoft.com/office/drawing/2017/decorative" val="1"/>
              </a:ext>
            </a:extLst>
          </p:cNvPr>
          <p:cNvSpPr/>
          <p:nvPr/>
        </p:nvSpPr>
        <p:spPr>
          <a:xfrm flipV="1">
            <a:off x="16502671" y="4953000"/>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8" name="Rectangle 7">
            <a:extLst>
              <a:ext uri="{FF2B5EF4-FFF2-40B4-BE49-F238E27FC236}">
                <a16:creationId xmlns:a16="http://schemas.microsoft.com/office/drawing/2014/main" id="{93567FF3-D1A2-054D-B9BD-C1C308B49BA6}"/>
              </a:ext>
              <a:ext uri="{C183D7F6-B498-43B3-948B-1728B52AA6E4}">
                <adec:decorative xmlns:adec="http://schemas.microsoft.com/office/drawing/2017/decorative" val="1"/>
              </a:ext>
            </a:extLst>
          </p:cNvPr>
          <p:cNvSpPr/>
          <p:nvPr/>
        </p:nvSpPr>
        <p:spPr>
          <a:xfrm>
            <a:off x="8896892" y="3618488"/>
            <a:ext cx="6669740" cy="10097512"/>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extLst>
              <a:ext uri="{FF2B5EF4-FFF2-40B4-BE49-F238E27FC236}">
                <a16:creationId xmlns:a16="http://schemas.microsoft.com/office/drawing/2014/main" id="{008EA279-326B-ED49-8802-DB9686C07336}"/>
              </a:ext>
              <a:ext uri="{C183D7F6-B498-43B3-948B-1728B52AA6E4}">
                <adec:decorative xmlns:adec="http://schemas.microsoft.com/office/drawing/2017/decorative" val="1"/>
              </a:ext>
            </a:extLst>
          </p:cNvPr>
          <p:cNvSpPr/>
          <p:nvPr/>
        </p:nvSpPr>
        <p:spPr>
          <a:xfrm flipV="1">
            <a:off x="9313729" y="4953000"/>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6" name="Text Placeholder 5">
            <a:extLst>
              <a:ext uri="{FF2B5EF4-FFF2-40B4-BE49-F238E27FC236}">
                <a16:creationId xmlns:a16="http://schemas.microsoft.com/office/drawing/2014/main" id="{B322C04B-DDBA-C748-941E-97C804CD129D}"/>
              </a:ext>
            </a:extLst>
          </p:cNvPr>
          <p:cNvSpPr>
            <a:spLocks noGrp="1"/>
          </p:cNvSpPr>
          <p:nvPr>
            <p:ph type="body" sz="quarter" idx="17" hasCustomPrompt="1"/>
          </p:nvPr>
        </p:nvSpPr>
        <p:spPr>
          <a:xfrm>
            <a:off x="1581151" y="4024744"/>
            <a:ext cx="6611939" cy="2833256"/>
          </a:xfrm>
        </p:spPr>
        <p:txBody>
          <a:bodyPr lIns="457200" rIns="457200" anchor="t" anchorCtr="0">
            <a:noAutofit/>
          </a:bodyPr>
          <a:lstStyle>
            <a:lvl1pPr>
              <a:lnSpc>
                <a:spcPct val="90000"/>
              </a:lnSpc>
              <a:defRPr sz="6598" b="1" i="0">
                <a:solidFill>
                  <a:schemeClr val="accent6"/>
                </a:solidFill>
                <a:latin typeface="Community Semibold" panose="02000303040000020003" pitchFamily="2" charset="0"/>
              </a:defRPr>
            </a:lvl1pPr>
            <a:lvl2pPr>
              <a:defRPr sz="4800"/>
            </a:lvl2pPr>
            <a:lvl3pPr>
              <a:defRPr sz="4800"/>
            </a:lvl3pPr>
            <a:lvl4pPr>
              <a:defRPr sz="4800"/>
            </a:lvl4pPr>
            <a:lvl5pPr>
              <a:defRPr sz="4800"/>
            </a:lvl5pPr>
          </a:lstStyle>
          <a:p>
            <a:pPr lvl="0"/>
            <a:r>
              <a:rPr lang="en-US"/>
              <a:t>Enter a big thought here in three lines</a:t>
            </a:r>
          </a:p>
        </p:txBody>
      </p:sp>
      <p:sp>
        <p:nvSpPr>
          <p:cNvPr id="32" name="Text Placeholder 5">
            <a:extLst>
              <a:ext uri="{FF2B5EF4-FFF2-40B4-BE49-F238E27FC236}">
                <a16:creationId xmlns:a16="http://schemas.microsoft.com/office/drawing/2014/main" id="{D4F088DA-C421-9849-9271-FFEE51893A4C}"/>
              </a:ext>
            </a:extLst>
          </p:cNvPr>
          <p:cNvSpPr>
            <a:spLocks noGrp="1"/>
          </p:cNvSpPr>
          <p:nvPr>
            <p:ph type="body" sz="quarter" idx="18" hasCustomPrompt="1"/>
          </p:nvPr>
        </p:nvSpPr>
        <p:spPr>
          <a:xfrm>
            <a:off x="1581151" y="6858001"/>
            <a:ext cx="6611939" cy="2411506"/>
          </a:xfrm>
        </p:spPr>
        <p:txBody>
          <a:bodyPr lIns="457200" tIns="457200" rIns="457200" anchor="t" anchorCtr="0">
            <a:noAutofit/>
          </a:bodyPr>
          <a:lstStyle>
            <a:lvl1pPr marL="0" marR="0" indent="0" algn="l" defTabSz="1828434" rtl="0" eaLnBrk="1" fontAlgn="auto" latinLnBrk="0" hangingPunct="1">
              <a:lnSpc>
                <a:spcPct val="100000"/>
              </a:lnSpc>
              <a:spcBef>
                <a:spcPts val="2000"/>
              </a:spcBef>
              <a:spcAft>
                <a:spcPts val="0"/>
              </a:spcAft>
              <a:buClrTx/>
              <a:buSzTx/>
              <a:buFont typeface="Arial" panose="020B0604020202020204" pitchFamily="34" charset="0"/>
              <a:buNone/>
              <a:tabLst/>
              <a:defRPr sz="4400" b="0" i="0">
                <a:solidFill>
                  <a:schemeClr val="accent6"/>
                </a:solidFill>
                <a:latin typeface="Community Light" panose="02000303040000020003" pitchFamily="2" charset="0"/>
              </a:defRPr>
            </a:lvl1pPr>
            <a:lvl2pPr>
              <a:defRPr sz="4800"/>
            </a:lvl2pPr>
            <a:lvl3pPr>
              <a:defRPr sz="4800"/>
            </a:lvl3pPr>
            <a:lvl4pPr>
              <a:defRPr sz="4800"/>
            </a:lvl4pPr>
            <a:lvl5pPr>
              <a:defRPr sz="4800"/>
            </a:lvl5pPr>
          </a:lstStyle>
          <a:p>
            <a:pPr marL="0" marR="0" lvl="0" indent="0" algn="l" defTabSz="1828434" rtl="0" eaLnBrk="1" fontAlgn="auto" latinLnBrk="0" hangingPunct="1">
              <a:lnSpc>
                <a:spcPct val="100000"/>
              </a:lnSpc>
              <a:spcBef>
                <a:spcPts val="2000"/>
              </a:spcBef>
              <a:spcAft>
                <a:spcPts val="0"/>
              </a:spcAft>
              <a:buClrTx/>
              <a:buSzTx/>
              <a:buFont typeface="Arial" panose="020B0604020202020204" pitchFamily="34" charset="0"/>
              <a:buNone/>
              <a:tabLst/>
              <a:defRPr/>
            </a:pPr>
            <a:r>
              <a:rPr lang="en-US"/>
              <a:t>Enter a description here two or three lines</a:t>
            </a:r>
          </a:p>
        </p:txBody>
      </p:sp>
      <p:sp>
        <p:nvSpPr>
          <p:cNvPr id="26" name="Text Placeholder 13">
            <a:extLst>
              <a:ext uri="{FF2B5EF4-FFF2-40B4-BE49-F238E27FC236}">
                <a16:creationId xmlns:a16="http://schemas.microsoft.com/office/drawing/2014/main" id="{8E1FFAE3-E85A-A641-A698-6ECCEDCF713F}"/>
              </a:ext>
            </a:extLst>
          </p:cNvPr>
          <p:cNvSpPr>
            <a:spLocks noGrp="1"/>
          </p:cNvSpPr>
          <p:nvPr>
            <p:ph type="body" sz="quarter" idx="13" hasCustomPrompt="1"/>
          </p:nvPr>
        </p:nvSpPr>
        <p:spPr>
          <a:xfrm>
            <a:off x="9246654" y="4024745"/>
            <a:ext cx="5775732" cy="1266826"/>
          </a:xfrm>
        </p:spPr>
        <p:txBody>
          <a:bodyPr>
            <a:normAutofit/>
          </a:bodyPr>
          <a:lstStyle>
            <a:lvl1pPr marL="0" indent="0">
              <a:buNone/>
              <a:defRPr sz="4400">
                <a:solidFill>
                  <a:schemeClr val="tx1"/>
                </a:solidFill>
              </a:defRPr>
            </a:lvl1pPr>
          </a:lstStyle>
          <a:p>
            <a:pPr lvl="0"/>
            <a:r>
              <a:rPr lang="en-US"/>
              <a:t>Enter topic header</a:t>
            </a:r>
          </a:p>
        </p:txBody>
      </p:sp>
      <p:sp>
        <p:nvSpPr>
          <p:cNvPr id="27" name="Text Placeholder 15">
            <a:extLst>
              <a:ext uri="{FF2B5EF4-FFF2-40B4-BE49-F238E27FC236}">
                <a16:creationId xmlns:a16="http://schemas.microsoft.com/office/drawing/2014/main" id="{0611D151-2BF7-4C40-91FE-CD9019F6EE71}"/>
              </a:ext>
            </a:extLst>
          </p:cNvPr>
          <p:cNvSpPr>
            <a:spLocks noGrp="1"/>
          </p:cNvSpPr>
          <p:nvPr>
            <p:ph type="body" sz="quarter" idx="14" hasCustomPrompt="1"/>
          </p:nvPr>
        </p:nvSpPr>
        <p:spPr>
          <a:xfrm>
            <a:off x="9296942" y="5398715"/>
            <a:ext cx="5725443" cy="6439182"/>
          </a:xfrm>
        </p:spPr>
        <p:txBody>
          <a:bodyPr>
            <a:normAutofit/>
          </a:bodyPr>
          <a:lstStyle>
            <a:lvl1pPr marL="571386" indent="-571386">
              <a:buFont typeface="Arial" panose="020B0604020202020204" pitchFamily="34" charset="0"/>
              <a:buChar char="•"/>
              <a:defRPr sz="36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28" name="Text Placeholder 13">
            <a:extLst>
              <a:ext uri="{FF2B5EF4-FFF2-40B4-BE49-F238E27FC236}">
                <a16:creationId xmlns:a16="http://schemas.microsoft.com/office/drawing/2014/main" id="{1E29A7EE-C07D-5147-B18B-AAA00E8267C4}"/>
              </a:ext>
            </a:extLst>
          </p:cNvPr>
          <p:cNvSpPr>
            <a:spLocks noGrp="1"/>
          </p:cNvSpPr>
          <p:nvPr>
            <p:ph type="body" sz="quarter" idx="15" hasCustomPrompt="1"/>
          </p:nvPr>
        </p:nvSpPr>
        <p:spPr>
          <a:xfrm>
            <a:off x="16454092" y="4024745"/>
            <a:ext cx="5775732" cy="1266826"/>
          </a:xfrm>
        </p:spPr>
        <p:txBody>
          <a:bodyPr>
            <a:normAutofit/>
          </a:bodyPr>
          <a:lstStyle>
            <a:lvl1pPr marL="0" indent="0">
              <a:buNone/>
              <a:defRPr sz="4400">
                <a:solidFill>
                  <a:schemeClr val="tx1"/>
                </a:solidFill>
              </a:defRPr>
            </a:lvl1pPr>
          </a:lstStyle>
          <a:p>
            <a:pPr lvl="0"/>
            <a:r>
              <a:rPr lang="en-US"/>
              <a:t>Enter topic header</a:t>
            </a:r>
          </a:p>
        </p:txBody>
      </p:sp>
      <p:sp>
        <p:nvSpPr>
          <p:cNvPr id="29" name="Text Placeholder 15">
            <a:extLst>
              <a:ext uri="{FF2B5EF4-FFF2-40B4-BE49-F238E27FC236}">
                <a16:creationId xmlns:a16="http://schemas.microsoft.com/office/drawing/2014/main" id="{36C8BC9F-7960-3B45-97D5-B8F6938FE20B}"/>
              </a:ext>
            </a:extLst>
          </p:cNvPr>
          <p:cNvSpPr>
            <a:spLocks noGrp="1"/>
          </p:cNvSpPr>
          <p:nvPr>
            <p:ph type="body" sz="quarter" idx="16" hasCustomPrompt="1"/>
          </p:nvPr>
        </p:nvSpPr>
        <p:spPr>
          <a:xfrm>
            <a:off x="16504382" y="5398715"/>
            <a:ext cx="5725443" cy="6439182"/>
          </a:xfrm>
        </p:spPr>
        <p:txBody>
          <a:bodyPr>
            <a:normAutofit/>
          </a:bodyPr>
          <a:lstStyle>
            <a:lvl1pPr marL="571386" indent="-571386">
              <a:buFont typeface="Arial" panose="020B0604020202020204" pitchFamily="34" charset="0"/>
              <a:buChar char="•"/>
              <a:defRPr sz="36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18" name="Folded Corner 17">
            <a:extLst>
              <a:ext uri="{FF2B5EF4-FFF2-40B4-BE49-F238E27FC236}">
                <a16:creationId xmlns:a16="http://schemas.microsoft.com/office/drawing/2014/main" id="{5E8BF074-F1AE-C14E-BD27-EEBF6B5D4F00}"/>
              </a:ext>
              <a:ext uri="{C183D7F6-B498-43B3-948B-1728B52AA6E4}">
                <adec:decorative xmlns:adec="http://schemas.microsoft.com/office/drawing/2017/decorative" val="1"/>
              </a:ext>
            </a:extLst>
          </p:cNvPr>
          <p:cNvSpPr/>
          <p:nvPr/>
        </p:nvSpPr>
        <p:spPr>
          <a:xfrm>
            <a:off x="76202" y="-2514599"/>
            <a:ext cx="9755186" cy="19521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text layout is for expanding upon 2 main points with a additional titles and descriptor</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Replace text placeholders with your own words.</a:t>
            </a:r>
            <a:endParaRPr lang="en-US" sz="2400" b="1">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25367121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main thought 2 topics">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CFA20CD-48AB-0944-B945-5016A459D462}"/>
              </a:ext>
              <a:ext uri="{C183D7F6-B498-43B3-948B-1728B52AA6E4}">
                <adec:decorative xmlns:adec="http://schemas.microsoft.com/office/drawing/2017/decorative" val="1"/>
              </a:ext>
            </a:extLst>
          </p:cNvPr>
          <p:cNvSpPr/>
          <p:nvPr/>
        </p:nvSpPr>
        <p:spPr>
          <a:xfrm>
            <a:off x="1523348" y="1524000"/>
            <a:ext cx="6669740" cy="12192004"/>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FDF5C900-047C-BE42-B029-D88086CD39CB}"/>
              </a:ext>
              <a:ext uri="{C183D7F6-B498-43B3-948B-1728B52AA6E4}">
                <adec:decorative xmlns:adec="http://schemas.microsoft.com/office/drawing/2017/decorative" val="1"/>
              </a:ext>
            </a:extLst>
          </p:cNvPr>
          <p:cNvSpPr/>
          <p:nvPr/>
        </p:nvSpPr>
        <p:spPr>
          <a:xfrm>
            <a:off x="16135527" y="1524001"/>
            <a:ext cx="6669740" cy="12192002"/>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a:extLst>
              <a:ext uri="{FF2B5EF4-FFF2-40B4-BE49-F238E27FC236}">
                <a16:creationId xmlns:a16="http://schemas.microsoft.com/office/drawing/2014/main" id="{3572B217-334E-CE4A-A32B-45C131434446}"/>
              </a:ext>
              <a:ext uri="{C183D7F6-B498-43B3-948B-1728B52AA6E4}">
                <adec:decorative xmlns:adec="http://schemas.microsoft.com/office/drawing/2017/decorative" val="1"/>
              </a:ext>
            </a:extLst>
          </p:cNvPr>
          <p:cNvSpPr/>
          <p:nvPr/>
        </p:nvSpPr>
        <p:spPr>
          <a:xfrm flipV="1">
            <a:off x="16502671" y="2858512"/>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8" name="Rectangle 7">
            <a:extLst>
              <a:ext uri="{FF2B5EF4-FFF2-40B4-BE49-F238E27FC236}">
                <a16:creationId xmlns:a16="http://schemas.microsoft.com/office/drawing/2014/main" id="{93567FF3-D1A2-054D-B9BD-C1C308B49BA6}"/>
              </a:ext>
              <a:ext uri="{C183D7F6-B498-43B3-948B-1728B52AA6E4}">
                <adec:decorative xmlns:adec="http://schemas.microsoft.com/office/drawing/2017/decorative" val="1"/>
              </a:ext>
            </a:extLst>
          </p:cNvPr>
          <p:cNvSpPr/>
          <p:nvPr/>
        </p:nvSpPr>
        <p:spPr>
          <a:xfrm>
            <a:off x="8896892" y="1524001"/>
            <a:ext cx="6669740" cy="12192002"/>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extLst>
              <a:ext uri="{FF2B5EF4-FFF2-40B4-BE49-F238E27FC236}">
                <a16:creationId xmlns:a16="http://schemas.microsoft.com/office/drawing/2014/main" id="{008EA279-326B-ED49-8802-DB9686C07336}"/>
              </a:ext>
              <a:ext uri="{C183D7F6-B498-43B3-948B-1728B52AA6E4}">
                <adec:decorative xmlns:adec="http://schemas.microsoft.com/office/drawing/2017/decorative" val="1"/>
              </a:ext>
            </a:extLst>
          </p:cNvPr>
          <p:cNvSpPr/>
          <p:nvPr/>
        </p:nvSpPr>
        <p:spPr>
          <a:xfrm flipV="1">
            <a:off x="9313729" y="2858512"/>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581151" y="1943294"/>
            <a:ext cx="6611939" cy="2642420"/>
          </a:xfrm>
          <a:prstGeom prst="rect">
            <a:avLst/>
          </a:prstGeom>
          <a:noFill/>
        </p:spPr>
        <p:txBody>
          <a:bodyPr vert="horz" lIns="457200" tIns="45720" rIns="457200" bIns="45720" rtlCol="0" anchor="t" anchorCtr="0">
            <a:noAutofit/>
          </a:bodyPr>
          <a:lstStyle>
            <a:lvl1pPr marL="0" marR="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lang="en-US" b="1" i="0" dirty="0">
                <a:solidFill>
                  <a:schemeClr val="accent2"/>
                </a:solidFill>
                <a:latin typeface="Community Semibold" panose="02000303040000020003" pitchFamily="2" charset="0"/>
                <a:ea typeface="+mn-ea"/>
                <a:cs typeface="+mn-cs"/>
              </a:defRPr>
            </a:lvl1pPr>
          </a:lstStyle>
          <a:p>
            <a:pPr marL="0" marR="0" lvl="0" indent="0" algn="l"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Enter a big thought up to three lines</a:t>
            </a:r>
          </a:p>
        </p:txBody>
      </p:sp>
      <p:sp>
        <p:nvSpPr>
          <p:cNvPr id="32" name="Text Placeholder 5">
            <a:extLst>
              <a:ext uri="{FF2B5EF4-FFF2-40B4-BE49-F238E27FC236}">
                <a16:creationId xmlns:a16="http://schemas.microsoft.com/office/drawing/2014/main" id="{D4F088DA-C421-9849-9271-FFEE51893A4C}"/>
              </a:ext>
            </a:extLst>
          </p:cNvPr>
          <p:cNvSpPr>
            <a:spLocks noGrp="1"/>
          </p:cNvSpPr>
          <p:nvPr>
            <p:ph type="body" sz="quarter" idx="18" hasCustomPrompt="1"/>
          </p:nvPr>
        </p:nvSpPr>
        <p:spPr>
          <a:xfrm>
            <a:off x="1581151" y="4763513"/>
            <a:ext cx="6611939" cy="2411506"/>
          </a:xfrm>
        </p:spPr>
        <p:txBody>
          <a:bodyPr lIns="457200" tIns="457200" rIns="457200" anchor="t" anchorCtr="0">
            <a:noAutofit/>
          </a:bodyPr>
          <a:lstStyle>
            <a:lvl1pPr marL="0" marR="0" indent="0" algn="l" defTabSz="1828434" rtl="0" eaLnBrk="1" fontAlgn="auto" latinLnBrk="0" hangingPunct="1">
              <a:lnSpc>
                <a:spcPct val="100000"/>
              </a:lnSpc>
              <a:spcBef>
                <a:spcPts val="2000"/>
              </a:spcBef>
              <a:spcAft>
                <a:spcPts val="0"/>
              </a:spcAft>
              <a:buClrTx/>
              <a:buSzTx/>
              <a:buFont typeface="Arial" panose="020B0604020202020204" pitchFamily="34" charset="0"/>
              <a:buNone/>
              <a:tabLst/>
              <a:defRPr sz="4400" b="0" i="0">
                <a:solidFill>
                  <a:schemeClr val="accent6"/>
                </a:solidFill>
                <a:latin typeface="Community Light" panose="02000303040000020003" pitchFamily="2" charset="0"/>
              </a:defRPr>
            </a:lvl1pPr>
            <a:lvl2pPr>
              <a:defRPr sz="4800"/>
            </a:lvl2pPr>
            <a:lvl3pPr>
              <a:defRPr sz="4800"/>
            </a:lvl3pPr>
            <a:lvl4pPr>
              <a:defRPr sz="4800"/>
            </a:lvl4pPr>
            <a:lvl5pPr>
              <a:defRPr sz="4800"/>
            </a:lvl5pPr>
          </a:lstStyle>
          <a:p>
            <a:pPr marL="0" marR="0" lvl="0" indent="0" algn="l" defTabSz="1828434" rtl="0" eaLnBrk="1" fontAlgn="auto" latinLnBrk="0" hangingPunct="1">
              <a:lnSpc>
                <a:spcPct val="100000"/>
              </a:lnSpc>
              <a:spcBef>
                <a:spcPts val="2000"/>
              </a:spcBef>
              <a:spcAft>
                <a:spcPts val="0"/>
              </a:spcAft>
              <a:buClrTx/>
              <a:buSzTx/>
              <a:buFont typeface="Arial" panose="020B0604020202020204" pitchFamily="34" charset="0"/>
              <a:buNone/>
              <a:tabLst/>
              <a:defRPr/>
            </a:pPr>
            <a:r>
              <a:rPr lang="en-US"/>
              <a:t>Enter a description here two or three lines</a:t>
            </a:r>
          </a:p>
        </p:txBody>
      </p:sp>
      <p:sp>
        <p:nvSpPr>
          <p:cNvPr id="26" name="Text Placeholder 13">
            <a:extLst>
              <a:ext uri="{FF2B5EF4-FFF2-40B4-BE49-F238E27FC236}">
                <a16:creationId xmlns:a16="http://schemas.microsoft.com/office/drawing/2014/main" id="{8E1FFAE3-E85A-A641-A698-6ECCEDCF713F}"/>
              </a:ext>
            </a:extLst>
          </p:cNvPr>
          <p:cNvSpPr>
            <a:spLocks noGrp="1"/>
          </p:cNvSpPr>
          <p:nvPr>
            <p:ph type="body" sz="quarter" idx="13" hasCustomPrompt="1"/>
          </p:nvPr>
        </p:nvSpPr>
        <p:spPr>
          <a:xfrm>
            <a:off x="9246654" y="1930257"/>
            <a:ext cx="5775732" cy="1266826"/>
          </a:xfrm>
        </p:spPr>
        <p:txBody>
          <a:bodyPr>
            <a:normAutofit/>
          </a:bodyPr>
          <a:lstStyle>
            <a:lvl1pPr marL="0" indent="0">
              <a:buNone/>
              <a:defRPr sz="4400">
                <a:solidFill>
                  <a:schemeClr val="tx1"/>
                </a:solidFill>
              </a:defRPr>
            </a:lvl1pPr>
          </a:lstStyle>
          <a:p>
            <a:pPr lvl="0"/>
            <a:r>
              <a:rPr lang="en-US"/>
              <a:t>Enter topic header</a:t>
            </a:r>
          </a:p>
        </p:txBody>
      </p:sp>
      <p:sp>
        <p:nvSpPr>
          <p:cNvPr id="27" name="Text Placeholder 15">
            <a:extLst>
              <a:ext uri="{FF2B5EF4-FFF2-40B4-BE49-F238E27FC236}">
                <a16:creationId xmlns:a16="http://schemas.microsoft.com/office/drawing/2014/main" id="{0611D151-2BF7-4C40-91FE-CD9019F6EE71}"/>
              </a:ext>
            </a:extLst>
          </p:cNvPr>
          <p:cNvSpPr>
            <a:spLocks noGrp="1"/>
          </p:cNvSpPr>
          <p:nvPr>
            <p:ph type="body" sz="quarter" idx="14" hasCustomPrompt="1"/>
          </p:nvPr>
        </p:nvSpPr>
        <p:spPr>
          <a:xfrm>
            <a:off x="9296942" y="3304227"/>
            <a:ext cx="5725443" cy="6439182"/>
          </a:xfrm>
        </p:spPr>
        <p:txBody>
          <a:bodyPr>
            <a:normAutofit/>
          </a:bodyPr>
          <a:lstStyle>
            <a:lvl1pPr marL="571386" indent="-571386">
              <a:buFont typeface="Arial" panose="020B0604020202020204" pitchFamily="34" charset="0"/>
              <a:buChar char="•"/>
              <a:defRPr sz="36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28" name="Text Placeholder 13">
            <a:extLst>
              <a:ext uri="{FF2B5EF4-FFF2-40B4-BE49-F238E27FC236}">
                <a16:creationId xmlns:a16="http://schemas.microsoft.com/office/drawing/2014/main" id="{1E29A7EE-C07D-5147-B18B-AAA00E8267C4}"/>
              </a:ext>
            </a:extLst>
          </p:cNvPr>
          <p:cNvSpPr>
            <a:spLocks noGrp="1"/>
          </p:cNvSpPr>
          <p:nvPr>
            <p:ph type="body" sz="quarter" idx="15" hasCustomPrompt="1"/>
          </p:nvPr>
        </p:nvSpPr>
        <p:spPr>
          <a:xfrm>
            <a:off x="16454092" y="1930257"/>
            <a:ext cx="5775732" cy="1266826"/>
          </a:xfrm>
        </p:spPr>
        <p:txBody>
          <a:bodyPr>
            <a:normAutofit/>
          </a:bodyPr>
          <a:lstStyle>
            <a:lvl1pPr marL="0" indent="0">
              <a:buNone/>
              <a:defRPr sz="4400">
                <a:solidFill>
                  <a:schemeClr val="tx1"/>
                </a:solidFill>
              </a:defRPr>
            </a:lvl1pPr>
          </a:lstStyle>
          <a:p>
            <a:pPr lvl="0"/>
            <a:r>
              <a:rPr lang="en-US"/>
              <a:t>Enter topic header</a:t>
            </a:r>
          </a:p>
        </p:txBody>
      </p:sp>
      <p:sp>
        <p:nvSpPr>
          <p:cNvPr id="29" name="Text Placeholder 15">
            <a:extLst>
              <a:ext uri="{FF2B5EF4-FFF2-40B4-BE49-F238E27FC236}">
                <a16:creationId xmlns:a16="http://schemas.microsoft.com/office/drawing/2014/main" id="{36C8BC9F-7960-3B45-97D5-B8F6938FE20B}"/>
              </a:ext>
            </a:extLst>
          </p:cNvPr>
          <p:cNvSpPr>
            <a:spLocks noGrp="1"/>
          </p:cNvSpPr>
          <p:nvPr>
            <p:ph type="body" sz="quarter" idx="16" hasCustomPrompt="1"/>
          </p:nvPr>
        </p:nvSpPr>
        <p:spPr>
          <a:xfrm>
            <a:off x="16504382" y="3304227"/>
            <a:ext cx="5725443" cy="6439182"/>
          </a:xfrm>
        </p:spPr>
        <p:txBody>
          <a:bodyPr>
            <a:normAutofit/>
          </a:bodyPr>
          <a:lstStyle>
            <a:lvl1pPr marL="571386" indent="-571386">
              <a:buFont typeface="Arial" panose="020B0604020202020204" pitchFamily="34" charset="0"/>
              <a:buChar char="•"/>
              <a:defRPr sz="36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quis</a:t>
            </a:r>
            <a:r>
              <a:rPr lang="en-US"/>
              <a:t> et </a:t>
            </a:r>
            <a:r>
              <a:rPr lang="en-US" err="1"/>
              <a:t>quidam</a:t>
            </a:r>
            <a:r>
              <a:rPr lang="en-US"/>
              <a:t> </a:t>
            </a:r>
            <a:r>
              <a:rPr lang="en-US" err="1"/>
              <a:t>suscipit</a:t>
            </a:r>
            <a:r>
              <a:rPr lang="en-US"/>
              <a:t> quasi.</a:t>
            </a:r>
          </a:p>
          <a:p>
            <a:pPr lvl="0"/>
            <a:r>
              <a:rPr lang="en-US"/>
              <a:t>culpa </a:t>
            </a:r>
            <a:r>
              <a:rPr lang="en-US" err="1"/>
              <a:t>aut</a:t>
            </a:r>
            <a:r>
              <a:rPr lang="en-US"/>
              <a:t> </a:t>
            </a:r>
            <a:r>
              <a:rPr lang="en-US" err="1"/>
              <a:t>natus</a:t>
            </a:r>
            <a:r>
              <a:rPr lang="en-US"/>
              <a:t>, </a:t>
            </a:r>
            <a:r>
              <a:rPr lang="en-US" err="1"/>
              <a:t>quoddam</a:t>
            </a:r>
            <a:r>
              <a:rPr lang="en-US"/>
              <a:t> tempus. facilis propter </a:t>
            </a:r>
            <a:r>
              <a:rPr lang="en-US" err="1"/>
              <a:t>assumenda</a:t>
            </a:r>
            <a:endParaRPr lang="en-US"/>
          </a:p>
          <a:p>
            <a:pPr lvl="0"/>
            <a:r>
              <a:rPr lang="en-US"/>
              <a:t>quasi </a:t>
            </a:r>
            <a:r>
              <a:rPr lang="en-US" err="1"/>
              <a:t>fuit</a:t>
            </a:r>
            <a:r>
              <a:rPr lang="en-US"/>
              <a:t>. </a:t>
            </a:r>
            <a:r>
              <a:rPr lang="en-US" err="1"/>
              <a:t>unde</a:t>
            </a:r>
            <a:r>
              <a:rPr lang="en-US"/>
              <a:t> sit in </a:t>
            </a:r>
            <a:r>
              <a:rPr lang="en-US" err="1"/>
              <a:t>laborum</a:t>
            </a:r>
            <a:r>
              <a:rPr lang="en-US"/>
              <a:t> </a:t>
            </a:r>
            <a:r>
              <a:rPr lang="en-US" err="1"/>
              <a:t>inducens</a:t>
            </a:r>
            <a:r>
              <a:rPr lang="en-US"/>
              <a:t>. et </a:t>
            </a:r>
            <a:r>
              <a:rPr lang="en-US" err="1"/>
              <a:t>beatae</a:t>
            </a:r>
            <a:r>
              <a:rPr lang="en-US"/>
              <a:t> </a:t>
            </a:r>
            <a:r>
              <a:rPr lang="en-US" err="1"/>
              <a:t>vitam</a:t>
            </a:r>
            <a:r>
              <a:rPr lang="en-US"/>
              <a:t> </a:t>
            </a:r>
            <a:r>
              <a:rPr lang="en-US" err="1"/>
              <a:t>ea</a:t>
            </a:r>
            <a:r>
              <a:rPr lang="en-US"/>
              <a:t> </a:t>
            </a:r>
            <a:r>
              <a:rPr lang="en-US" err="1"/>
              <a:t>sed</a:t>
            </a:r>
            <a:endParaRPr lang="en-US"/>
          </a:p>
        </p:txBody>
      </p:sp>
      <p:sp>
        <p:nvSpPr>
          <p:cNvPr id="18" name="Folded Corner 17">
            <a:extLst>
              <a:ext uri="{FF2B5EF4-FFF2-40B4-BE49-F238E27FC236}">
                <a16:creationId xmlns:a16="http://schemas.microsoft.com/office/drawing/2014/main" id="{5E8BF074-F1AE-C14E-BD27-EEBF6B5D4F00}"/>
              </a:ext>
              <a:ext uri="{C183D7F6-B498-43B3-948B-1728B52AA6E4}">
                <adec:decorative xmlns:adec="http://schemas.microsoft.com/office/drawing/2017/decorative" val="1"/>
              </a:ext>
            </a:extLst>
          </p:cNvPr>
          <p:cNvSpPr/>
          <p:nvPr/>
        </p:nvSpPr>
        <p:spPr>
          <a:xfrm>
            <a:off x="76202" y="-2514599"/>
            <a:ext cx="9755186" cy="19521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text layout is for expanding upon 2 main points with a additional titles and descriptor</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Replace text placeholders with your own words.</a:t>
            </a:r>
            <a:endParaRPr lang="en-US" sz="2400" b="1">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01454291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large image titles date">
    <p:bg>
      <p:bgPr>
        <a:solidFill>
          <a:srgbClr val="FEFA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1D46A6-2584-BE40-BCCB-20FF07471692}"/>
              </a:ext>
            </a:extLst>
          </p:cNvPr>
          <p:cNvSpPr>
            <a:spLocks noGrp="1"/>
          </p:cNvSpPr>
          <p:nvPr>
            <p:ph type="title" hasCustomPrompt="1"/>
          </p:nvPr>
        </p:nvSpPr>
        <p:spPr>
          <a:xfrm>
            <a:off x="10369034" y="2796269"/>
            <a:ext cx="11119368" cy="4384234"/>
          </a:xfrm>
          <a:noFill/>
        </p:spPr>
        <p:txBody>
          <a:bodyPr vert="horz" lIns="0" tIns="45720" rIns="0" bIns="45720" rtlCol="0" anchor="b" anchorCtr="0">
            <a:noAutofit/>
          </a:bodyPr>
          <a:lstStyle>
            <a:lvl1pPr algn="l">
              <a:lnSpc>
                <a:spcPts val="9598"/>
              </a:lnSpc>
              <a:defRPr lang="en-US" sz="9598">
                <a:solidFill>
                  <a:schemeClr val="accent2"/>
                </a:solidFill>
                <a:ea typeface="+mn-ea"/>
                <a:cs typeface="+mn-cs"/>
              </a:defRPr>
            </a:lvl1pPr>
          </a:lstStyle>
          <a:p>
            <a:pPr algn="l"/>
            <a:r>
              <a:rPr lang="en-US"/>
              <a:t>Enter a big idea or statement here of no more than two lines</a:t>
            </a:r>
          </a:p>
        </p:txBody>
      </p:sp>
      <p:sp>
        <p:nvSpPr>
          <p:cNvPr id="10" name="Text Placeholder 9">
            <a:extLst>
              <a:ext uri="{FF2B5EF4-FFF2-40B4-BE49-F238E27FC236}">
                <a16:creationId xmlns:a16="http://schemas.microsoft.com/office/drawing/2014/main" id="{0DAED64C-ED7B-1E46-947A-D03F95419394}"/>
              </a:ext>
            </a:extLst>
          </p:cNvPr>
          <p:cNvSpPr>
            <a:spLocks noGrp="1"/>
          </p:cNvSpPr>
          <p:nvPr>
            <p:ph type="body" sz="quarter" idx="13" hasCustomPrompt="1"/>
          </p:nvPr>
        </p:nvSpPr>
        <p:spPr>
          <a:xfrm>
            <a:off x="10369035" y="7820605"/>
            <a:ext cx="6919507" cy="2041526"/>
          </a:xfrm>
        </p:spPr>
        <p:txBody>
          <a:bodyPr>
            <a:noAutofit/>
          </a:bodyPr>
          <a:lstStyle>
            <a:lvl1pPr marL="0" indent="0">
              <a:buFontTx/>
              <a:buNone/>
              <a:defRPr sz="5398" b="0" baseline="0">
                <a:solidFill>
                  <a:schemeClr val="accent6"/>
                </a:solidFill>
              </a:defRPr>
            </a:lvl1pPr>
            <a:lvl2pPr marL="914218" indent="0">
              <a:buFontTx/>
              <a:buNone/>
              <a:defRPr sz="4400" baseline="0"/>
            </a:lvl2pPr>
            <a:lvl3pPr marL="1828434" indent="0">
              <a:buFontTx/>
              <a:buNone/>
              <a:defRPr sz="4400" baseline="0"/>
            </a:lvl3pPr>
            <a:lvl4pPr marL="2742652" indent="0">
              <a:buFontTx/>
              <a:buNone/>
              <a:defRPr sz="4400" baseline="0"/>
            </a:lvl4pPr>
            <a:lvl5pPr marL="3656868" indent="0">
              <a:buFontTx/>
              <a:buNone/>
              <a:defRPr sz="4400" baseline="0"/>
            </a:lvl5pPr>
          </a:lstStyle>
          <a:p>
            <a:pPr lvl="0"/>
            <a:r>
              <a:rPr lang="en-US"/>
              <a:t>Enter subtitle or name or person being quoted here</a:t>
            </a:r>
          </a:p>
        </p:txBody>
      </p:sp>
      <p:sp>
        <p:nvSpPr>
          <p:cNvPr id="11" name="Text Placeholder 9">
            <a:extLst>
              <a:ext uri="{FF2B5EF4-FFF2-40B4-BE49-F238E27FC236}">
                <a16:creationId xmlns:a16="http://schemas.microsoft.com/office/drawing/2014/main" id="{EC0877E4-E691-4A4E-95F7-04A179B81720}"/>
              </a:ext>
            </a:extLst>
          </p:cNvPr>
          <p:cNvSpPr>
            <a:spLocks noGrp="1"/>
          </p:cNvSpPr>
          <p:nvPr>
            <p:ph type="body" sz="quarter" idx="14" hasCustomPrompt="1"/>
          </p:nvPr>
        </p:nvSpPr>
        <p:spPr>
          <a:xfrm>
            <a:off x="10369035" y="9985636"/>
            <a:ext cx="6637990" cy="683620"/>
          </a:xfrm>
        </p:spPr>
        <p:txBody>
          <a:bodyPr anchor="t" anchorCtr="0">
            <a:noAutofit/>
          </a:bodyPr>
          <a:lstStyle>
            <a:lvl1pPr marL="0" indent="0">
              <a:buFontTx/>
              <a:buNone/>
              <a:defRPr sz="3600" b="0" baseline="0">
                <a:solidFill>
                  <a:schemeClr val="accent6"/>
                </a:solidFill>
              </a:defRPr>
            </a:lvl1pPr>
            <a:lvl2pPr marL="914218" indent="0">
              <a:buFontTx/>
              <a:buNone/>
              <a:defRPr sz="4400" baseline="0"/>
            </a:lvl2pPr>
            <a:lvl3pPr marL="1828434" indent="0">
              <a:buFontTx/>
              <a:buNone/>
              <a:defRPr sz="4400" baseline="0"/>
            </a:lvl3pPr>
            <a:lvl4pPr marL="2742652" indent="0">
              <a:buFontTx/>
              <a:buNone/>
              <a:defRPr sz="4400" baseline="0"/>
            </a:lvl4pPr>
            <a:lvl5pPr marL="3656868" indent="0">
              <a:buFontTx/>
              <a:buNone/>
              <a:defRPr sz="4400" baseline="0"/>
            </a:lvl5pPr>
          </a:lstStyle>
          <a:p>
            <a:pPr lvl="0"/>
            <a:r>
              <a:rPr lang="en-US"/>
              <a:t>Enter title or date here</a:t>
            </a:r>
          </a:p>
        </p:txBody>
      </p:sp>
      <p:sp>
        <p:nvSpPr>
          <p:cNvPr id="6" name="Picture Placeholder 5">
            <a:extLst>
              <a:ext uri="{FF2B5EF4-FFF2-40B4-BE49-F238E27FC236}">
                <a16:creationId xmlns:a16="http://schemas.microsoft.com/office/drawing/2014/main" id="{CE605FF5-BAD4-C64B-985B-205C7CF950E0}"/>
              </a:ext>
              <a:ext uri="{C183D7F6-B498-43B3-948B-1728B52AA6E4}">
                <adec:decorative xmlns:adec="http://schemas.microsoft.com/office/drawing/2017/decorative" val="1"/>
              </a:ext>
            </a:extLst>
          </p:cNvPr>
          <p:cNvSpPr>
            <a:spLocks noGrp="1"/>
          </p:cNvSpPr>
          <p:nvPr>
            <p:ph type="pic" sz="quarter" idx="11" hasCustomPrompt="1"/>
          </p:nvPr>
        </p:nvSpPr>
        <p:spPr>
          <a:xfrm>
            <a:off x="-6585692" y="-1478847"/>
            <a:ext cx="15083580" cy="17503518"/>
          </a:xfrm>
          <a:custGeom>
            <a:avLst/>
            <a:gdLst>
              <a:gd name="connsiteX0" fmla="*/ 3837210 w 9140953"/>
              <a:gd name="connsiteY0" fmla="*/ 0 h 10607484"/>
              <a:gd name="connsiteX1" fmla="*/ 9140953 w 9140953"/>
              <a:gd name="connsiteY1" fmla="*/ 5303742 h 10607484"/>
              <a:gd name="connsiteX2" fmla="*/ 3837210 w 9140953"/>
              <a:gd name="connsiteY2" fmla="*/ 10607484 h 10607484"/>
              <a:gd name="connsiteX3" fmla="*/ 86898 w 9140953"/>
              <a:gd name="connsiteY3" fmla="*/ 9054054 h 10607484"/>
              <a:gd name="connsiteX4" fmla="*/ 0 w 9140953"/>
              <a:gd name="connsiteY4" fmla="*/ 8962910 h 10607484"/>
              <a:gd name="connsiteX5" fmla="*/ 0 w 9140953"/>
              <a:gd name="connsiteY5" fmla="*/ 1644574 h 10607484"/>
              <a:gd name="connsiteX6" fmla="*/ 86898 w 9140953"/>
              <a:gd name="connsiteY6" fmla="*/ 1553430 h 10607484"/>
              <a:gd name="connsiteX7" fmla="*/ 3837210 w 9140953"/>
              <a:gd name="connsiteY7" fmla="*/ 0 h 1060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0953" h="10607484">
                <a:moveTo>
                  <a:pt x="3837210" y="0"/>
                </a:moveTo>
                <a:cubicBezTo>
                  <a:pt x="6766386" y="0"/>
                  <a:pt x="9140953" y="2374566"/>
                  <a:pt x="9140953" y="5303742"/>
                </a:cubicBezTo>
                <a:cubicBezTo>
                  <a:pt x="9140953" y="8232918"/>
                  <a:pt x="6766386" y="10607484"/>
                  <a:pt x="3837210" y="10607484"/>
                </a:cubicBezTo>
                <a:cubicBezTo>
                  <a:pt x="2372622" y="10607484"/>
                  <a:pt x="1046687" y="10013842"/>
                  <a:pt x="86898" y="9054054"/>
                </a:cubicBezTo>
                <a:lnTo>
                  <a:pt x="0" y="8962910"/>
                </a:lnTo>
                <a:lnTo>
                  <a:pt x="0" y="1644574"/>
                </a:lnTo>
                <a:lnTo>
                  <a:pt x="86898" y="1553430"/>
                </a:lnTo>
                <a:cubicBezTo>
                  <a:pt x="1046687" y="593642"/>
                  <a:pt x="2372622" y="0"/>
                  <a:pt x="3837210" y="0"/>
                </a:cubicBezTo>
                <a:close/>
              </a:path>
            </a:pathLst>
          </a:custGeom>
          <a:pattFill prst="wdUpDiag">
            <a:fgClr>
              <a:srgbClr val="FADFD9"/>
            </a:fgClr>
            <a:bgClr>
              <a:schemeClr val="bg1"/>
            </a:bgClr>
          </a:pattFill>
        </p:spPr>
        <p:txBody>
          <a:bodyPr wrap="square" lIns="8229600" anchor="ctr">
            <a:noAutofit/>
          </a:bodyPr>
          <a:lstStyle>
            <a:lvl1pPr marL="0" indent="0" algn="l">
              <a:buFontTx/>
              <a:buNone/>
              <a:defRPr sz="4400"/>
            </a:lvl1pPr>
          </a:lstStyle>
          <a:p>
            <a:r>
              <a:rPr lang="en-US"/>
              <a:t>Drag and drop</a:t>
            </a:r>
          </a:p>
          <a:p>
            <a:r>
              <a:rPr lang="en-US"/>
              <a:t>image here</a:t>
            </a:r>
          </a:p>
        </p:txBody>
      </p:sp>
      <p:sp>
        <p:nvSpPr>
          <p:cNvPr id="7" name="Folded Corner 6">
            <a:extLst>
              <a:ext uri="{FF2B5EF4-FFF2-40B4-BE49-F238E27FC236}">
                <a16:creationId xmlns:a16="http://schemas.microsoft.com/office/drawing/2014/main" id="{665B33F3-87B0-314B-B77D-8F10219A9E3D}"/>
              </a:ext>
              <a:ext uri="{C183D7F6-B498-43B3-948B-1728B52AA6E4}">
                <adec:decorative xmlns:adec="http://schemas.microsoft.com/office/drawing/2017/decorative" val="1"/>
              </a:ext>
            </a:extLst>
          </p:cNvPr>
          <p:cNvSpPr/>
          <p:nvPr/>
        </p:nvSpPr>
        <p:spPr>
          <a:xfrm>
            <a:off x="1" y="-1752600"/>
            <a:ext cx="8764587" cy="13716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This title has visual impact with the large image and dramatic typography. For a quote or statement.</a:t>
            </a:r>
          </a:p>
        </p:txBody>
      </p:sp>
      <p:pic>
        <p:nvPicPr>
          <p:cNvPr id="8" name="Logo">
            <a:extLst>
              <a:ext uri="{FF2B5EF4-FFF2-40B4-BE49-F238E27FC236}">
                <a16:creationId xmlns:a16="http://schemas.microsoft.com/office/drawing/2014/main" id="{C49E4E25-3F61-FA4C-B37D-3E2D88464A3A}"/>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602768" y="11660506"/>
            <a:ext cx="2182620" cy="552276"/>
          </a:xfrm>
          <a:prstGeom prst="rect">
            <a:avLst/>
          </a:prstGeom>
        </p:spPr>
      </p:pic>
    </p:spTree>
    <p:extLst>
      <p:ext uri="{BB962C8B-B14F-4D97-AF65-F5344CB8AC3E}">
        <p14:creationId xmlns:p14="http://schemas.microsoft.com/office/powerpoint/2010/main" val="381980069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image title 4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43393-43EB-834F-897E-2E09BDE544FE}"/>
              </a:ext>
            </a:extLst>
          </p:cNvPr>
          <p:cNvSpPr>
            <a:spLocks noGrp="1"/>
          </p:cNvSpPr>
          <p:nvPr>
            <p:ph type="title" hasCustomPrompt="1"/>
          </p:nvPr>
        </p:nvSpPr>
        <p:spPr>
          <a:xfrm>
            <a:off x="15174932" y="3297974"/>
            <a:ext cx="7017804" cy="2534302"/>
          </a:xfrm>
          <a:noFill/>
          <a:ln w="3175" cap="flat">
            <a:noFill/>
            <a:miter lim="400000"/>
          </a:ln>
          <a:effectLst/>
        </p:spPr>
        <p:txBody>
          <a:bodyPr wrap="square" lIns="48142" tIns="48142" rIns="48142" bIns="48142" numCol="1" anchor="b" anchorCtr="0">
            <a:spAutoFit/>
          </a:bodyPr>
          <a:lstStyle>
            <a:lvl1pPr>
              <a:defRPr lang="en-US" sz="8798" b="0" dirty="0">
                <a:solidFill>
                  <a:schemeClr val="accent2"/>
                </a:solidFill>
                <a:ea typeface="+mn-ea"/>
                <a:cs typeface="+mn-cs"/>
              </a:defRPr>
            </a:lvl1pPr>
          </a:lstStyle>
          <a:p>
            <a:pPr marL="0" lvl="0" defTabSz="1828160"/>
            <a:r>
              <a:rPr lang="en-US"/>
              <a:t>Enter slide title here in two lines</a:t>
            </a:r>
          </a:p>
        </p:txBody>
      </p:sp>
      <p:sp>
        <p:nvSpPr>
          <p:cNvPr id="4" name="Text Placeholder 3">
            <a:extLst>
              <a:ext uri="{FF2B5EF4-FFF2-40B4-BE49-F238E27FC236}">
                <a16:creationId xmlns:a16="http://schemas.microsoft.com/office/drawing/2014/main" id="{D7127411-22D8-F241-BFA9-9A89FACBB04A}"/>
              </a:ext>
            </a:extLst>
          </p:cNvPr>
          <p:cNvSpPr>
            <a:spLocks noGrp="1"/>
          </p:cNvSpPr>
          <p:nvPr>
            <p:ph type="body" sz="quarter" idx="12" hasCustomPrompt="1"/>
          </p:nvPr>
        </p:nvSpPr>
        <p:spPr>
          <a:xfrm>
            <a:off x="15193965" y="6167642"/>
            <a:ext cx="6848914" cy="4652760"/>
          </a:xfrm>
        </p:spPr>
        <p:txBody>
          <a:bodyPr>
            <a:normAutofit/>
          </a:bodyPr>
          <a:lstStyle>
            <a:lvl1pPr>
              <a:lnSpc>
                <a:spcPts val="6478"/>
              </a:lnSpc>
              <a:defRPr sz="5398"/>
            </a:lvl1pPr>
            <a:lvl2pPr>
              <a:defRPr sz="5998"/>
            </a:lvl2pPr>
            <a:lvl3pPr>
              <a:defRPr sz="5998"/>
            </a:lvl3pPr>
            <a:lvl4pPr>
              <a:defRPr sz="5998"/>
            </a:lvl4pPr>
            <a:lvl5pPr>
              <a:defRPr sz="5998"/>
            </a:lvl5pPr>
          </a:lstStyle>
          <a:p>
            <a:pPr lvl="0"/>
            <a:r>
              <a:rPr lang="en-US"/>
              <a:t>Point 1</a:t>
            </a:r>
          </a:p>
          <a:p>
            <a:pPr lvl="0"/>
            <a:r>
              <a:rPr lang="en-US"/>
              <a:t>Point 2</a:t>
            </a:r>
          </a:p>
          <a:p>
            <a:pPr lvl="0"/>
            <a:r>
              <a:rPr lang="en-US"/>
              <a:t>Point 3</a:t>
            </a:r>
          </a:p>
          <a:p>
            <a:pPr lvl="0"/>
            <a:r>
              <a:rPr lang="en-US"/>
              <a:t>Point 4</a:t>
            </a:r>
          </a:p>
        </p:txBody>
      </p:sp>
      <p:sp>
        <p:nvSpPr>
          <p:cNvPr id="17" name="Picture Placeholder 15">
            <a:extLst>
              <a:ext uri="{FF2B5EF4-FFF2-40B4-BE49-F238E27FC236}">
                <a16:creationId xmlns:a16="http://schemas.microsoft.com/office/drawing/2014/main" id="{62C1A7CD-F849-0844-BD28-38AC3DDF3A43}"/>
              </a:ext>
              <a:ext uri="{C183D7F6-B498-43B3-948B-1728B52AA6E4}">
                <adec:decorative xmlns:adec="http://schemas.microsoft.com/office/drawing/2017/decorative" val="1"/>
              </a:ext>
            </a:extLst>
          </p:cNvPr>
          <p:cNvSpPr>
            <a:spLocks noGrp="1"/>
          </p:cNvSpPr>
          <p:nvPr>
            <p:ph type="pic" sz="quarter" idx="10" hasCustomPrompt="1"/>
          </p:nvPr>
        </p:nvSpPr>
        <p:spPr>
          <a:xfrm>
            <a:off x="2" y="0"/>
            <a:ext cx="12193588" cy="13716000"/>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5" name="Folded Corner 4">
            <a:extLst>
              <a:ext uri="{FF2B5EF4-FFF2-40B4-BE49-F238E27FC236}">
                <a16:creationId xmlns:a16="http://schemas.microsoft.com/office/drawing/2014/main" id="{EC90067C-6D7C-2D47-A4DB-24CEF6BD5EBB}"/>
              </a:ext>
              <a:ext uri="{C183D7F6-B498-43B3-948B-1728B52AA6E4}">
                <adec:decorative xmlns:adec="http://schemas.microsoft.com/office/drawing/2017/decorative" val="1"/>
              </a:ext>
            </a:extLst>
          </p:cNvPr>
          <p:cNvSpPr/>
          <p:nvPr/>
        </p:nvSpPr>
        <p:spPr>
          <a:xfrm>
            <a:off x="1" y="-2133599"/>
            <a:ext cx="13336586" cy="17341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a key message with four supporting points. Large image flush left.</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9006006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image title bullets">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5CB4F954-B90A-E846-B70B-8E24C346971F}"/>
              </a:ext>
            </a:extLst>
          </p:cNvPr>
          <p:cNvSpPr>
            <a:spLocks noGrp="1"/>
          </p:cNvSpPr>
          <p:nvPr>
            <p:ph type="title" hasCustomPrompt="1"/>
          </p:nvPr>
        </p:nvSpPr>
        <p:spPr>
          <a:xfrm>
            <a:off x="13192021" y="1395664"/>
            <a:ext cx="9616228" cy="1018560"/>
          </a:xfrm>
          <a:prstGeom prst="rect">
            <a:avLst/>
          </a:prstGeom>
        </p:spPr>
        <p:txBody>
          <a:bodyPr vert="horz" lIns="91440" tIns="45720" rIns="91440" bIns="45720" rtlCol="0" anchor="b">
            <a:normAutofit/>
          </a:bodyPr>
          <a:lstStyle/>
          <a:p>
            <a:r>
              <a:rPr lang="en-US"/>
              <a:t>Enter slide title here</a:t>
            </a:r>
          </a:p>
        </p:txBody>
      </p:sp>
      <p:sp>
        <p:nvSpPr>
          <p:cNvPr id="17" name="Picture Placeholder 15">
            <a:extLst>
              <a:ext uri="{FF2B5EF4-FFF2-40B4-BE49-F238E27FC236}">
                <a16:creationId xmlns:a16="http://schemas.microsoft.com/office/drawing/2014/main" id="{62C1A7CD-F849-0844-BD28-38AC3DDF3A43}"/>
              </a:ext>
              <a:ext uri="{C183D7F6-B498-43B3-948B-1728B52AA6E4}">
                <adec:decorative xmlns:adec="http://schemas.microsoft.com/office/drawing/2017/decorative" val="1"/>
              </a:ext>
            </a:extLst>
          </p:cNvPr>
          <p:cNvSpPr>
            <a:spLocks noGrp="1"/>
          </p:cNvSpPr>
          <p:nvPr>
            <p:ph type="pic" sz="quarter" idx="10" hasCustomPrompt="1"/>
          </p:nvPr>
        </p:nvSpPr>
        <p:spPr>
          <a:xfrm>
            <a:off x="2" y="0"/>
            <a:ext cx="12193588" cy="13716000"/>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3" name="Text Placeholder 2">
            <a:extLst>
              <a:ext uri="{FF2B5EF4-FFF2-40B4-BE49-F238E27FC236}">
                <a16:creationId xmlns:a16="http://schemas.microsoft.com/office/drawing/2014/main" id="{1237C705-A68E-0E4F-9A79-825FC6F43DE6}"/>
              </a:ext>
            </a:extLst>
          </p:cNvPr>
          <p:cNvSpPr>
            <a:spLocks noGrp="1"/>
          </p:cNvSpPr>
          <p:nvPr>
            <p:ph type="body" sz="quarter" idx="12"/>
          </p:nvPr>
        </p:nvSpPr>
        <p:spPr>
          <a:xfrm>
            <a:off x="13158790" y="2921000"/>
            <a:ext cx="9626599" cy="9271000"/>
          </a:xfrm>
        </p:spPr>
        <p:txBody>
          <a:bodyPr>
            <a:normAutofit/>
          </a:bodyPr>
          <a:lstStyle>
            <a:lvl1pPr marL="685662" indent="-685662">
              <a:lnSpc>
                <a:spcPts val="6718"/>
              </a:lnSpc>
              <a:buClr>
                <a:schemeClr val="bg2"/>
              </a:buClr>
              <a:buFont typeface="Arial" panose="020B0604020202020204" pitchFamily="34" charset="0"/>
              <a:buChar char="•"/>
              <a:defRPr sz="4400"/>
            </a:lvl1pPr>
            <a:lvl2pPr marL="1599880" indent="-685662">
              <a:lnSpc>
                <a:spcPts val="6718"/>
              </a:lnSpc>
              <a:buClr>
                <a:schemeClr val="bg2"/>
              </a:buClr>
              <a:buFont typeface="Arial" panose="020B0604020202020204" pitchFamily="34" charset="0"/>
              <a:buChar char="•"/>
              <a:defRPr sz="4400"/>
            </a:lvl2pPr>
            <a:lvl3pPr marL="2399820" indent="-571386">
              <a:lnSpc>
                <a:spcPts val="6718"/>
              </a:lnSpc>
              <a:buClr>
                <a:schemeClr val="bg2"/>
              </a:buClr>
              <a:buFont typeface="Arial" panose="020B0604020202020204" pitchFamily="34" charset="0"/>
              <a:buChar char="•"/>
              <a:defRPr sz="4400"/>
            </a:lvl3pPr>
            <a:lvl4pPr marL="3314038" indent="-571386">
              <a:lnSpc>
                <a:spcPts val="6718"/>
              </a:lnSpc>
              <a:buClr>
                <a:schemeClr val="bg2"/>
              </a:buClr>
              <a:buFont typeface="Arial" panose="020B0604020202020204" pitchFamily="34" charset="0"/>
              <a:buChar char="•"/>
              <a:defRPr sz="4400"/>
            </a:lvl4pPr>
            <a:lvl5pPr marL="4228254" indent="-571386">
              <a:lnSpc>
                <a:spcPts val="6718"/>
              </a:lnSpc>
              <a:buClr>
                <a:schemeClr val="bg2"/>
              </a:buClr>
              <a:buFont typeface="Arial" panose="020B0604020202020204" pitchFamily="34" charset="0"/>
              <a:buChar char="•"/>
              <a:defRPr sz="4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lded Corner 4">
            <a:extLst>
              <a:ext uri="{FF2B5EF4-FFF2-40B4-BE49-F238E27FC236}">
                <a16:creationId xmlns:a16="http://schemas.microsoft.com/office/drawing/2014/main" id="{BD348F6D-E344-E64C-8C1D-3F1EAE36E17B}"/>
              </a:ext>
              <a:ext uri="{C183D7F6-B498-43B3-948B-1728B52AA6E4}">
                <adec:decorative xmlns:adec="http://schemas.microsoft.com/office/drawing/2017/decorative" val="1"/>
              </a:ext>
            </a:extLst>
          </p:cNvPr>
          <p:cNvSpPr/>
          <p:nvPr/>
        </p:nvSpPr>
        <p:spPr>
          <a:xfrm>
            <a:off x="0" y="-2438401"/>
            <a:ext cx="142509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a key message with cascading supporting points. Large image flush left.</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44909774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image titles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503BE-8593-614C-8193-6A6195BDDD25}"/>
              </a:ext>
            </a:extLst>
          </p:cNvPr>
          <p:cNvSpPr>
            <a:spLocks noGrp="1"/>
          </p:cNvSpPr>
          <p:nvPr>
            <p:ph type="title" hasCustomPrompt="1"/>
          </p:nvPr>
        </p:nvSpPr>
        <p:spPr>
          <a:xfrm>
            <a:off x="12385678" y="4345699"/>
            <a:ext cx="8719665" cy="2585034"/>
          </a:xfrm>
          <a:noFill/>
        </p:spPr>
        <p:txBody>
          <a:bodyPr vert="horz" lIns="0" tIns="45720" rIns="0" bIns="45720" rtlCol="0" anchor="b" anchorCtr="0">
            <a:noAutofit/>
          </a:bodyPr>
          <a:lstStyle>
            <a:lvl1pPr>
              <a:defRPr lang="en-US" sz="8798" dirty="0">
                <a:ea typeface="+mn-ea"/>
                <a:cs typeface="+mn-cs"/>
              </a:defRPr>
            </a:lvl1pPr>
          </a:lstStyle>
          <a:p>
            <a:pPr lvl="0"/>
            <a:r>
              <a:rPr lang="en-US"/>
              <a:t>Enter slide title here in two lines</a:t>
            </a:r>
          </a:p>
        </p:txBody>
      </p:sp>
      <p:sp>
        <p:nvSpPr>
          <p:cNvPr id="6" name="Text Placeholder 17">
            <a:extLst>
              <a:ext uri="{FF2B5EF4-FFF2-40B4-BE49-F238E27FC236}">
                <a16:creationId xmlns:a16="http://schemas.microsoft.com/office/drawing/2014/main" id="{05E13DE4-2BFF-254C-B2EE-0DDF05CA5B94}"/>
              </a:ext>
            </a:extLst>
          </p:cNvPr>
          <p:cNvSpPr>
            <a:spLocks noGrp="1"/>
          </p:cNvSpPr>
          <p:nvPr>
            <p:ph type="body" sz="quarter" idx="13" hasCustomPrompt="1"/>
          </p:nvPr>
        </p:nvSpPr>
        <p:spPr>
          <a:xfrm>
            <a:off x="12385677" y="6980502"/>
            <a:ext cx="8749979" cy="2620700"/>
          </a:xfrm>
        </p:spPr>
        <p:txBody>
          <a:bodyPr>
            <a:normAutofit/>
          </a:bodyPr>
          <a:lstStyle>
            <a:lvl1pPr marL="0" indent="0">
              <a:lnSpc>
                <a:spcPts val="5758"/>
              </a:lnSpc>
              <a:buFontTx/>
              <a:buNone/>
              <a:defRPr sz="4800" baseline="0"/>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here, up to three lines</a:t>
            </a:r>
          </a:p>
        </p:txBody>
      </p:sp>
      <p:sp>
        <p:nvSpPr>
          <p:cNvPr id="9" name="Picture Placeholder 7">
            <a:extLst>
              <a:ext uri="{FF2B5EF4-FFF2-40B4-BE49-F238E27FC236}">
                <a16:creationId xmlns:a16="http://schemas.microsoft.com/office/drawing/2014/main" id="{3092DEDE-4211-354D-90F0-DF7243317EF0}"/>
              </a:ext>
              <a:ext uri="{C183D7F6-B498-43B3-948B-1728B52AA6E4}">
                <adec:decorative xmlns:adec="http://schemas.microsoft.com/office/drawing/2017/decorative" val="1"/>
              </a:ext>
            </a:extLst>
          </p:cNvPr>
          <p:cNvSpPr>
            <a:spLocks noGrp="1"/>
          </p:cNvSpPr>
          <p:nvPr>
            <p:ph type="pic" sz="quarter" idx="10" hasCustomPrompt="1"/>
          </p:nvPr>
        </p:nvSpPr>
        <p:spPr>
          <a:xfrm>
            <a:off x="1" y="0"/>
            <a:ext cx="8231186" cy="13716000"/>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8" name="Folded Corner 7">
            <a:extLst>
              <a:ext uri="{FF2B5EF4-FFF2-40B4-BE49-F238E27FC236}">
                <a16:creationId xmlns:a16="http://schemas.microsoft.com/office/drawing/2014/main" id="{A7F202DC-F5AC-9047-AC72-74DF876A8E30}"/>
              </a:ext>
              <a:ext uri="{C183D7F6-B498-43B3-948B-1728B52AA6E4}">
                <adec:decorative xmlns:adec="http://schemas.microsoft.com/office/drawing/2017/decorative" val="1"/>
              </a:ext>
            </a:extLst>
          </p:cNvPr>
          <p:cNvSpPr/>
          <p:nvPr/>
        </p:nvSpPr>
        <p:spPr>
          <a:xfrm>
            <a:off x="0" y="-2133599"/>
            <a:ext cx="14708187" cy="17341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a key message with four supporting points. Medium portrait image flush left.</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26064790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image title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0198757-C009-324C-9496-C58C44507E94}"/>
              </a:ext>
            </a:extLst>
          </p:cNvPr>
          <p:cNvSpPr>
            <a:spLocks noGrp="1"/>
          </p:cNvSpPr>
          <p:nvPr>
            <p:ph type="title" hasCustomPrompt="1"/>
          </p:nvPr>
        </p:nvSpPr>
        <p:spPr>
          <a:xfrm>
            <a:off x="3719226" y="4423721"/>
            <a:ext cx="8736385" cy="2708602"/>
          </a:xfrm>
          <a:noFill/>
        </p:spPr>
        <p:txBody>
          <a:bodyPr vert="horz" lIns="0" tIns="45720" rIns="0" bIns="45720" rtlCol="0" anchor="b" anchorCtr="0">
            <a:noAutofit/>
          </a:bodyPr>
          <a:lstStyle>
            <a:lvl1pPr>
              <a:defRPr lang="en-US" sz="9598">
                <a:ea typeface="+mn-ea"/>
                <a:cs typeface="+mn-cs"/>
              </a:defRPr>
            </a:lvl1pPr>
          </a:lstStyle>
          <a:p>
            <a:pPr marL="0" lvl="0" indent="0">
              <a:spcBef>
                <a:spcPts val="2000"/>
              </a:spcBef>
              <a:buFontTx/>
            </a:pPr>
            <a:r>
              <a:rPr lang="en-US"/>
              <a:t>Enter slide title here in two lines</a:t>
            </a:r>
          </a:p>
        </p:txBody>
      </p:sp>
      <p:sp>
        <p:nvSpPr>
          <p:cNvPr id="4" name="Text Placeholder 17">
            <a:extLst>
              <a:ext uri="{FF2B5EF4-FFF2-40B4-BE49-F238E27FC236}">
                <a16:creationId xmlns:a16="http://schemas.microsoft.com/office/drawing/2014/main" id="{AC472DD5-8B8D-534D-BA98-CC2816B17ED2}"/>
              </a:ext>
            </a:extLst>
          </p:cNvPr>
          <p:cNvSpPr>
            <a:spLocks noGrp="1"/>
          </p:cNvSpPr>
          <p:nvPr>
            <p:ph type="body" sz="quarter" idx="13" hasCustomPrompt="1"/>
          </p:nvPr>
        </p:nvSpPr>
        <p:spPr>
          <a:xfrm>
            <a:off x="3719226" y="7116776"/>
            <a:ext cx="8749979" cy="2620700"/>
          </a:xfrm>
        </p:spPr>
        <p:txBody>
          <a:bodyPr>
            <a:normAutofit/>
          </a:bodyPr>
          <a:lstStyle>
            <a:lvl1pPr marL="0" indent="0">
              <a:lnSpc>
                <a:spcPts val="5758"/>
              </a:lnSpc>
              <a:buFontTx/>
              <a:buNone/>
              <a:defRPr sz="4800" baseline="0"/>
            </a:lvl1pPr>
            <a:lvl2pPr marL="914218" indent="0">
              <a:buFontTx/>
              <a:buNone/>
              <a:defRPr sz="4800" baseline="0"/>
            </a:lvl2pPr>
            <a:lvl3pPr marL="1828434" indent="0">
              <a:buFontTx/>
              <a:buNone/>
              <a:defRPr sz="4800" baseline="0"/>
            </a:lvl3pPr>
            <a:lvl4pPr marL="2742652" indent="0">
              <a:buFontTx/>
              <a:buNone/>
              <a:defRPr sz="4800" baseline="0"/>
            </a:lvl4pPr>
            <a:lvl5pPr marL="3656868" indent="0">
              <a:buFontTx/>
              <a:buNone/>
              <a:defRPr sz="4800" baseline="0"/>
            </a:lvl5pPr>
          </a:lstStyle>
          <a:p>
            <a:pPr lvl="0"/>
            <a:r>
              <a:rPr lang="en-US"/>
              <a:t>Enter your subtitle here</a:t>
            </a:r>
          </a:p>
        </p:txBody>
      </p:sp>
      <p:sp>
        <p:nvSpPr>
          <p:cNvPr id="9" name="Picture Placeholder 7">
            <a:extLst>
              <a:ext uri="{FF2B5EF4-FFF2-40B4-BE49-F238E27FC236}">
                <a16:creationId xmlns:a16="http://schemas.microsoft.com/office/drawing/2014/main" id="{3092DEDE-4211-354D-90F0-DF7243317EF0}"/>
              </a:ext>
              <a:ext uri="{C183D7F6-B498-43B3-948B-1728B52AA6E4}">
                <adec:decorative xmlns:adec="http://schemas.microsoft.com/office/drawing/2017/decorative" val="1"/>
              </a:ext>
            </a:extLst>
          </p:cNvPr>
          <p:cNvSpPr>
            <a:spLocks noGrp="1"/>
          </p:cNvSpPr>
          <p:nvPr>
            <p:ph type="pic" sz="quarter" idx="10" hasCustomPrompt="1"/>
          </p:nvPr>
        </p:nvSpPr>
        <p:spPr>
          <a:xfrm>
            <a:off x="16155988" y="0"/>
            <a:ext cx="8231186" cy="13716000"/>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7" name="Folded Corner 6">
            <a:extLst>
              <a:ext uri="{FF2B5EF4-FFF2-40B4-BE49-F238E27FC236}">
                <a16:creationId xmlns:a16="http://schemas.microsoft.com/office/drawing/2014/main" id="{4E9082C6-1587-E44D-9855-D4709138090F}"/>
              </a:ext>
              <a:ext uri="{C183D7F6-B498-43B3-948B-1728B52AA6E4}">
                <adec:decorative xmlns:adec="http://schemas.microsoft.com/office/drawing/2017/decorative" val="1"/>
              </a:ext>
            </a:extLst>
          </p:cNvPr>
          <p:cNvSpPr/>
          <p:nvPr/>
        </p:nvSpPr>
        <p:spPr>
          <a:xfrm>
            <a:off x="1" y="-2057399"/>
            <a:ext cx="14936787" cy="17341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a key message with four supporting points. Medium portrait image flush right.</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12449219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large image title 1">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1982B07-7307-0A4F-97BE-09EF37DB0CC0}"/>
              </a:ext>
            </a:extLst>
          </p:cNvPr>
          <p:cNvSpPr>
            <a:spLocks noGrp="1"/>
          </p:cNvSpPr>
          <p:nvPr>
            <p:ph type="title" hasCustomPrompt="1"/>
          </p:nvPr>
        </p:nvSpPr>
        <p:spPr>
          <a:xfrm>
            <a:off x="16155988" y="3248640"/>
            <a:ext cx="6932613" cy="2923560"/>
          </a:xfrm>
          <a:prstGeom prst="rect">
            <a:avLst/>
          </a:prstGeom>
        </p:spPr>
        <p:txBody>
          <a:bodyPr vert="horz" lIns="0" tIns="45720" rIns="0" bIns="0" rtlCol="0" anchor="b" anchorCtr="0">
            <a:noAutofit/>
          </a:bodyPr>
          <a:lstStyle>
            <a:lvl1pPr>
              <a:lnSpc>
                <a:spcPct val="80000"/>
              </a:lnSpc>
              <a:defRPr sz="6598"/>
            </a:lvl1pPr>
          </a:lstStyle>
          <a:p>
            <a:r>
              <a:rPr lang="en-US"/>
              <a:t>Enter slide title here in two lines</a:t>
            </a:r>
          </a:p>
        </p:txBody>
      </p:sp>
      <p:sp>
        <p:nvSpPr>
          <p:cNvPr id="3" name="Text Placeholder 2">
            <a:extLst>
              <a:ext uri="{FF2B5EF4-FFF2-40B4-BE49-F238E27FC236}">
                <a16:creationId xmlns:a16="http://schemas.microsoft.com/office/drawing/2014/main" id="{A69B809B-D886-404A-9732-21B4C60A4A66}"/>
              </a:ext>
            </a:extLst>
          </p:cNvPr>
          <p:cNvSpPr>
            <a:spLocks noGrp="1"/>
          </p:cNvSpPr>
          <p:nvPr>
            <p:ph type="body" sz="quarter" idx="12" hasCustomPrompt="1"/>
          </p:nvPr>
        </p:nvSpPr>
        <p:spPr>
          <a:xfrm>
            <a:off x="16208375" y="6533455"/>
            <a:ext cx="6577014" cy="4014802"/>
          </a:xfrm>
        </p:spPr>
        <p:txBody>
          <a:bodyPr>
            <a:noAutofit/>
          </a:bodyPr>
          <a:lstStyle>
            <a:lvl1pPr>
              <a:lnSpc>
                <a:spcPts val="5758"/>
              </a:lnSpc>
              <a:defRPr sz="4400">
                <a:solidFill>
                  <a:schemeClr val="accent6"/>
                </a:solidFill>
              </a:defRPr>
            </a:lvl1pPr>
          </a:lstStyle>
          <a:p>
            <a:pPr lvl="0"/>
            <a:r>
              <a:rPr lang="en-US"/>
              <a:t>Lorem ipsum dolor sit </a:t>
            </a:r>
            <a:r>
              <a:rPr lang="en-US" err="1"/>
              <a:t>amet</a:t>
            </a:r>
            <a:r>
              <a:rPr lang="en-US"/>
              <a:t> </a:t>
            </a:r>
            <a:r>
              <a:rPr lang="en-US" err="1"/>
              <a:t>fuga</a:t>
            </a:r>
            <a:r>
              <a:rPr lang="en-US"/>
              <a:t> sed </a:t>
            </a:r>
            <a:r>
              <a:rPr lang="en-US" err="1"/>
              <a:t>amet</a:t>
            </a:r>
            <a:r>
              <a:rPr lang="en-US"/>
              <a:t> </a:t>
            </a:r>
            <a:r>
              <a:rPr lang="en-US" err="1"/>
              <a:t>possimus</a:t>
            </a:r>
            <a:r>
              <a:rPr lang="en-US"/>
              <a:t> </a:t>
            </a:r>
            <a:r>
              <a:rPr lang="en-US" err="1"/>
              <a:t>fuga</a:t>
            </a:r>
            <a:r>
              <a:rPr lang="en-US"/>
              <a:t>. non </a:t>
            </a:r>
            <a:r>
              <a:rPr lang="en-US" err="1"/>
              <a:t>sibi</a:t>
            </a:r>
            <a:r>
              <a:rPr lang="en-US"/>
              <a:t> </a:t>
            </a:r>
            <a:r>
              <a:rPr lang="en-US" err="1"/>
              <a:t>aut</a:t>
            </a:r>
            <a:r>
              <a:rPr lang="en-US"/>
              <a:t> id </a:t>
            </a:r>
            <a:r>
              <a:rPr lang="en-US" err="1"/>
              <a:t>unum</a:t>
            </a:r>
            <a:r>
              <a:rPr lang="en-US"/>
              <a:t>. </a:t>
            </a:r>
            <a:r>
              <a:rPr lang="en-US" err="1"/>
              <a:t>quibusdam</a:t>
            </a:r>
            <a:r>
              <a:rPr lang="en-US"/>
              <a:t> </a:t>
            </a:r>
            <a:r>
              <a:rPr lang="en-US" err="1"/>
              <a:t>officii</a:t>
            </a:r>
            <a:r>
              <a:rPr lang="en-US"/>
              <a:t> </a:t>
            </a:r>
            <a:r>
              <a:rPr lang="en-US" err="1"/>
              <a:t>voluptatem</a:t>
            </a:r>
            <a:endParaRPr lang="en-US"/>
          </a:p>
        </p:txBody>
      </p:sp>
      <p:sp>
        <p:nvSpPr>
          <p:cNvPr id="9" name="Picture Placeholder 7">
            <a:extLst>
              <a:ext uri="{FF2B5EF4-FFF2-40B4-BE49-F238E27FC236}">
                <a16:creationId xmlns:a16="http://schemas.microsoft.com/office/drawing/2014/main" id="{12C0A422-248B-0648-8780-CE7B5F7D1B5E}"/>
              </a:ext>
              <a:ext uri="{C183D7F6-B498-43B3-948B-1728B52AA6E4}">
                <adec:decorative xmlns:adec="http://schemas.microsoft.com/office/drawing/2017/decorative" val="1"/>
              </a:ext>
            </a:extLst>
          </p:cNvPr>
          <p:cNvSpPr>
            <a:spLocks noGrp="1"/>
          </p:cNvSpPr>
          <p:nvPr>
            <p:ph type="pic" sz="quarter" idx="10" hasCustomPrompt="1"/>
          </p:nvPr>
        </p:nvSpPr>
        <p:spPr>
          <a:xfrm>
            <a:off x="0" y="0"/>
            <a:ext cx="15508287" cy="13716000"/>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8" name="Folded Corner 7">
            <a:extLst>
              <a:ext uri="{FF2B5EF4-FFF2-40B4-BE49-F238E27FC236}">
                <a16:creationId xmlns:a16="http://schemas.microsoft.com/office/drawing/2014/main" id="{AE46AC47-1500-3B47-80E2-C875EE7DFA66}"/>
              </a:ext>
              <a:ext uri="{C183D7F6-B498-43B3-948B-1728B52AA6E4}">
                <adec:decorative xmlns:adec="http://schemas.microsoft.com/office/drawing/2017/decorative" val="1"/>
              </a:ext>
            </a:extLst>
          </p:cNvPr>
          <p:cNvSpPr/>
          <p:nvPr/>
        </p:nvSpPr>
        <p:spPr>
          <a:xfrm>
            <a:off x="0" y="-2057399"/>
            <a:ext cx="13793788" cy="16579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a key message with short description. Large landscape image flush left.</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424915199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large image title 2">
    <p:bg>
      <p:bgPr>
        <a:solidFill>
          <a:srgbClr val="FDFAF5"/>
        </a:solidFill>
        <a:effectLst/>
      </p:bgPr>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09CF5CA5-4A7D-7143-A6E7-B1784F84DD66}"/>
              </a:ext>
            </a:extLst>
          </p:cNvPr>
          <p:cNvSpPr>
            <a:spLocks noGrp="1"/>
          </p:cNvSpPr>
          <p:nvPr>
            <p:ph type="title" hasCustomPrompt="1"/>
          </p:nvPr>
        </p:nvSpPr>
        <p:spPr>
          <a:xfrm>
            <a:off x="1552803" y="3248640"/>
            <a:ext cx="6905397" cy="2923560"/>
          </a:xfrm>
          <a:prstGeom prst="rect">
            <a:avLst/>
          </a:prstGeom>
        </p:spPr>
        <p:txBody>
          <a:bodyPr vert="horz" lIns="0" tIns="45720" rIns="0" bIns="0" rtlCol="0" anchor="b">
            <a:noAutofit/>
          </a:bodyPr>
          <a:lstStyle>
            <a:lvl1pPr>
              <a:defRPr sz="6598"/>
            </a:lvl1pPr>
          </a:lstStyle>
          <a:p>
            <a:r>
              <a:rPr lang="en-US"/>
              <a:t>Enter slide title here in two lines</a:t>
            </a:r>
          </a:p>
        </p:txBody>
      </p:sp>
      <p:sp>
        <p:nvSpPr>
          <p:cNvPr id="12" name="Text Placeholder 2">
            <a:extLst>
              <a:ext uri="{FF2B5EF4-FFF2-40B4-BE49-F238E27FC236}">
                <a16:creationId xmlns:a16="http://schemas.microsoft.com/office/drawing/2014/main" id="{E24506A7-B18D-F242-B88E-3375CFCF7FF8}"/>
              </a:ext>
            </a:extLst>
          </p:cNvPr>
          <p:cNvSpPr>
            <a:spLocks noGrp="1"/>
          </p:cNvSpPr>
          <p:nvPr>
            <p:ph type="body" sz="quarter" idx="13" hasCustomPrompt="1"/>
          </p:nvPr>
        </p:nvSpPr>
        <p:spPr>
          <a:xfrm>
            <a:off x="1573554" y="6533455"/>
            <a:ext cx="6577014" cy="4014802"/>
          </a:xfrm>
        </p:spPr>
        <p:txBody>
          <a:bodyPr>
            <a:noAutofit/>
          </a:bodyPr>
          <a:lstStyle>
            <a:lvl1pPr>
              <a:lnSpc>
                <a:spcPts val="5758"/>
              </a:lnSpc>
              <a:defRPr sz="4400">
                <a:solidFill>
                  <a:schemeClr val="accent6"/>
                </a:solidFill>
              </a:defRPr>
            </a:lvl1pPr>
          </a:lstStyle>
          <a:p>
            <a:pPr lvl="0"/>
            <a:r>
              <a:rPr lang="en-US"/>
              <a:t>Lorem ipsum dolor sit </a:t>
            </a:r>
            <a:r>
              <a:rPr lang="en-US" err="1"/>
              <a:t>amet</a:t>
            </a:r>
            <a:r>
              <a:rPr lang="en-US"/>
              <a:t> </a:t>
            </a:r>
            <a:r>
              <a:rPr lang="en-US" err="1"/>
              <a:t>fuga</a:t>
            </a:r>
            <a:r>
              <a:rPr lang="en-US"/>
              <a:t> sed </a:t>
            </a:r>
            <a:r>
              <a:rPr lang="en-US" err="1"/>
              <a:t>amet</a:t>
            </a:r>
            <a:r>
              <a:rPr lang="en-US"/>
              <a:t> </a:t>
            </a:r>
            <a:r>
              <a:rPr lang="en-US" err="1"/>
              <a:t>possimus</a:t>
            </a:r>
            <a:r>
              <a:rPr lang="en-US"/>
              <a:t> </a:t>
            </a:r>
            <a:r>
              <a:rPr lang="en-US" err="1"/>
              <a:t>fuga</a:t>
            </a:r>
            <a:r>
              <a:rPr lang="en-US"/>
              <a:t>. non </a:t>
            </a:r>
            <a:r>
              <a:rPr lang="en-US" err="1"/>
              <a:t>sibi</a:t>
            </a:r>
            <a:r>
              <a:rPr lang="en-US"/>
              <a:t> </a:t>
            </a:r>
            <a:r>
              <a:rPr lang="en-US" err="1"/>
              <a:t>aut</a:t>
            </a:r>
            <a:r>
              <a:rPr lang="en-US"/>
              <a:t> id </a:t>
            </a:r>
            <a:r>
              <a:rPr lang="en-US" err="1"/>
              <a:t>unum</a:t>
            </a:r>
            <a:r>
              <a:rPr lang="en-US"/>
              <a:t>. </a:t>
            </a:r>
            <a:r>
              <a:rPr lang="en-US" err="1"/>
              <a:t>quibusdam</a:t>
            </a:r>
            <a:r>
              <a:rPr lang="en-US"/>
              <a:t> </a:t>
            </a:r>
            <a:r>
              <a:rPr lang="en-US" err="1"/>
              <a:t>officii</a:t>
            </a:r>
            <a:r>
              <a:rPr lang="en-US"/>
              <a:t> </a:t>
            </a:r>
            <a:r>
              <a:rPr lang="en-US" err="1"/>
              <a:t>voluptatem</a:t>
            </a:r>
            <a:endParaRPr lang="en-US"/>
          </a:p>
        </p:txBody>
      </p:sp>
      <p:sp>
        <p:nvSpPr>
          <p:cNvPr id="9" name="Picture Placeholder 7">
            <a:extLst>
              <a:ext uri="{FF2B5EF4-FFF2-40B4-BE49-F238E27FC236}">
                <a16:creationId xmlns:a16="http://schemas.microsoft.com/office/drawing/2014/main" id="{12C0A422-248B-0648-8780-CE7B5F7D1B5E}"/>
              </a:ext>
              <a:ext uri="{C183D7F6-B498-43B3-948B-1728B52AA6E4}">
                <adec:decorative xmlns:adec="http://schemas.microsoft.com/office/drawing/2017/decorative" val="1"/>
              </a:ext>
            </a:extLst>
          </p:cNvPr>
          <p:cNvSpPr>
            <a:spLocks noGrp="1"/>
          </p:cNvSpPr>
          <p:nvPr>
            <p:ph type="pic" sz="quarter" idx="10" hasCustomPrompt="1"/>
          </p:nvPr>
        </p:nvSpPr>
        <p:spPr>
          <a:xfrm>
            <a:off x="8840790" y="0"/>
            <a:ext cx="15546386" cy="13716000"/>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7" name="Folded Corner 6">
            <a:extLst>
              <a:ext uri="{FF2B5EF4-FFF2-40B4-BE49-F238E27FC236}">
                <a16:creationId xmlns:a16="http://schemas.microsoft.com/office/drawing/2014/main" id="{585957FD-6B89-6B47-A7BB-28ED16D272B3}"/>
              </a:ext>
              <a:ext uri="{C183D7F6-B498-43B3-948B-1728B52AA6E4}">
                <adec:decorative xmlns:adec="http://schemas.microsoft.com/office/drawing/2017/decorative" val="1"/>
              </a:ext>
            </a:extLst>
          </p:cNvPr>
          <p:cNvSpPr/>
          <p:nvPr/>
        </p:nvSpPr>
        <p:spPr>
          <a:xfrm>
            <a:off x="1" y="-2362201"/>
            <a:ext cx="14327187" cy="17341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a key message with short description. Large landscape image flush right.</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183063413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description image 1">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515B5F1A-D4CE-7249-A161-61EF32267334}"/>
              </a:ext>
            </a:extLst>
          </p:cNvPr>
          <p:cNvSpPr>
            <a:spLocks noGrp="1"/>
          </p:cNvSpPr>
          <p:nvPr>
            <p:ph type="title" hasCustomPrompt="1"/>
          </p:nvPr>
        </p:nvSpPr>
        <p:spPr>
          <a:xfrm>
            <a:off x="1448015" y="2940444"/>
            <a:ext cx="6745074" cy="1934012"/>
          </a:xfrm>
          <a:prstGeom prst="rect">
            <a:avLst/>
          </a:prstGeom>
        </p:spPr>
        <p:txBody>
          <a:bodyPr vert="horz" lIns="91440" tIns="45720" rIns="91440" bIns="45720" rtlCol="0" anchor="b" anchorCtr="0">
            <a:normAutofit/>
          </a:bodyPr>
          <a:lstStyle>
            <a:lvl1pPr>
              <a:defRPr>
                <a:solidFill>
                  <a:schemeClr val="accent2"/>
                </a:solidFill>
              </a:defRPr>
            </a:lvl1pPr>
          </a:lstStyle>
          <a:p>
            <a:r>
              <a:rPr lang="en-US"/>
              <a:t>Enter slide title here in two lines</a:t>
            </a:r>
          </a:p>
        </p:txBody>
      </p:sp>
      <p:sp>
        <p:nvSpPr>
          <p:cNvPr id="7" name="Text Placeholder 8">
            <a:extLst>
              <a:ext uri="{FF2B5EF4-FFF2-40B4-BE49-F238E27FC236}">
                <a16:creationId xmlns:a16="http://schemas.microsoft.com/office/drawing/2014/main" id="{6480E472-66AC-CE40-8EB2-66D26F47702C}"/>
              </a:ext>
            </a:extLst>
          </p:cNvPr>
          <p:cNvSpPr>
            <a:spLocks noGrp="1"/>
          </p:cNvSpPr>
          <p:nvPr>
            <p:ph type="body" sz="quarter" idx="17" hasCustomPrompt="1"/>
          </p:nvPr>
        </p:nvSpPr>
        <p:spPr>
          <a:xfrm>
            <a:off x="1441698" y="5386436"/>
            <a:ext cx="6745074" cy="5336184"/>
          </a:xfrm>
        </p:spPr>
        <p:txBody>
          <a:bodyPr lIns="109728" anchor="t">
            <a:normAutofit/>
          </a:bodyPr>
          <a:lstStyle>
            <a:lvl1pPr marL="0" indent="0">
              <a:lnSpc>
                <a:spcPts val="5278"/>
              </a:lnSpc>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subtitle or short description here.</a:t>
            </a:r>
          </a:p>
        </p:txBody>
      </p:sp>
      <p:sp>
        <p:nvSpPr>
          <p:cNvPr id="11" name="Picture Placeholder 9">
            <a:extLst>
              <a:ext uri="{FF2B5EF4-FFF2-40B4-BE49-F238E27FC236}">
                <a16:creationId xmlns:a16="http://schemas.microsoft.com/office/drawing/2014/main" id="{CE50541B-E931-2347-8CA8-B4382B6B446A}"/>
              </a:ext>
              <a:ext uri="{C183D7F6-B498-43B3-948B-1728B52AA6E4}">
                <adec:decorative xmlns:adec="http://schemas.microsoft.com/office/drawing/2017/decorative" val="1"/>
              </a:ext>
            </a:extLst>
          </p:cNvPr>
          <p:cNvSpPr>
            <a:spLocks noGrp="1"/>
          </p:cNvSpPr>
          <p:nvPr>
            <p:ph type="pic" sz="quarter" idx="10" hasCustomPrompt="1"/>
          </p:nvPr>
        </p:nvSpPr>
        <p:spPr>
          <a:xfrm>
            <a:off x="8840787" y="2909779"/>
            <a:ext cx="15546388" cy="7896446"/>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13" name="Folded Corner 12">
            <a:extLst>
              <a:ext uri="{FF2B5EF4-FFF2-40B4-BE49-F238E27FC236}">
                <a16:creationId xmlns:a16="http://schemas.microsoft.com/office/drawing/2014/main" id="{7547DFDA-97B4-6745-93E3-46876A6523D8}"/>
              </a:ext>
              <a:ext uri="{C183D7F6-B498-43B3-948B-1728B52AA6E4}">
                <adec:decorative xmlns:adec="http://schemas.microsoft.com/office/drawing/2017/decorative" val="1"/>
              </a:ext>
            </a:extLst>
          </p:cNvPr>
          <p:cNvSpPr/>
          <p:nvPr/>
        </p:nvSpPr>
        <p:spPr>
          <a:xfrm>
            <a:off x="1" y="-1981199"/>
            <a:ext cx="12574587" cy="15817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a key message with short description. Image right.</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91010020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itle description image 2">
    <p:spTree>
      <p:nvGrpSpPr>
        <p:cNvPr id="1" name=""/>
        <p:cNvGrpSpPr/>
        <p:nvPr/>
      </p:nvGrpSpPr>
      <p:grpSpPr>
        <a:xfrm>
          <a:off x="0" y="0"/>
          <a:ext cx="0" cy="0"/>
          <a:chOff x="0" y="0"/>
          <a:chExt cx="0" cy="0"/>
        </a:xfrm>
      </p:grpSpPr>
      <p:sp>
        <p:nvSpPr>
          <p:cNvPr id="11" name="Picture Placeholder 9">
            <a:extLst>
              <a:ext uri="{FF2B5EF4-FFF2-40B4-BE49-F238E27FC236}">
                <a16:creationId xmlns:a16="http://schemas.microsoft.com/office/drawing/2014/main" id="{CE50541B-E931-2347-8CA8-B4382B6B446A}"/>
              </a:ext>
              <a:ext uri="{C183D7F6-B498-43B3-948B-1728B52AA6E4}">
                <adec:decorative xmlns:adec="http://schemas.microsoft.com/office/drawing/2017/decorative" val="1"/>
              </a:ext>
            </a:extLst>
          </p:cNvPr>
          <p:cNvSpPr>
            <a:spLocks noGrp="1"/>
          </p:cNvSpPr>
          <p:nvPr>
            <p:ph type="pic" sz="quarter" idx="10" hasCustomPrompt="1"/>
          </p:nvPr>
        </p:nvSpPr>
        <p:spPr>
          <a:xfrm>
            <a:off x="0" y="2909779"/>
            <a:ext cx="15546388" cy="7896446"/>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10" name="Title Placeholder 1">
            <a:extLst>
              <a:ext uri="{FF2B5EF4-FFF2-40B4-BE49-F238E27FC236}">
                <a16:creationId xmlns:a16="http://schemas.microsoft.com/office/drawing/2014/main" id="{515B5F1A-D4CE-7249-A161-61EF32267334}"/>
              </a:ext>
            </a:extLst>
          </p:cNvPr>
          <p:cNvSpPr>
            <a:spLocks noGrp="1"/>
          </p:cNvSpPr>
          <p:nvPr>
            <p:ph type="title" hasCustomPrompt="1"/>
          </p:nvPr>
        </p:nvSpPr>
        <p:spPr>
          <a:xfrm>
            <a:off x="16162306" y="2940444"/>
            <a:ext cx="6745074" cy="1934012"/>
          </a:xfrm>
          <a:prstGeom prst="rect">
            <a:avLst/>
          </a:prstGeom>
        </p:spPr>
        <p:txBody>
          <a:bodyPr vert="horz" lIns="91440" tIns="45720" rIns="91440" bIns="45720" rtlCol="0" anchor="b" anchorCtr="0">
            <a:normAutofit/>
          </a:bodyPr>
          <a:lstStyle>
            <a:lvl1pPr>
              <a:defRPr>
                <a:solidFill>
                  <a:schemeClr val="accent2"/>
                </a:solidFill>
              </a:defRPr>
            </a:lvl1pPr>
          </a:lstStyle>
          <a:p>
            <a:r>
              <a:rPr lang="en-US"/>
              <a:t>Enter slide title here in two lines</a:t>
            </a:r>
          </a:p>
        </p:txBody>
      </p:sp>
      <p:sp>
        <p:nvSpPr>
          <p:cNvPr id="7" name="Text Placeholder 8">
            <a:extLst>
              <a:ext uri="{FF2B5EF4-FFF2-40B4-BE49-F238E27FC236}">
                <a16:creationId xmlns:a16="http://schemas.microsoft.com/office/drawing/2014/main" id="{6480E472-66AC-CE40-8EB2-66D26F47702C}"/>
              </a:ext>
            </a:extLst>
          </p:cNvPr>
          <p:cNvSpPr>
            <a:spLocks noGrp="1"/>
          </p:cNvSpPr>
          <p:nvPr>
            <p:ph type="body" sz="quarter" idx="17" hasCustomPrompt="1"/>
          </p:nvPr>
        </p:nvSpPr>
        <p:spPr>
          <a:xfrm>
            <a:off x="16155989" y="5386436"/>
            <a:ext cx="6745074" cy="5336184"/>
          </a:xfrm>
        </p:spPr>
        <p:txBody>
          <a:bodyPr lIns="109728" anchor="t">
            <a:normAutofit/>
          </a:bodyPr>
          <a:lstStyle>
            <a:lvl1pPr marL="0" indent="0">
              <a:lnSpc>
                <a:spcPts val="5278"/>
              </a:lnSpc>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subtitle or short description here.</a:t>
            </a:r>
          </a:p>
        </p:txBody>
      </p:sp>
      <p:sp>
        <p:nvSpPr>
          <p:cNvPr id="13" name="Folded Corner 12">
            <a:extLst>
              <a:ext uri="{FF2B5EF4-FFF2-40B4-BE49-F238E27FC236}">
                <a16:creationId xmlns:a16="http://schemas.microsoft.com/office/drawing/2014/main" id="{7547DFDA-97B4-6745-93E3-46876A6523D8}"/>
              </a:ext>
              <a:ext uri="{C183D7F6-B498-43B3-948B-1728B52AA6E4}">
                <adec:decorative xmlns:adec="http://schemas.microsoft.com/office/drawing/2017/decorative" val="1"/>
              </a:ext>
            </a:extLst>
          </p:cNvPr>
          <p:cNvSpPr/>
          <p:nvPr/>
        </p:nvSpPr>
        <p:spPr>
          <a:xfrm>
            <a:off x="1" y="-2438401"/>
            <a:ext cx="127269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a key message with short description. Image right.</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131292157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description image collage ">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515B5F1A-D4CE-7249-A161-61EF32267334}"/>
              </a:ext>
            </a:extLst>
          </p:cNvPr>
          <p:cNvSpPr>
            <a:spLocks noGrp="1"/>
          </p:cNvSpPr>
          <p:nvPr>
            <p:ph type="title" hasCustomPrompt="1"/>
          </p:nvPr>
        </p:nvSpPr>
        <p:spPr>
          <a:xfrm>
            <a:off x="1448015" y="2940444"/>
            <a:ext cx="6745074" cy="1934012"/>
          </a:xfrm>
          <a:prstGeom prst="rect">
            <a:avLst/>
          </a:prstGeom>
        </p:spPr>
        <p:txBody>
          <a:bodyPr vert="horz" lIns="91440" tIns="45720" rIns="91440" bIns="45720" rtlCol="0" anchor="b" anchorCtr="0">
            <a:normAutofit/>
          </a:bodyPr>
          <a:lstStyle>
            <a:lvl1pPr>
              <a:lnSpc>
                <a:spcPts val="6598"/>
              </a:lnSpc>
              <a:defRPr>
                <a:solidFill>
                  <a:schemeClr val="accent2"/>
                </a:solidFill>
              </a:defRPr>
            </a:lvl1pPr>
          </a:lstStyle>
          <a:p>
            <a:r>
              <a:rPr lang="en-US"/>
              <a:t>Enter slide title here in two lines</a:t>
            </a:r>
          </a:p>
        </p:txBody>
      </p:sp>
      <p:sp>
        <p:nvSpPr>
          <p:cNvPr id="7" name="Text Placeholder 8">
            <a:extLst>
              <a:ext uri="{FF2B5EF4-FFF2-40B4-BE49-F238E27FC236}">
                <a16:creationId xmlns:a16="http://schemas.microsoft.com/office/drawing/2014/main" id="{6480E472-66AC-CE40-8EB2-66D26F47702C}"/>
              </a:ext>
            </a:extLst>
          </p:cNvPr>
          <p:cNvSpPr>
            <a:spLocks noGrp="1"/>
          </p:cNvSpPr>
          <p:nvPr>
            <p:ph type="body" sz="quarter" idx="17" hasCustomPrompt="1"/>
          </p:nvPr>
        </p:nvSpPr>
        <p:spPr>
          <a:xfrm>
            <a:off x="1441698" y="5386437"/>
            <a:ext cx="6745074" cy="5809662"/>
          </a:xfrm>
        </p:spPr>
        <p:txBody>
          <a:bodyPr lIns="109728" anchor="t">
            <a:normAutofit/>
          </a:bodyPr>
          <a:lstStyle>
            <a:lvl1pPr marL="0" indent="0">
              <a:lnSpc>
                <a:spcPts val="5278"/>
              </a:lnSpc>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subtitle or short description here.</a:t>
            </a:r>
          </a:p>
        </p:txBody>
      </p:sp>
      <p:sp>
        <p:nvSpPr>
          <p:cNvPr id="11" name="Picture Placeholder 9">
            <a:extLst>
              <a:ext uri="{FF2B5EF4-FFF2-40B4-BE49-F238E27FC236}">
                <a16:creationId xmlns:a16="http://schemas.microsoft.com/office/drawing/2014/main" id="{CE50541B-E931-2347-8CA8-B4382B6B446A}"/>
              </a:ext>
              <a:ext uri="{C183D7F6-B498-43B3-948B-1728B52AA6E4}">
                <adec:decorative xmlns:adec="http://schemas.microsoft.com/office/drawing/2017/decorative" val="1"/>
              </a:ext>
            </a:extLst>
          </p:cNvPr>
          <p:cNvSpPr>
            <a:spLocks noGrp="1"/>
          </p:cNvSpPr>
          <p:nvPr>
            <p:ph type="pic" sz="quarter" idx="10" hasCustomPrompt="1"/>
          </p:nvPr>
        </p:nvSpPr>
        <p:spPr>
          <a:xfrm>
            <a:off x="8840787" y="1524002"/>
            <a:ext cx="7315200" cy="10668000"/>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14" name="Picture Placeholder 12">
            <a:extLst>
              <a:ext uri="{FF2B5EF4-FFF2-40B4-BE49-F238E27FC236}">
                <a16:creationId xmlns:a16="http://schemas.microsoft.com/office/drawing/2014/main" id="{CF307B90-2CCC-0B4B-8B74-AA385B290006}"/>
              </a:ext>
              <a:ext uri="{C183D7F6-B498-43B3-948B-1728B52AA6E4}">
                <adec:decorative xmlns:adec="http://schemas.microsoft.com/office/drawing/2017/decorative" val="1"/>
              </a:ext>
            </a:extLst>
          </p:cNvPr>
          <p:cNvSpPr>
            <a:spLocks noGrp="1"/>
          </p:cNvSpPr>
          <p:nvPr>
            <p:ph type="pic" sz="quarter" idx="11" hasCustomPrompt="1"/>
          </p:nvPr>
        </p:nvSpPr>
        <p:spPr>
          <a:xfrm>
            <a:off x="16501731" y="1524001"/>
            <a:ext cx="6283656" cy="3120898"/>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17" name="Picture Placeholder 15">
            <a:extLst>
              <a:ext uri="{FF2B5EF4-FFF2-40B4-BE49-F238E27FC236}">
                <a16:creationId xmlns:a16="http://schemas.microsoft.com/office/drawing/2014/main" id="{EA979289-3F52-3843-9E05-2C81886F4531}"/>
              </a:ext>
              <a:ext uri="{C183D7F6-B498-43B3-948B-1728B52AA6E4}">
                <adec:decorative xmlns:adec="http://schemas.microsoft.com/office/drawing/2017/decorative" val="1"/>
              </a:ext>
            </a:extLst>
          </p:cNvPr>
          <p:cNvSpPr>
            <a:spLocks noGrp="1"/>
          </p:cNvSpPr>
          <p:nvPr>
            <p:ph type="pic" sz="quarter" idx="12" hasCustomPrompt="1"/>
          </p:nvPr>
        </p:nvSpPr>
        <p:spPr>
          <a:xfrm>
            <a:off x="16501730" y="4965897"/>
            <a:ext cx="6283658" cy="7226106"/>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13" name="Folded Corner 12">
            <a:extLst>
              <a:ext uri="{FF2B5EF4-FFF2-40B4-BE49-F238E27FC236}">
                <a16:creationId xmlns:a16="http://schemas.microsoft.com/office/drawing/2014/main" id="{7547DFDA-97B4-6745-93E3-46876A6523D8}"/>
              </a:ext>
              <a:ext uri="{C183D7F6-B498-43B3-948B-1728B52AA6E4}">
                <adec:decorative xmlns:adec="http://schemas.microsoft.com/office/drawing/2017/decorative" val="1"/>
              </a:ext>
            </a:extLst>
          </p:cNvPr>
          <p:cNvSpPr/>
          <p:nvPr/>
        </p:nvSpPr>
        <p:spPr>
          <a:xfrm>
            <a:off x="1" y="-2438401"/>
            <a:ext cx="127269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a key message with short description. Image right.</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92313969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itles image collage 1">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6512F2BB-119C-7B4C-8DEC-4542C824E2A6}"/>
              </a:ext>
              <a:ext uri="{C183D7F6-B498-43B3-948B-1728B52AA6E4}">
                <adec:decorative xmlns:adec="http://schemas.microsoft.com/office/drawing/2017/decorative" val="1"/>
              </a:ext>
            </a:extLst>
          </p:cNvPr>
          <p:cNvSpPr/>
          <p:nvPr/>
        </p:nvSpPr>
        <p:spPr>
          <a:xfrm>
            <a:off x="-2176724" y="2347666"/>
            <a:ext cx="9020668" cy="9020668"/>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itle 1">
            <a:extLst>
              <a:ext uri="{FF2B5EF4-FFF2-40B4-BE49-F238E27FC236}">
                <a16:creationId xmlns:a16="http://schemas.microsoft.com/office/drawing/2014/main" id="{C1AD46BB-78D6-C244-A469-FE74681530A0}"/>
              </a:ext>
            </a:extLst>
          </p:cNvPr>
          <p:cNvSpPr>
            <a:spLocks noGrp="1"/>
          </p:cNvSpPr>
          <p:nvPr>
            <p:ph type="title" hasCustomPrompt="1"/>
          </p:nvPr>
        </p:nvSpPr>
        <p:spPr>
          <a:xfrm>
            <a:off x="1423989" y="4744996"/>
            <a:ext cx="7556724" cy="2478504"/>
          </a:xfrm>
          <a:noFill/>
        </p:spPr>
        <p:txBody>
          <a:bodyPr vert="horz" lIns="0" tIns="45720" rIns="0" bIns="45720" rtlCol="0" anchor="b" anchorCtr="0">
            <a:noAutofit/>
          </a:bodyPr>
          <a:lstStyle>
            <a:lvl1pPr>
              <a:lnSpc>
                <a:spcPts val="8798"/>
              </a:lnSpc>
              <a:defRPr lang="en-US" sz="8798">
                <a:ea typeface="+mn-ea"/>
                <a:cs typeface="+mn-cs"/>
              </a:defRPr>
            </a:lvl1pPr>
          </a:lstStyle>
          <a:p>
            <a:pPr lvl="0"/>
            <a:r>
              <a:rPr lang="en-US"/>
              <a:t>Enter slide title here in two lines</a:t>
            </a:r>
          </a:p>
        </p:txBody>
      </p:sp>
      <p:sp>
        <p:nvSpPr>
          <p:cNvPr id="15" name="Text Placeholder 30">
            <a:extLst>
              <a:ext uri="{FF2B5EF4-FFF2-40B4-BE49-F238E27FC236}">
                <a16:creationId xmlns:a16="http://schemas.microsoft.com/office/drawing/2014/main" id="{F7BF9A6D-A368-1748-A4B4-0DC8A1BC84C9}"/>
              </a:ext>
            </a:extLst>
          </p:cNvPr>
          <p:cNvSpPr>
            <a:spLocks noGrp="1"/>
          </p:cNvSpPr>
          <p:nvPr>
            <p:ph type="body" sz="quarter" idx="21" hasCustomPrompt="1"/>
          </p:nvPr>
        </p:nvSpPr>
        <p:spPr>
          <a:xfrm>
            <a:off x="1474788" y="7430081"/>
            <a:ext cx="6186401" cy="1502394"/>
          </a:xfrm>
        </p:spPr>
        <p:txBody>
          <a:bodyPr>
            <a:noAutofit/>
          </a:bodyPr>
          <a:lstStyle>
            <a:lvl1pPr marL="0" indent="0">
              <a:lnSpc>
                <a:spcPts val="6478"/>
              </a:lnSpc>
              <a:buFontTx/>
              <a:buNone/>
              <a:defRPr sz="4400">
                <a:solidFill>
                  <a:srgbClr val="5B696B"/>
                </a:solidFill>
              </a:defRPr>
            </a:lvl1pPr>
            <a:lvl2pPr marL="914218" indent="0">
              <a:buFontTx/>
              <a:buNone/>
              <a:defRPr sz="3600"/>
            </a:lvl2pPr>
            <a:lvl3pPr marL="1828434" indent="0">
              <a:buFontTx/>
              <a:buNone/>
              <a:defRPr sz="3600"/>
            </a:lvl3pPr>
            <a:lvl4pPr marL="2742652" indent="0">
              <a:buFontTx/>
              <a:buNone/>
              <a:defRPr sz="3600"/>
            </a:lvl4pPr>
            <a:lvl5pPr marL="3656868" indent="0">
              <a:buFontTx/>
              <a:buNone/>
              <a:defRPr sz="3600"/>
            </a:lvl5pPr>
          </a:lstStyle>
          <a:p>
            <a:pPr lvl="0"/>
            <a:r>
              <a:rPr lang="en-US"/>
              <a:t>Enter your subtitle here,</a:t>
            </a:r>
            <a:br>
              <a:rPr lang="en-US"/>
            </a:br>
            <a:r>
              <a:rPr lang="en-US"/>
              <a:t>no more than two lines.</a:t>
            </a:r>
          </a:p>
        </p:txBody>
      </p:sp>
      <p:sp>
        <p:nvSpPr>
          <p:cNvPr id="24" name="Picture Placeholder 19">
            <a:extLst>
              <a:ext uri="{FF2B5EF4-FFF2-40B4-BE49-F238E27FC236}">
                <a16:creationId xmlns:a16="http://schemas.microsoft.com/office/drawing/2014/main" id="{9C410EEE-CD20-E74B-B73A-6D7901CC10E5}"/>
              </a:ext>
              <a:ext uri="{C183D7F6-B498-43B3-948B-1728B52AA6E4}">
                <adec:decorative xmlns:adec="http://schemas.microsoft.com/office/drawing/2017/decorative" val="1"/>
              </a:ext>
            </a:extLst>
          </p:cNvPr>
          <p:cNvSpPr>
            <a:spLocks noGrp="1"/>
          </p:cNvSpPr>
          <p:nvPr>
            <p:ph type="pic" sz="quarter" idx="10" hasCustomPrompt="1"/>
          </p:nvPr>
        </p:nvSpPr>
        <p:spPr>
          <a:xfrm>
            <a:off x="10720917" y="818710"/>
            <a:ext cx="3763924" cy="3767328"/>
          </a:xfrm>
          <a:pattFill prst="wdUpDiag">
            <a:fgClr>
              <a:srgbClr val="FADFD9"/>
            </a:fgClr>
            <a:bgClr>
              <a:schemeClr val="bg1"/>
            </a:bgClr>
          </a:pattFill>
        </p:spPr>
        <p:txBody>
          <a:bodyPr lIns="457200" rIns="457200" anchor="ctr" anchorCtr="0">
            <a:normAutofit/>
          </a:bodyPr>
          <a:lstStyle>
            <a:lvl1pPr marL="0" indent="0" algn="l">
              <a:buFontTx/>
              <a:buNone/>
              <a:defRPr sz="2400" b="0" i="0">
                <a:latin typeface="Community Light" panose="02000303040000020003" pitchFamily="2" charset="0"/>
              </a:defRPr>
            </a:lvl1pPr>
          </a:lstStyle>
          <a:p>
            <a:r>
              <a:rPr lang="en-US"/>
              <a:t>Drag and drop one image here</a:t>
            </a:r>
          </a:p>
        </p:txBody>
      </p:sp>
      <p:sp>
        <p:nvSpPr>
          <p:cNvPr id="25" name="Picture Placeholder 19">
            <a:extLst>
              <a:ext uri="{FF2B5EF4-FFF2-40B4-BE49-F238E27FC236}">
                <a16:creationId xmlns:a16="http://schemas.microsoft.com/office/drawing/2014/main" id="{F1AD9C98-DCA8-C84A-B720-3F181FF74097}"/>
              </a:ext>
              <a:ext uri="{C183D7F6-B498-43B3-948B-1728B52AA6E4}">
                <adec:decorative xmlns:adec="http://schemas.microsoft.com/office/drawing/2017/decorative" val="1"/>
              </a:ext>
            </a:extLst>
          </p:cNvPr>
          <p:cNvSpPr>
            <a:spLocks noGrp="1"/>
          </p:cNvSpPr>
          <p:nvPr>
            <p:ph type="pic" sz="quarter" idx="11" hasCustomPrompt="1"/>
          </p:nvPr>
        </p:nvSpPr>
        <p:spPr>
          <a:xfrm>
            <a:off x="14845046" y="818710"/>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26" name="Picture Placeholder 19">
            <a:extLst>
              <a:ext uri="{FF2B5EF4-FFF2-40B4-BE49-F238E27FC236}">
                <a16:creationId xmlns:a16="http://schemas.microsoft.com/office/drawing/2014/main" id="{568040CF-1E94-6842-9194-713C2B4BDA82}"/>
              </a:ext>
              <a:ext uri="{C183D7F6-B498-43B3-948B-1728B52AA6E4}">
                <adec:decorative xmlns:adec="http://schemas.microsoft.com/office/drawing/2017/decorative" val="1"/>
              </a:ext>
            </a:extLst>
          </p:cNvPr>
          <p:cNvSpPr>
            <a:spLocks noGrp="1"/>
          </p:cNvSpPr>
          <p:nvPr>
            <p:ph type="pic" sz="quarter" idx="12" hasCustomPrompt="1"/>
          </p:nvPr>
        </p:nvSpPr>
        <p:spPr>
          <a:xfrm>
            <a:off x="18990437" y="818710"/>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28" name="Picture Placeholder 19">
            <a:extLst>
              <a:ext uri="{FF2B5EF4-FFF2-40B4-BE49-F238E27FC236}">
                <a16:creationId xmlns:a16="http://schemas.microsoft.com/office/drawing/2014/main" id="{5CD8E3D7-A3EC-7B42-8FFA-3C4BF3773423}"/>
              </a:ext>
              <a:ext uri="{C183D7F6-B498-43B3-948B-1728B52AA6E4}">
                <adec:decorative xmlns:adec="http://schemas.microsoft.com/office/drawing/2017/decorative" val="1"/>
              </a:ext>
            </a:extLst>
          </p:cNvPr>
          <p:cNvSpPr>
            <a:spLocks noGrp="1"/>
          </p:cNvSpPr>
          <p:nvPr>
            <p:ph type="pic" sz="quarter" idx="14" hasCustomPrompt="1"/>
          </p:nvPr>
        </p:nvSpPr>
        <p:spPr>
          <a:xfrm>
            <a:off x="10720917" y="4926422"/>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29" name="Picture Placeholder 19">
            <a:extLst>
              <a:ext uri="{FF2B5EF4-FFF2-40B4-BE49-F238E27FC236}">
                <a16:creationId xmlns:a16="http://schemas.microsoft.com/office/drawing/2014/main" id="{9077D294-559B-EE48-B80E-3C207D36CE07}"/>
              </a:ext>
              <a:ext uri="{C183D7F6-B498-43B3-948B-1728B52AA6E4}">
                <adec:decorative xmlns:adec="http://schemas.microsoft.com/office/drawing/2017/decorative" val="1"/>
              </a:ext>
            </a:extLst>
          </p:cNvPr>
          <p:cNvSpPr>
            <a:spLocks noGrp="1"/>
          </p:cNvSpPr>
          <p:nvPr>
            <p:ph type="pic" sz="quarter" idx="15" hasCustomPrompt="1"/>
          </p:nvPr>
        </p:nvSpPr>
        <p:spPr>
          <a:xfrm>
            <a:off x="14866310" y="4926422"/>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30" name="Picture Placeholder 19">
            <a:extLst>
              <a:ext uri="{FF2B5EF4-FFF2-40B4-BE49-F238E27FC236}">
                <a16:creationId xmlns:a16="http://schemas.microsoft.com/office/drawing/2014/main" id="{7CFB663F-34ED-C64A-A8CE-0B95B2C20E03}"/>
              </a:ext>
              <a:ext uri="{C183D7F6-B498-43B3-948B-1728B52AA6E4}">
                <adec:decorative xmlns:adec="http://schemas.microsoft.com/office/drawing/2017/decorative" val="1"/>
              </a:ext>
            </a:extLst>
          </p:cNvPr>
          <p:cNvSpPr>
            <a:spLocks noGrp="1"/>
          </p:cNvSpPr>
          <p:nvPr>
            <p:ph type="pic" sz="quarter" idx="16" hasCustomPrompt="1"/>
          </p:nvPr>
        </p:nvSpPr>
        <p:spPr>
          <a:xfrm>
            <a:off x="19011702" y="4926422"/>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32" name="Picture Placeholder 19">
            <a:extLst>
              <a:ext uri="{FF2B5EF4-FFF2-40B4-BE49-F238E27FC236}">
                <a16:creationId xmlns:a16="http://schemas.microsoft.com/office/drawing/2014/main" id="{9D778AF7-79A7-6346-8335-4035E51FB8C0}"/>
              </a:ext>
              <a:ext uri="{C183D7F6-B498-43B3-948B-1728B52AA6E4}">
                <adec:decorative xmlns:adec="http://schemas.microsoft.com/office/drawing/2017/decorative" val="1"/>
              </a:ext>
            </a:extLst>
          </p:cNvPr>
          <p:cNvSpPr>
            <a:spLocks noGrp="1"/>
          </p:cNvSpPr>
          <p:nvPr>
            <p:ph type="pic" sz="quarter" idx="18" hasCustomPrompt="1"/>
          </p:nvPr>
        </p:nvSpPr>
        <p:spPr>
          <a:xfrm>
            <a:off x="10720917" y="9055398"/>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33" name="Picture Placeholder 19">
            <a:extLst>
              <a:ext uri="{FF2B5EF4-FFF2-40B4-BE49-F238E27FC236}">
                <a16:creationId xmlns:a16="http://schemas.microsoft.com/office/drawing/2014/main" id="{0A9DA65B-9544-AE45-9166-7D9FC65DE068}"/>
              </a:ext>
              <a:ext uri="{C183D7F6-B498-43B3-948B-1728B52AA6E4}">
                <adec:decorative xmlns:adec="http://schemas.microsoft.com/office/drawing/2017/decorative" val="1"/>
              </a:ext>
            </a:extLst>
          </p:cNvPr>
          <p:cNvSpPr>
            <a:spLocks noGrp="1"/>
          </p:cNvSpPr>
          <p:nvPr>
            <p:ph type="pic" sz="quarter" idx="19" hasCustomPrompt="1"/>
          </p:nvPr>
        </p:nvSpPr>
        <p:spPr>
          <a:xfrm>
            <a:off x="14866310" y="9055398"/>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34" name="Picture Placeholder 19">
            <a:extLst>
              <a:ext uri="{FF2B5EF4-FFF2-40B4-BE49-F238E27FC236}">
                <a16:creationId xmlns:a16="http://schemas.microsoft.com/office/drawing/2014/main" id="{FC0E6548-EB08-4142-8A9B-27A5F75362AE}"/>
              </a:ext>
              <a:ext uri="{C183D7F6-B498-43B3-948B-1728B52AA6E4}">
                <adec:decorative xmlns:adec="http://schemas.microsoft.com/office/drawing/2017/decorative" val="1"/>
              </a:ext>
            </a:extLst>
          </p:cNvPr>
          <p:cNvSpPr>
            <a:spLocks noGrp="1"/>
          </p:cNvSpPr>
          <p:nvPr>
            <p:ph type="pic" sz="quarter" idx="20" hasCustomPrompt="1"/>
          </p:nvPr>
        </p:nvSpPr>
        <p:spPr>
          <a:xfrm>
            <a:off x="19011702" y="9055398"/>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16" name="Folded Corner 15">
            <a:extLst>
              <a:ext uri="{FF2B5EF4-FFF2-40B4-BE49-F238E27FC236}">
                <a16:creationId xmlns:a16="http://schemas.microsoft.com/office/drawing/2014/main" id="{405466B1-28A4-4D47-A680-BCE57E540558}"/>
              </a:ext>
              <a:ext uri="{C183D7F6-B498-43B3-948B-1728B52AA6E4}">
                <adec:decorative xmlns:adec="http://schemas.microsoft.com/office/drawing/2017/decorative" val="1"/>
              </a:ext>
            </a:extLst>
          </p:cNvPr>
          <p:cNvSpPr/>
          <p:nvPr/>
        </p:nvSpPr>
        <p:spPr>
          <a:xfrm>
            <a:off x="1" y="-2819400"/>
            <a:ext cx="12726987" cy="2191324"/>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a key message and support point with grid of images.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This is a good option to show a group of people of a community.</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67668646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itle description 4 images (16:9)">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515B5F1A-D4CE-7249-A161-61EF32267334}"/>
              </a:ext>
            </a:extLst>
          </p:cNvPr>
          <p:cNvSpPr>
            <a:spLocks noGrp="1"/>
          </p:cNvSpPr>
          <p:nvPr>
            <p:ph type="title" hasCustomPrompt="1"/>
          </p:nvPr>
        </p:nvSpPr>
        <p:spPr>
          <a:xfrm>
            <a:off x="1525589" y="2940444"/>
            <a:ext cx="6667500" cy="1934012"/>
          </a:xfrm>
          <a:prstGeom prst="rect">
            <a:avLst/>
          </a:prstGeom>
        </p:spPr>
        <p:txBody>
          <a:bodyPr vert="horz" lIns="0" tIns="0" rIns="0" bIns="0" rtlCol="0" anchor="b" anchorCtr="0">
            <a:normAutofit/>
          </a:bodyPr>
          <a:lstStyle>
            <a:lvl1pPr>
              <a:lnSpc>
                <a:spcPts val="6598"/>
              </a:lnSpc>
              <a:defRPr>
                <a:solidFill>
                  <a:schemeClr val="accent2"/>
                </a:solidFill>
              </a:defRPr>
            </a:lvl1pPr>
          </a:lstStyle>
          <a:p>
            <a:r>
              <a:rPr lang="en-US"/>
              <a:t>Enter slide title here, up to two lines</a:t>
            </a:r>
          </a:p>
        </p:txBody>
      </p:sp>
      <p:sp>
        <p:nvSpPr>
          <p:cNvPr id="7" name="Text Placeholder 8">
            <a:extLst>
              <a:ext uri="{FF2B5EF4-FFF2-40B4-BE49-F238E27FC236}">
                <a16:creationId xmlns:a16="http://schemas.microsoft.com/office/drawing/2014/main" id="{6480E472-66AC-CE40-8EB2-66D26F47702C}"/>
              </a:ext>
            </a:extLst>
          </p:cNvPr>
          <p:cNvSpPr>
            <a:spLocks noGrp="1"/>
          </p:cNvSpPr>
          <p:nvPr>
            <p:ph type="body" sz="quarter" idx="17" hasCustomPrompt="1"/>
          </p:nvPr>
        </p:nvSpPr>
        <p:spPr>
          <a:xfrm>
            <a:off x="1525589" y="5470038"/>
            <a:ext cx="6661183" cy="6120916"/>
          </a:xfrm>
        </p:spPr>
        <p:txBody>
          <a:bodyPr lIns="0" tIns="0" rIns="457200" bIns="0" anchor="t">
            <a:normAutofit/>
          </a:bodyPr>
          <a:lstStyle>
            <a:lvl1pPr marL="0" indent="0">
              <a:lnSpc>
                <a:spcPts val="5278"/>
              </a:lnSpc>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subtitle or short description here.</a:t>
            </a:r>
          </a:p>
        </p:txBody>
      </p:sp>
      <p:sp>
        <p:nvSpPr>
          <p:cNvPr id="11" name="Picture Placeholder 9">
            <a:extLst>
              <a:ext uri="{FF2B5EF4-FFF2-40B4-BE49-F238E27FC236}">
                <a16:creationId xmlns:a16="http://schemas.microsoft.com/office/drawing/2014/main" id="{CE50541B-E931-2347-8CA8-B4382B6B446A}"/>
              </a:ext>
              <a:ext uri="{C183D7F6-B498-43B3-948B-1728B52AA6E4}">
                <adec:decorative xmlns:adec="http://schemas.microsoft.com/office/drawing/2017/decorative" val="1"/>
              </a:ext>
            </a:extLst>
          </p:cNvPr>
          <p:cNvSpPr>
            <a:spLocks noGrp="1"/>
          </p:cNvSpPr>
          <p:nvPr>
            <p:ph type="pic" sz="quarter" idx="10" hasCustomPrompt="1"/>
          </p:nvPr>
        </p:nvSpPr>
        <p:spPr>
          <a:xfrm>
            <a:off x="8840787" y="1524003"/>
            <a:ext cx="8298896" cy="4686878"/>
          </a:xfrm>
          <a:pattFill prst="wdUpDiag">
            <a:fgClr>
              <a:srgbClr val="FADFD9"/>
            </a:fgClr>
            <a:bgClr>
              <a:schemeClr val="bg1"/>
            </a:bgClr>
          </a:pattFill>
          <a:ln w="6350">
            <a:solidFill>
              <a:srgbClr val="F1EDE6"/>
            </a:solidFill>
          </a:ln>
          <a:effectLst/>
        </p:spPr>
        <p:txBody>
          <a:bodyPr anchor="ctr">
            <a:normAutofit/>
          </a:bodyPr>
          <a:lstStyle>
            <a:lvl1pPr marL="0" indent="0" algn="ctr">
              <a:buFontTx/>
              <a:buNone/>
              <a:defRPr sz="4400"/>
            </a:lvl1pPr>
          </a:lstStyle>
          <a:p>
            <a:r>
              <a:rPr lang="en-US"/>
              <a:t>Drag and drop image here</a:t>
            </a:r>
          </a:p>
        </p:txBody>
      </p:sp>
      <p:sp>
        <p:nvSpPr>
          <p:cNvPr id="12" name="Picture Placeholder 9">
            <a:extLst>
              <a:ext uri="{FF2B5EF4-FFF2-40B4-BE49-F238E27FC236}">
                <a16:creationId xmlns:a16="http://schemas.microsoft.com/office/drawing/2014/main" id="{1F13522D-A22E-3345-8F84-AE716F62069C}"/>
              </a:ext>
              <a:ext uri="{C183D7F6-B498-43B3-948B-1728B52AA6E4}">
                <adec:decorative xmlns:adec="http://schemas.microsoft.com/office/drawing/2017/decorative" val="1"/>
              </a:ext>
            </a:extLst>
          </p:cNvPr>
          <p:cNvSpPr>
            <a:spLocks noGrp="1"/>
          </p:cNvSpPr>
          <p:nvPr>
            <p:ph type="pic" sz="quarter" idx="18" hasCustomPrompt="1"/>
          </p:nvPr>
        </p:nvSpPr>
        <p:spPr>
          <a:xfrm>
            <a:off x="8840787" y="6904077"/>
            <a:ext cx="8298896" cy="4686878"/>
          </a:xfrm>
          <a:pattFill prst="wdUpDiag">
            <a:fgClr>
              <a:srgbClr val="FADFD9"/>
            </a:fgClr>
            <a:bgClr>
              <a:schemeClr val="bg1"/>
            </a:bgClr>
          </a:pattFill>
          <a:ln w="6350">
            <a:solidFill>
              <a:srgbClr val="F1EDE6"/>
            </a:solidFill>
          </a:ln>
          <a:effectLst/>
        </p:spPr>
        <p:txBody>
          <a:bodyPr anchor="ctr">
            <a:normAutofit/>
          </a:bodyPr>
          <a:lstStyle>
            <a:lvl1pPr marL="0" indent="0" algn="ctr">
              <a:buFontTx/>
              <a:buNone/>
              <a:defRPr sz="4400"/>
            </a:lvl1pPr>
          </a:lstStyle>
          <a:p>
            <a:r>
              <a:rPr lang="en-US"/>
              <a:t>Drag and drop image here</a:t>
            </a:r>
          </a:p>
        </p:txBody>
      </p:sp>
      <p:sp>
        <p:nvSpPr>
          <p:cNvPr id="15" name="Picture Placeholder 9">
            <a:extLst>
              <a:ext uri="{FF2B5EF4-FFF2-40B4-BE49-F238E27FC236}">
                <a16:creationId xmlns:a16="http://schemas.microsoft.com/office/drawing/2014/main" id="{0C7ED325-A227-B34C-B24C-3ED2179EA711}"/>
              </a:ext>
              <a:ext uri="{C183D7F6-B498-43B3-948B-1728B52AA6E4}">
                <adec:decorative xmlns:adec="http://schemas.microsoft.com/office/drawing/2017/decorative" val="1"/>
              </a:ext>
            </a:extLst>
          </p:cNvPr>
          <p:cNvSpPr>
            <a:spLocks noGrp="1"/>
          </p:cNvSpPr>
          <p:nvPr>
            <p:ph type="pic" sz="quarter" idx="19" hasCustomPrompt="1"/>
          </p:nvPr>
        </p:nvSpPr>
        <p:spPr>
          <a:xfrm>
            <a:off x="17835932" y="1524003"/>
            <a:ext cx="8298896" cy="4686878"/>
          </a:xfrm>
          <a:pattFill prst="wdUpDiag">
            <a:fgClr>
              <a:srgbClr val="FADFD9"/>
            </a:fgClr>
            <a:bgClr>
              <a:schemeClr val="bg1"/>
            </a:bgClr>
          </a:pattFill>
          <a:ln w="6350">
            <a:solidFill>
              <a:srgbClr val="F1EDE6"/>
            </a:solidFill>
          </a:ln>
          <a:effectLst/>
        </p:spPr>
        <p:txBody>
          <a:bodyPr anchor="ctr">
            <a:normAutofit/>
          </a:bodyPr>
          <a:lstStyle>
            <a:lvl1pPr marL="0" indent="0" algn="ctr">
              <a:buFontTx/>
              <a:buNone/>
              <a:defRPr sz="4400"/>
            </a:lvl1pPr>
          </a:lstStyle>
          <a:p>
            <a:r>
              <a:rPr lang="en-US"/>
              <a:t>Drag and drop image here</a:t>
            </a:r>
          </a:p>
        </p:txBody>
      </p:sp>
      <p:sp>
        <p:nvSpPr>
          <p:cNvPr id="16" name="Picture Placeholder 9">
            <a:extLst>
              <a:ext uri="{FF2B5EF4-FFF2-40B4-BE49-F238E27FC236}">
                <a16:creationId xmlns:a16="http://schemas.microsoft.com/office/drawing/2014/main" id="{EFCA182B-EF34-6E4F-9CFD-31DF5B67490A}"/>
              </a:ext>
              <a:ext uri="{C183D7F6-B498-43B3-948B-1728B52AA6E4}">
                <adec:decorative xmlns:adec="http://schemas.microsoft.com/office/drawing/2017/decorative" val="1"/>
              </a:ext>
            </a:extLst>
          </p:cNvPr>
          <p:cNvSpPr>
            <a:spLocks noGrp="1"/>
          </p:cNvSpPr>
          <p:nvPr>
            <p:ph type="pic" sz="quarter" idx="20" hasCustomPrompt="1"/>
          </p:nvPr>
        </p:nvSpPr>
        <p:spPr>
          <a:xfrm>
            <a:off x="17835932" y="6904077"/>
            <a:ext cx="8298896" cy="4686878"/>
          </a:xfrm>
          <a:pattFill prst="wdUpDiag">
            <a:fgClr>
              <a:srgbClr val="FADFD9"/>
            </a:fgClr>
            <a:bgClr>
              <a:schemeClr val="bg1"/>
            </a:bgClr>
          </a:pattFill>
          <a:ln w="6350">
            <a:solidFill>
              <a:srgbClr val="F1EDE6"/>
            </a:solidFill>
          </a:ln>
          <a:effectLst/>
        </p:spPr>
        <p:txBody>
          <a:bodyPr anchor="ctr">
            <a:normAutofit/>
          </a:bodyPr>
          <a:lstStyle>
            <a:lvl1pPr marL="0" indent="0" algn="ctr">
              <a:buFontTx/>
              <a:buNone/>
              <a:defRPr sz="4400"/>
            </a:lvl1pPr>
          </a:lstStyle>
          <a:p>
            <a:r>
              <a:rPr lang="en-US"/>
              <a:t>Drag and drop image here</a:t>
            </a:r>
          </a:p>
        </p:txBody>
      </p:sp>
      <p:sp>
        <p:nvSpPr>
          <p:cNvPr id="13" name="Folded Corner 12">
            <a:extLst>
              <a:ext uri="{FF2B5EF4-FFF2-40B4-BE49-F238E27FC236}">
                <a16:creationId xmlns:a16="http://schemas.microsoft.com/office/drawing/2014/main" id="{7547DFDA-97B4-6745-93E3-46876A6523D8}"/>
              </a:ext>
              <a:ext uri="{C183D7F6-B498-43B3-948B-1728B52AA6E4}">
                <adec:decorative xmlns:adec="http://schemas.microsoft.com/office/drawing/2017/decorative" val="1"/>
              </a:ext>
            </a:extLst>
          </p:cNvPr>
          <p:cNvSpPr/>
          <p:nvPr/>
        </p:nvSpPr>
        <p:spPr>
          <a:xfrm>
            <a:off x="1" y="-2514599"/>
            <a:ext cx="12574587" cy="2286002"/>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4 key pieces of work.</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These 4 placeholders are in 16:9 format. </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4200234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1_title description 4 images (vertical)">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515B5F1A-D4CE-7249-A161-61EF32267334}"/>
              </a:ext>
            </a:extLst>
          </p:cNvPr>
          <p:cNvSpPr>
            <a:spLocks noGrp="1"/>
          </p:cNvSpPr>
          <p:nvPr>
            <p:ph type="title" hasCustomPrompt="1"/>
          </p:nvPr>
        </p:nvSpPr>
        <p:spPr>
          <a:xfrm>
            <a:off x="1525589" y="2940444"/>
            <a:ext cx="6667500" cy="1934012"/>
          </a:xfrm>
          <a:prstGeom prst="rect">
            <a:avLst/>
          </a:prstGeom>
        </p:spPr>
        <p:txBody>
          <a:bodyPr vert="horz" lIns="0" tIns="0" rIns="0" bIns="0" rtlCol="0" anchor="b" anchorCtr="0">
            <a:normAutofit/>
          </a:bodyPr>
          <a:lstStyle>
            <a:lvl1pPr>
              <a:defRPr>
                <a:solidFill>
                  <a:schemeClr val="accent2"/>
                </a:solidFill>
              </a:defRPr>
            </a:lvl1pPr>
          </a:lstStyle>
          <a:p>
            <a:r>
              <a:rPr lang="en-US"/>
              <a:t>Enter slide title here, up to two lines</a:t>
            </a:r>
          </a:p>
        </p:txBody>
      </p:sp>
      <p:sp>
        <p:nvSpPr>
          <p:cNvPr id="7" name="Text Placeholder 8">
            <a:extLst>
              <a:ext uri="{FF2B5EF4-FFF2-40B4-BE49-F238E27FC236}">
                <a16:creationId xmlns:a16="http://schemas.microsoft.com/office/drawing/2014/main" id="{6480E472-66AC-CE40-8EB2-66D26F47702C}"/>
              </a:ext>
            </a:extLst>
          </p:cNvPr>
          <p:cNvSpPr>
            <a:spLocks noGrp="1"/>
          </p:cNvSpPr>
          <p:nvPr>
            <p:ph type="body" sz="quarter" idx="17" hasCustomPrompt="1"/>
          </p:nvPr>
        </p:nvSpPr>
        <p:spPr>
          <a:xfrm>
            <a:off x="1525589" y="5470038"/>
            <a:ext cx="6661183" cy="6120916"/>
          </a:xfrm>
        </p:spPr>
        <p:txBody>
          <a:bodyPr lIns="0" tIns="0" rIns="457200" bIns="0" anchor="t">
            <a:normAutofit/>
          </a:bodyPr>
          <a:lstStyle>
            <a:lvl1pPr marL="0" indent="0">
              <a:lnSpc>
                <a:spcPts val="5278"/>
              </a:lnSpc>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subtitle or short description here.</a:t>
            </a:r>
          </a:p>
        </p:txBody>
      </p:sp>
      <p:sp>
        <p:nvSpPr>
          <p:cNvPr id="11" name="Picture Placeholder 9">
            <a:extLst>
              <a:ext uri="{FF2B5EF4-FFF2-40B4-BE49-F238E27FC236}">
                <a16:creationId xmlns:a16="http://schemas.microsoft.com/office/drawing/2014/main" id="{CE50541B-E931-2347-8CA8-B4382B6B446A}"/>
              </a:ext>
              <a:ext uri="{C183D7F6-B498-43B3-948B-1728B52AA6E4}">
                <adec:decorative xmlns:adec="http://schemas.microsoft.com/office/drawing/2017/decorative" val="1"/>
              </a:ext>
            </a:extLst>
          </p:cNvPr>
          <p:cNvSpPr>
            <a:spLocks noGrp="1"/>
          </p:cNvSpPr>
          <p:nvPr>
            <p:ph type="pic" sz="quarter" idx="10" hasCustomPrompt="1"/>
          </p:nvPr>
        </p:nvSpPr>
        <p:spPr>
          <a:xfrm>
            <a:off x="8840787" y="1524003"/>
            <a:ext cx="6667500" cy="10667998"/>
          </a:xfrm>
          <a:pattFill prst="wdUpDiag">
            <a:fgClr>
              <a:srgbClr val="FADFD9"/>
            </a:fgClr>
            <a:bgClr>
              <a:schemeClr val="bg1"/>
            </a:bgClr>
          </a:pattFill>
          <a:ln w="6350">
            <a:solidFill>
              <a:srgbClr val="F1EDE6"/>
            </a:solidFill>
          </a:ln>
          <a:effectLst/>
        </p:spPr>
        <p:txBody>
          <a:bodyPr anchor="ctr">
            <a:normAutofit/>
          </a:bodyPr>
          <a:lstStyle>
            <a:lvl1pPr marL="0" indent="0" algn="ctr">
              <a:buFontTx/>
              <a:buNone/>
              <a:defRPr sz="4400"/>
            </a:lvl1pPr>
          </a:lstStyle>
          <a:p>
            <a:r>
              <a:rPr lang="en-US"/>
              <a:t>Drag and drop image here</a:t>
            </a:r>
          </a:p>
        </p:txBody>
      </p:sp>
      <p:sp>
        <p:nvSpPr>
          <p:cNvPr id="15" name="Picture Placeholder 9">
            <a:extLst>
              <a:ext uri="{FF2B5EF4-FFF2-40B4-BE49-F238E27FC236}">
                <a16:creationId xmlns:a16="http://schemas.microsoft.com/office/drawing/2014/main" id="{0C7ED325-A227-B34C-B24C-3ED2179EA711}"/>
              </a:ext>
              <a:ext uri="{C183D7F6-B498-43B3-948B-1728B52AA6E4}">
                <adec:decorative xmlns:adec="http://schemas.microsoft.com/office/drawing/2017/decorative" val="1"/>
              </a:ext>
            </a:extLst>
          </p:cNvPr>
          <p:cNvSpPr>
            <a:spLocks noGrp="1"/>
          </p:cNvSpPr>
          <p:nvPr>
            <p:ph type="pic" sz="quarter" idx="19" hasCustomPrompt="1"/>
          </p:nvPr>
        </p:nvSpPr>
        <p:spPr>
          <a:xfrm>
            <a:off x="16157577" y="1524003"/>
            <a:ext cx="6627813" cy="10667998"/>
          </a:xfrm>
          <a:pattFill prst="wdUpDiag">
            <a:fgClr>
              <a:srgbClr val="FADFD9"/>
            </a:fgClr>
            <a:bgClr>
              <a:schemeClr val="bg1"/>
            </a:bgClr>
          </a:pattFill>
          <a:ln w="6350">
            <a:solidFill>
              <a:srgbClr val="F1EDE6"/>
            </a:solidFill>
          </a:ln>
          <a:effectLst/>
        </p:spPr>
        <p:txBody>
          <a:bodyPr anchor="ctr">
            <a:normAutofit/>
          </a:bodyPr>
          <a:lstStyle>
            <a:lvl1pPr marL="0" indent="0" algn="ctr">
              <a:buFontTx/>
              <a:buNone/>
              <a:defRPr sz="4400"/>
            </a:lvl1pPr>
          </a:lstStyle>
          <a:p>
            <a:r>
              <a:rPr lang="en-US"/>
              <a:t>Drag and drop image here</a:t>
            </a:r>
          </a:p>
        </p:txBody>
      </p:sp>
      <p:sp>
        <p:nvSpPr>
          <p:cNvPr id="13" name="Folded Corner 12">
            <a:extLst>
              <a:ext uri="{FF2B5EF4-FFF2-40B4-BE49-F238E27FC236}">
                <a16:creationId xmlns:a16="http://schemas.microsoft.com/office/drawing/2014/main" id="{7547DFDA-97B4-6745-93E3-46876A6523D8}"/>
              </a:ext>
              <a:ext uri="{C183D7F6-B498-43B3-948B-1728B52AA6E4}">
                <adec:decorative xmlns:adec="http://schemas.microsoft.com/office/drawing/2017/decorative" val="1"/>
              </a:ext>
            </a:extLst>
          </p:cNvPr>
          <p:cNvSpPr/>
          <p:nvPr/>
        </p:nvSpPr>
        <p:spPr>
          <a:xfrm>
            <a:off x="1" y="-2590799"/>
            <a:ext cx="12726987" cy="2362202"/>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2 key pieces of work.</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These placeholders are in vertical format. </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352540590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itle description images (1:1)">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515B5F1A-D4CE-7249-A161-61EF32267334}"/>
              </a:ext>
            </a:extLst>
          </p:cNvPr>
          <p:cNvSpPr>
            <a:spLocks noGrp="1"/>
          </p:cNvSpPr>
          <p:nvPr>
            <p:ph type="title" hasCustomPrompt="1"/>
          </p:nvPr>
        </p:nvSpPr>
        <p:spPr>
          <a:xfrm>
            <a:off x="1525589" y="2940444"/>
            <a:ext cx="6667500" cy="1934012"/>
          </a:xfrm>
          <a:prstGeom prst="rect">
            <a:avLst/>
          </a:prstGeom>
        </p:spPr>
        <p:txBody>
          <a:bodyPr vert="horz" lIns="0" tIns="0" rIns="0" bIns="0" rtlCol="0" anchor="b" anchorCtr="0">
            <a:normAutofit/>
          </a:bodyPr>
          <a:lstStyle>
            <a:lvl1pPr>
              <a:defRPr>
                <a:solidFill>
                  <a:schemeClr val="accent2"/>
                </a:solidFill>
              </a:defRPr>
            </a:lvl1pPr>
          </a:lstStyle>
          <a:p>
            <a:r>
              <a:rPr lang="en-US"/>
              <a:t>Enter slide title here, up to two lines</a:t>
            </a:r>
          </a:p>
        </p:txBody>
      </p:sp>
      <p:sp>
        <p:nvSpPr>
          <p:cNvPr id="7" name="Text Placeholder 8">
            <a:extLst>
              <a:ext uri="{FF2B5EF4-FFF2-40B4-BE49-F238E27FC236}">
                <a16:creationId xmlns:a16="http://schemas.microsoft.com/office/drawing/2014/main" id="{6480E472-66AC-CE40-8EB2-66D26F47702C}"/>
              </a:ext>
            </a:extLst>
          </p:cNvPr>
          <p:cNvSpPr>
            <a:spLocks noGrp="1"/>
          </p:cNvSpPr>
          <p:nvPr>
            <p:ph type="body" sz="quarter" idx="17" hasCustomPrompt="1"/>
          </p:nvPr>
        </p:nvSpPr>
        <p:spPr>
          <a:xfrm>
            <a:off x="1525589" y="5470038"/>
            <a:ext cx="6661183" cy="6120916"/>
          </a:xfrm>
        </p:spPr>
        <p:txBody>
          <a:bodyPr lIns="0" tIns="0" rIns="457200" bIns="0" anchor="t">
            <a:normAutofit/>
          </a:bodyPr>
          <a:lstStyle>
            <a:lvl1pPr marL="0" indent="0">
              <a:lnSpc>
                <a:spcPts val="5278"/>
              </a:lnSpc>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subtitle or short description here.</a:t>
            </a:r>
          </a:p>
        </p:txBody>
      </p:sp>
      <p:sp>
        <p:nvSpPr>
          <p:cNvPr id="11" name="Picture Placeholder 9">
            <a:extLst>
              <a:ext uri="{FF2B5EF4-FFF2-40B4-BE49-F238E27FC236}">
                <a16:creationId xmlns:a16="http://schemas.microsoft.com/office/drawing/2014/main" id="{CE50541B-E931-2347-8CA8-B4382B6B446A}"/>
              </a:ext>
              <a:ext uri="{C183D7F6-B498-43B3-948B-1728B52AA6E4}">
                <adec:decorative xmlns:adec="http://schemas.microsoft.com/office/drawing/2017/decorative" val="1"/>
              </a:ext>
            </a:extLst>
          </p:cNvPr>
          <p:cNvSpPr>
            <a:spLocks noGrp="1"/>
          </p:cNvSpPr>
          <p:nvPr>
            <p:ph type="pic" sz="quarter" idx="10" hasCustomPrompt="1"/>
          </p:nvPr>
        </p:nvSpPr>
        <p:spPr>
          <a:xfrm>
            <a:off x="10440988" y="1524003"/>
            <a:ext cx="10670951" cy="10667998"/>
          </a:xfrm>
          <a:pattFill prst="wdUpDiag">
            <a:fgClr>
              <a:srgbClr val="FADFD9"/>
            </a:fgClr>
            <a:bgClr>
              <a:schemeClr val="bg1"/>
            </a:bgClr>
          </a:pattFill>
          <a:ln w="6350">
            <a:solidFill>
              <a:srgbClr val="F1EDE6"/>
            </a:solidFill>
          </a:ln>
          <a:effectLst/>
        </p:spPr>
        <p:txBody>
          <a:bodyPr anchor="ctr">
            <a:normAutofit/>
          </a:bodyPr>
          <a:lstStyle>
            <a:lvl1pPr marL="0" indent="0" algn="ctr">
              <a:buFontTx/>
              <a:buNone/>
              <a:defRPr sz="4400"/>
            </a:lvl1pPr>
          </a:lstStyle>
          <a:p>
            <a:r>
              <a:rPr lang="en-US"/>
              <a:t>Drag and drop image here</a:t>
            </a:r>
          </a:p>
        </p:txBody>
      </p:sp>
      <p:sp>
        <p:nvSpPr>
          <p:cNvPr id="13" name="Folded Corner 12">
            <a:extLst>
              <a:ext uri="{FF2B5EF4-FFF2-40B4-BE49-F238E27FC236}">
                <a16:creationId xmlns:a16="http://schemas.microsoft.com/office/drawing/2014/main" id="{7547DFDA-97B4-6745-93E3-46876A6523D8}"/>
              </a:ext>
              <a:ext uri="{C183D7F6-B498-43B3-948B-1728B52AA6E4}">
                <adec:decorative xmlns:adec="http://schemas.microsoft.com/office/drawing/2017/decorative" val="1"/>
              </a:ext>
            </a:extLst>
          </p:cNvPr>
          <p:cNvSpPr/>
          <p:nvPr/>
        </p:nvSpPr>
        <p:spPr>
          <a:xfrm>
            <a:off x="0" y="-2209801"/>
            <a:ext cx="12955587" cy="15817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a key piece of work in 1:1 format, such as a social post.</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265952771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itle collage 1">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12C0A422-248B-0648-8780-CE7B5F7D1B5E}"/>
              </a:ext>
              <a:ext uri="{C183D7F6-B498-43B3-948B-1728B52AA6E4}">
                <adec:decorative xmlns:adec="http://schemas.microsoft.com/office/drawing/2017/decorative" val="1"/>
              </a:ext>
            </a:extLst>
          </p:cNvPr>
          <p:cNvSpPr>
            <a:spLocks noGrp="1"/>
          </p:cNvSpPr>
          <p:nvPr>
            <p:ph type="pic" sz="quarter" idx="10" hasCustomPrompt="1"/>
          </p:nvPr>
        </p:nvSpPr>
        <p:spPr>
          <a:xfrm>
            <a:off x="-31579" y="1524000"/>
            <a:ext cx="15546386" cy="10668000"/>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3" name="Picture Placeholder 2">
            <a:extLst>
              <a:ext uri="{FF2B5EF4-FFF2-40B4-BE49-F238E27FC236}">
                <a16:creationId xmlns:a16="http://schemas.microsoft.com/office/drawing/2014/main" id="{A508CB4F-DC13-5D45-8758-2CE34F86D6C7}"/>
              </a:ext>
              <a:ext uri="{C183D7F6-B498-43B3-948B-1728B52AA6E4}">
                <adec:decorative xmlns:adec="http://schemas.microsoft.com/office/drawing/2017/decorative" val="1"/>
              </a:ext>
            </a:extLst>
          </p:cNvPr>
          <p:cNvSpPr>
            <a:spLocks noGrp="1"/>
          </p:cNvSpPr>
          <p:nvPr>
            <p:ph type="pic" sz="quarter" idx="11" hasCustomPrompt="1"/>
          </p:nvPr>
        </p:nvSpPr>
        <p:spPr>
          <a:xfrm>
            <a:off x="16155989" y="1513618"/>
            <a:ext cx="10670995" cy="10668000"/>
          </a:xfrm>
          <a:prstGeom prst="ellipse">
            <a:avLst/>
          </a:prstGeom>
          <a:pattFill prst="wdUpDiag">
            <a:fgClr>
              <a:srgbClr val="FADFD9"/>
            </a:fgClr>
            <a:bgClr>
              <a:schemeClr val="bg1"/>
            </a:bgClr>
          </a:pattFill>
        </p:spPr>
        <p:txBody>
          <a:bodyPr anchor="ctr" anchorCtr="0">
            <a:normAutofit/>
          </a:bodyPr>
          <a:lstStyle>
            <a:lvl1pPr marL="0" indent="0">
              <a:buFontTx/>
              <a:buNone/>
              <a:defRPr sz="4400"/>
            </a:lvl1pPr>
          </a:lstStyle>
          <a:p>
            <a:r>
              <a:rPr lang="en-US"/>
              <a:t>Drag and drop</a:t>
            </a:r>
          </a:p>
          <a:p>
            <a:r>
              <a:rPr lang="en-US"/>
              <a:t>image here</a:t>
            </a:r>
          </a:p>
        </p:txBody>
      </p:sp>
      <p:sp>
        <p:nvSpPr>
          <p:cNvPr id="4" name="Folded Corner 3">
            <a:extLst>
              <a:ext uri="{FF2B5EF4-FFF2-40B4-BE49-F238E27FC236}">
                <a16:creationId xmlns:a16="http://schemas.microsoft.com/office/drawing/2014/main" id="{CAA51D3D-5A4A-F140-9EC8-3A60F7385083}"/>
              </a:ext>
              <a:ext uri="{C183D7F6-B498-43B3-948B-1728B52AA6E4}">
                <adec:decorative xmlns:adec="http://schemas.microsoft.com/office/drawing/2017/decorative" val="1"/>
              </a:ext>
            </a:extLst>
          </p:cNvPr>
          <p:cNvSpPr/>
          <p:nvPr/>
        </p:nvSpPr>
        <p:spPr>
          <a:xfrm>
            <a:off x="0" y="-2514601"/>
            <a:ext cx="13107987" cy="18865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two images framed by LinkedIn’s brand shapes. </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68740163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itle collage 2">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12C0A422-248B-0648-8780-CE7B5F7D1B5E}"/>
              </a:ext>
              <a:ext uri="{C183D7F6-B498-43B3-948B-1728B52AA6E4}">
                <adec:decorative xmlns:adec="http://schemas.microsoft.com/office/drawing/2017/decorative" val="1"/>
              </a:ext>
            </a:extLst>
          </p:cNvPr>
          <p:cNvSpPr>
            <a:spLocks noGrp="1"/>
          </p:cNvSpPr>
          <p:nvPr>
            <p:ph type="pic" sz="quarter" idx="10" hasCustomPrompt="1"/>
          </p:nvPr>
        </p:nvSpPr>
        <p:spPr>
          <a:xfrm>
            <a:off x="-31579" y="0"/>
            <a:ext cx="15546386" cy="13716000"/>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3" name="Picture Placeholder 2">
            <a:extLst>
              <a:ext uri="{FF2B5EF4-FFF2-40B4-BE49-F238E27FC236}">
                <a16:creationId xmlns:a16="http://schemas.microsoft.com/office/drawing/2014/main" id="{A508CB4F-DC13-5D45-8758-2CE34F86D6C7}"/>
              </a:ext>
              <a:ext uri="{C183D7F6-B498-43B3-948B-1728B52AA6E4}">
                <adec:decorative xmlns:adec="http://schemas.microsoft.com/office/drawing/2017/decorative" val="1"/>
              </a:ext>
            </a:extLst>
          </p:cNvPr>
          <p:cNvSpPr>
            <a:spLocks noGrp="1"/>
          </p:cNvSpPr>
          <p:nvPr>
            <p:ph type="pic" sz="quarter" idx="11" hasCustomPrompt="1"/>
          </p:nvPr>
        </p:nvSpPr>
        <p:spPr>
          <a:xfrm>
            <a:off x="16155989" y="1513618"/>
            <a:ext cx="10670995" cy="10668000"/>
          </a:xfrm>
          <a:prstGeom prst="ellipse">
            <a:avLst/>
          </a:prstGeom>
          <a:pattFill prst="wdUpDiag">
            <a:fgClr>
              <a:srgbClr val="FADFD9"/>
            </a:fgClr>
            <a:bgClr>
              <a:schemeClr val="bg1"/>
            </a:bgClr>
          </a:pattFill>
        </p:spPr>
        <p:txBody>
          <a:bodyPr anchor="ctr" anchorCtr="0">
            <a:normAutofit/>
          </a:bodyPr>
          <a:lstStyle>
            <a:lvl1pPr marL="0" indent="0">
              <a:buFontTx/>
              <a:buNone/>
              <a:defRPr sz="4400"/>
            </a:lvl1pPr>
          </a:lstStyle>
          <a:p>
            <a:r>
              <a:rPr lang="en-US"/>
              <a:t>Drag and drop</a:t>
            </a:r>
          </a:p>
          <a:p>
            <a:r>
              <a:rPr lang="en-US"/>
              <a:t>image here</a:t>
            </a:r>
          </a:p>
        </p:txBody>
      </p:sp>
      <p:sp>
        <p:nvSpPr>
          <p:cNvPr id="5" name="Folded Corner 4">
            <a:extLst>
              <a:ext uri="{FF2B5EF4-FFF2-40B4-BE49-F238E27FC236}">
                <a16:creationId xmlns:a16="http://schemas.microsoft.com/office/drawing/2014/main" id="{26355AAF-9F15-ED48-8785-65140A2A9F21}"/>
              </a:ext>
              <a:ext uri="{C183D7F6-B498-43B3-948B-1728B52AA6E4}">
                <adec:decorative xmlns:adec="http://schemas.microsoft.com/office/drawing/2017/decorative" val="1"/>
              </a:ext>
            </a:extLst>
          </p:cNvPr>
          <p:cNvSpPr/>
          <p:nvPr/>
        </p:nvSpPr>
        <p:spPr>
          <a:xfrm>
            <a:off x="0" y="-2514601"/>
            <a:ext cx="13107987" cy="18865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two images framed by LinkedIn’s brand shapes. </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386775032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 collage 3">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12C0A422-248B-0648-8780-CE7B5F7D1B5E}"/>
              </a:ext>
              <a:ext uri="{C183D7F6-B498-43B3-948B-1728B52AA6E4}">
                <adec:decorative xmlns:adec="http://schemas.microsoft.com/office/drawing/2017/decorative" val="1"/>
              </a:ext>
            </a:extLst>
          </p:cNvPr>
          <p:cNvSpPr>
            <a:spLocks noGrp="1"/>
          </p:cNvSpPr>
          <p:nvPr>
            <p:ph type="pic" sz="quarter" idx="10" hasCustomPrompt="1"/>
          </p:nvPr>
        </p:nvSpPr>
        <p:spPr>
          <a:xfrm>
            <a:off x="8858374" y="1524000"/>
            <a:ext cx="15546386" cy="10668000"/>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3" name="Picture Placeholder 2">
            <a:extLst>
              <a:ext uri="{FF2B5EF4-FFF2-40B4-BE49-F238E27FC236}">
                <a16:creationId xmlns:a16="http://schemas.microsoft.com/office/drawing/2014/main" id="{A508CB4F-DC13-5D45-8758-2CE34F86D6C7}"/>
              </a:ext>
              <a:ext uri="{C183D7F6-B498-43B3-948B-1728B52AA6E4}">
                <adec:decorative xmlns:adec="http://schemas.microsoft.com/office/drawing/2017/decorative" val="1"/>
              </a:ext>
            </a:extLst>
          </p:cNvPr>
          <p:cNvSpPr>
            <a:spLocks noGrp="1"/>
          </p:cNvSpPr>
          <p:nvPr>
            <p:ph type="pic" sz="quarter" idx="11" hasCustomPrompt="1"/>
          </p:nvPr>
        </p:nvSpPr>
        <p:spPr>
          <a:xfrm>
            <a:off x="-2477903" y="1513618"/>
            <a:ext cx="10670995" cy="10668000"/>
          </a:xfrm>
          <a:prstGeom prst="ellipse">
            <a:avLst/>
          </a:prstGeom>
          <a:pattFill prst="wdUpDiag">
            <a:fgClr>
              <a:srgbClr val="FADFD9"/>
            </a:fgClr>
            <a:bgClr>
              <a:schemeClr val="bg1"/>
            </a:bgClr>
          </a:pattFill>
        </p:spPr>
        <p:txBody>
          <a:bodyPr anchor="ctr" anchorCtr="0">
            <a:normAutofit/>
          </a:bodyPr>
          <a:lstStyle>
            <a:lvl1pPr marL="0" indent="0">
              <a:buFontTx/>
              <a:buNone/>
              <a:defRPr sz="4400"/>
            </a:lvl1pPr>
          </a:lstStyle>
          <a:p>
            <a:r>
              <a:rPr lang="en-US"/>
              <a:t>	Drag and drop</a:t>
            </a:r>
          </a:p>
          <a:p>
            <a:r>
              <a:rPr lang="en-US"/>
              <a:t>	image here</a:t>
            </a:r>
          </a:p>
        </p:txBody>
      </p:sp>
      <p:sp>
        <p:nvSpPr>
          <p:cNvPr id="4" name="Folded Corner 3">
            <a:extLst>
              <a:ext uri="{FF2B5EF4-FFF2-40B4-BE49-F238E27FC236}">
                <a16:creationId xmlns:a16="http://schemas.microsoft.com/office/drawing/2014/main" id="{0B4F1E27-2EAC-BE4D-B9AB-B58FD0C2CD2F}"/>
              </a:ext>
              <a:ext uri="{C183D7F6-B498-43B3-948B-1728B52AA6E4}">
                <adec:decorative xmlns:adec="http://schemas.microsoft.com/office/drawing/2017/decorative" val="1"/>
              </a:ext>
            </a:extLst>
          </p:cNvPr>
          <p:cNvSpPr/>
          <p:nvPr/>
        </p:nvSpPr>
        <p:spPr>
          <a:xfrm>
            <a:off x="0" y="-2438401"/>
            <a:ext cx="124983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two images framed by LinkedIn’s brand shapes. </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363745640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collage 4">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12C0A422-248B-0648-8780-CE7B5F7D1B5E}"/>
              </a:ext>
              <a:ext uri="{C183D7F6-B498-43B3-948B-1728B52AA6E4}">
                <adec:decorative xmlns:adec="http://schemas.microsoft.com/office/drawing/2017/decorative" val="1"/>
              </a:ext>
            </a:extLst>
          </p:cNvPr>
          <p:cNvSpPr>
            <a:spLocks noGrp="1"/>
          </p:cNvSpPr>
          <p:nvPr>
            <p:ph type="pic" sz="quarter" idx="10" hasCustomPrompt="1"/>
          </p:nvPr>
        </p:nvSpPr>
        <p:spPr>
          <a:xfrm>
            <a:off x="8858374" y="0"/>
            <a:ext cx="15546386" cy="13716000"/>
          </a:xfrm>
          <a:pattFill prst="wdUpDiag">
            <a:fgClr>
              <a:srgbClr val="FADFD9"/>
            </a:fgClr>
            <a:bgClr>
              <a:schemeClr val="bg1"/>
            </a:bgClr>
          </a:pattFill>
        </p:spPr>
        <p:txBody>
          <a:bodyPr anchor="ctr">
            <a:normAutofit/>
          </a:bodyPr>
          <a:lstStyle>
            <a:lvl1pPr marL="0" indent="0" algn="ctr">
              <a:buFontTx/>
              <a:buNone/>
              <a:defRPr sz="4400"/>
            </a:lvl1pPr>
          </a:lstStyle>
          <a:p>
            <a:r>
              <a:rPr lang="en-US"/>
              <a:t>Drag and drop image here</a:t>
            </a:r>
          </a:p>
        </p:txBody>
      </p:sp>
      <p:sp>
        <p:nvSpPr>
          <p:cNvPr id="3" name="Picture Placeholder 2">
            <a:extLst>
              <a:ext uri="{FF2B5EF4-FFF2-40B4-BE49-F238E27FC236}">
                <a16:creationId xmlns:a16="http://schemas.microsoft.com/office/drawing/2014/main" id="{A508CB4F-DC13-5D45-8758-2CE34F86D6C7}"/>
              </a:ext>
              <a:ext uri="{C183D7F6-B498-43B3-948B-1728B52AA6E4}">
                <adec:decorative xmlns:adec="http://schemas.microsoft.com/office/drawing/2017/decorative" val="1"/>
              </a:ext>
            </a:extLst>
          </p:cNvPr>
          <p:cNvSpPr>
            <a:spLocks noGrp="1"/>
          </p:cNvSpPr>
          <p:nvPr>
            <p:ph type="pic" sz="quarter" idx="11" hasCustomPrompt="1"/>
          </p:nvPr>
        </p:nvSpPr>
        <p:spPr>
          <a:xfrm>
            <a:off x="-2477903" y="1513618"/>
            <a:ext cx="10670995" cy="10668000"/>
          </a:xfrm>
          <a:prstGeom prst="ellipse">
            <a:avLst/>
          </a:prstGeom>
          <a:pattFill prst="wdUpDiag">
            <a:fgClr>
              <a:srgbClr val="FADFD9"/>
            </a:fgClr>
            <a:bgClr>
              <a:schemeClr val="bg1"/>
            </a:bgClr>
          </a:pattFill>
        </p:spPr>
        <p:txBody>
          <a:bodyPr anchor="ctr" anchorCtr="0">
            <a:normAutofit/>
          </a:bodyPr>
          <a:lstStyle>
            <a:lvl1pPr marL="0" indent="0">
              <a:buFontTx/>
              <a:buNone/>
              <a:defRPr sz="4400"/>
            </a:lvl1pPr>
          </a:lstStyle>
          <a:p>
            <a:r>
              <a:rPr lang="en-US"/>
              <a:t>	Drag and drop</a:t>
            </a:r>
          </a:p>
          <a:p>
            <a:r>
              <a:rPr lang="en-US"/>
              <a:t>	image here</a:t>
            </a:r>
          </a:p>
        </p:txBody>
      </p:sp>
      <p:sp>
        <p:nvSpPr>
          <p:cNvPr id="5" name="Folded Corner 4">
            <a:extLst>
              <a:ext uri="{FF2B5EF4-FFF2-40B4-BE49-F238E27FC236}">
                <a16:creationId xmlns:a16="http://schemas.microsoft.com/office/drawing/2014/main" id="{46A007F7-3D25-7A40-992D-16C267DE53BF}"/>
              </a:ext>
              <a:ext uri="{C183D7F6-B498-43B3-948B-1728B52AA6E4}">
                <adec:decorative xmlns:adec="http://schemas.microsoft.com/office/drawing/2017/decorative" val="1"/>
              </a:ext>
            </a:extLst>
          </p:cNvPr>
          <p:cNvSpPr/>
          <p:nvPr/>
        </p:nvSpPr>
        <p:spPr>
          <a:xfrm>
            <a:off x="0" y="-2438401"/>
            <a:ext cx="124983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two images framed by LinkedIn’s brand shapes. </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52951633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CF9C1A4-6D74-5640-A765-AC446DBBC0CB}"/>
              </a:ext>
              <a:ext uri="{C183D7F6-B498-43B3-948B-1728B52AA6E4}">
                <adec:decorative xmlns:adec="http://schemas.microsoft.com/office/drawing/2017/decorative" val="1"/>
              </a:ext>
            </a:extLst>
          </p:cNvPr>
          <p:cNvSpPr>
            <a:spLocks noGrp="1"/>
          </p:cNvSpPr>
          <p:nvPr>
            <p:ph type="pic" sz="quarter" idx="10"/>
          </p:nvPr>
        </p:nvSpPr>
        <p:spPr>
          <a:xfrm>
            <a:off x="0" y="0"/>
            <a:ext cx="24387175" cy="13716000"/>
          </a:xfrm>
          <a:pattFill prst="wdUpDiag">
            <a:fgClr>
              <a:srgbClr val="FADFD9"/>
            </a:fgClr>
            <a:bgClr>
              <a:srgbClr val="FEFBF5"/>
            </a:bgClr>
          </a:pattFill>
        </p:spPr>
        <p:txBody>
          <a:bodyPr anchor="ctr">
            <a:normAutofit/>
          </a:bodyPr>
          <a:lstStyle>
            <a:lvl1pPr marL="0" indent="0" algn="ctr">
              <a:buFontTx/>
              <a:buNone/>
              <a:defRPr sz="4800"/>
            </a:lvl1pPr>
          </a:lstStyle>
          <a:p>
            <a:r>
              <a:rPr lang="en-US"/>
              <a:t>Click icon to add picture</a:t>
            </a:r>
          </a:p>
        </p:txBody>
      </p:sp>
      <p:sp>
        <p:nvSpPr>
          <p:cNvPr id="3" name="Folded Corner 2">
            <a:extLst>
              <a:ext uri="{FF2B5EF4-FFF2-40B4-BE49-F238E27FC236}">
                <a16:creationId xmlns:a16="http://schemas.microsoft.com/office/drawing/2014/main" id="{5C4DAE85-14A9-EF47-BDE6-DD3F7CE06625}"/>
              </a:ext>
              <a:ext uri="{C183D7F6-B498-43B3-948B-1728B52AA6E4}">
                <adec:decorative xmlns:adec="http://schemas.microsoft.com/office/drawing/2017/decorative" val="1"/>
              </a:ext>
            </a:extLst>
          </p:cNvPr>
          <p:cNvSpPr/>
          <p:nvPr/>
        </p:nvSpPr>
        <p:spPr>
          <a:xfrm>
            <a:off x="0" y="-2438401"/>
            <a:ext cx="124983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an image only.</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 Use this layout for impact of a compelling photograph.</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195078977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s on full page image 1">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EB38F29-74BF-1844-A629-2E26C512DC30}"/>
              </a:ext>
              <a:ext uri="{C183D7F6-B498-43B3-948B-1728B52AA6E4}">
                <adec:decorative xmlns:adec="http://schemas.microsoft.com/office/drawing/2017/decorative" val="1"/>
              </a:ext>
            </a:extLst>
          </p:cNvPr>
          <p:cNvSpPr>
            <a:spLocks noGrp="1"/>
          </p:cNvSpPr>
          <p:nvPr>
            <p:ph type="pic" sz="quarter" idx="10" hasCustomPrompt="1"/>
          </p:nvPr>
        </p:nvSpPr>
        <p:spPr>
          <a:xfrm>
            <a:off x="0" y="0"/>
            <a:ext cx="24387175" cy="13716000"/>
          </a:xfrm>
          <a:custGeom>
            <a:avLst/>
            <a:gdLst>
              <a:gd name="connsiteX0" fmla="*/ 6707189 w 24387176"/>
              <a:gd name="connsiteY0" fmla="*/ 1676400 h 13716000"/>
              <a:gd name="connsiteX1" fmla="*/ 1525589 w 24387176"/>
              <a:gd name="connsiteY1" fmla="*/ 6858000 h 13716000"/>
              <a:gd name="connsiteX2" fmla="*/ 6707189 w 24387176"/>
              <a:gd name="connsiteY2" fmla="*/ 12039600 h 13716000"/>
              <a:gd name="connsiteX3" fmla="*/ 11888788 w 24387176"/>
              <a:gd name="connsiteY3" fmla="*/ 6858000 h 13716000"/>
              <a:gd name="connsiteX4" fmla="*/ 6707189 w 24387176"/>
              <a:gd name="connsiteY4" fmla="*/ 1676400 h 13716000"/>
              <a:gd name="connsiteX5" fmla="*/ 0 w 24387176"/>
              <a:gd name="connsiteY5" fmla="*/ 0 h 13716000"/>
              <a:gd name="connsiteX6" fmla="*/ 24387176 w 24387176"/>
              <a:gd name="connsiteY6" fmla="*/ 0 h 13716000"/>
              <a:gd name="connsiteX7" fmla="*/ 24387176 w 24387176"/>
              <a:gd name="connsiteY7" fmla="*/ 13716000 h 13716000"/>
              <a:gd name="connsiteX8" fmla="*/ 0 w 24387176"/>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7176" h="13716000">
                <a:moveTo>
                  <a:pt x="6707189" y="1676400"/>
                </a:moveTo>
                <a:cubicBezTo>
                  <a:pt x="3845469" y="1676400"/>
                  <a:pt x="1525589" y="3996281"/>
                  <a:pt x="1525589" y="6858000"/>
                </a:cubicBezTo>
                <a:cubicBezTo>
                  <a:pt x="1525589" y="9719719"/>
                  <a:pt x="3845469" y="12039600"/>
                  <a:pt x="6707189" y="12039600"/>
                </a:cubicBezTo>
                <a:cubicBezTo>
                  <a:pt x="9568907" y="12039600"/>
                  <a:pt x="11888788" y="9719719"/>
                  <a:pt x="11888788" y="6858000"/>
                </a:cubicBezTo>
                <a:cubicBezTo>
                  <a:pt x="11888788" y="3996281"/>
                  <a:pt x="9568907" y="1676400"/>
                  <a:pt x="6707189" y="1676400"/>
                </a:cubicBezTo>
                <a:close/>
                <a:moveTo>
                  <a:pt x="0" y="0"/>
                </a:moveTo>
                <a:lnTo>
                  <a:pt x="24387176" y="0"/>
                </a:lnTo>
                <a:lnTo>
                  <a:pt x="24387176" y="13716000"/>
                </a:lnTo>
                <a:lnTo>
                  <a:pt x="0" y="13716000"/>
                </a:lnTo>
                <a:close/>
              </a:path>
            </a:pathLst>
          </a:custGeom>
          <a:pattFill prst="wdUpDiag">
            <a:fgClr>
              <a:srgbClr val="FADFD9"/>
            </a:fgClr>
            <a:bgClr>
              <a:srgbClr val="FEFBF5"/>
            </a:bgClr>
          </a:pattFill>
        </p:spPr>
        <p:txBody>
          <a:bodyPr wrap="square" rIns="1554480" anchor="ctr" anchorCtr="0">
            <a:noAutofit/>
          </a:bodyPr>
          <a:lstStyle>
            <a:lvl1pPr marL="0" indent="0" algn="r">
              <a:buFontTx/>
              <a:buNone/>
              <a:defRPr sz="4800"/>
            </a:lvl1pPr>
          </a:lstStyle>
          <a:p>
            <a:r>
              <a:rPr lang="en-US"/>
              <a:t>Drag and drop image from global shoot</a:t>
            </a:r>
          </a:p>
        </p:txBody>
      </p:sp>
      <p:sp>
        <p:nvSpPr>
          <p:cNvPr id="5" name="Title 1">
            <a:extLst>
              <a:ext uri="{FF2B5EF4-FFF2-40B4-BE49-F238E27FC236}">
                <a16:creationId xmlns:a16="http://schemas.microsoft.com/office/drawing/2014/main" id="{E9243437-47EF-6846-91CC-D19015EA4D0F}"/>
              </a:ext>
            </a:extLst>
          </p:cNvPr>
          <p:cNvSpPr>
            <a:spLocks noGrp="1"/>
          </p:cNvSpPr>
          <p:nvPr>
            <p:ph type="title" hasCustomPrompt="1"/>
          </p:nvPr>
        </p:nvSpPr>
        <p:spPr>
          <a:xfrm>
            <a:off x="3634724" y="4300153"/>
            <a:ext cx="6197593" cy="2710250"/>
          </a:xfrm>
        </p:spPr>
        <p:txBody>
          <a:bodyPr/>
          <a:lstStyle>
            <a:lvl1pPr>
              <a:defRPr lang="en-US" sz="8798" kern="1200" baseline="0" smtClean="0">
                <a:solidFill>
                  <a:schemeClr val="accent2"/>
                </a:solidFill>
                <a:latin typeface="Community Light" panose="02000303040000020003" pitchFamily="2" charset="0"/>
                <a:ea typeface="+mn-ea"/>
                <a:cs typeface="+mn-cs"/>
              </a:defRPr>
            </a:lvl1pPr>
          </a:lstStyle>
          <a:p>
            <a:pPr lvl="0"/>
            <a:r>
              <a:rPr lang="en-US"/>
              <a:t>Enter slide title in 2 lines</a:t>
            </a:r>
          </a:p>
        </p:txBody>
      </p:sp>
      <p:sp>
        <p:nvSpPr>
          <p:cNvPr id="6" name="Text Placeholder 9">
            <a:extLst>
              <a:ext uri="{FF2B5EF4-FFF2-40B4-BE49-F238E27FC236}">
                <a16:creationId xmlns:a16="http://schemas.microsoft.com/office/drawing/2014/main" id="{93D53A51-4ECB-AE42-9CB7-081FEDB8699B}"/>
              </a:ext>
            </a:extLst>
          </p:cNvPr>
          <p:cNvSpPr>
            <a:spLocks noGrp="1"/>
          </p:cNvSpPr>
          <p:nvPr>
            <p:ph type="body" sz="quarter" idx="12" hasCustomPrompt="1"/>
          </p:nvPr>
        </p:nvSpPr>
        <p:spPr>
          <a:xfrm flipH="1">
            <a:off x="3691996" y="7086601"/>
            <a:ext cx="6140321" cy="2710250"/>
          </a:xfrm>
        </p:spPr>
        <p:txBody>
          <a:bodyPr>
            <a:noAutofit/>
          </a:bodyPr>
          <a:lstStyle>
            <a:lvl1pPr>
              <a:defRPr sz="4800">
                <a:solidFill>
                  <a:schemeClr val="accent6"/>
                </a:solidFill>
              </a:defRPr>
            </a:lvl1pPr>
            <a:lvl2pPr>
              <a:defRPr sz="8798"/>
            </a:lvl2pPr>
            <a:lvl3pPr>
              <a:defRPr sz="8798"/>
            </a:lvl3pPr>
            <a:lvl4pPr>
              <a:defRPr sz="8798"/>
            </a:lvl4pPr>
            <a:lvl5pPr>
              <a:defRPr sz="8798"/>
            </a:lvl5pPr>
          </a:lstStyle>
          <a:p>
            <a:pPr lvl="0"/>
            <a:r>
              <a:rPr lang="en-US"/>
              <a:t>Enter your subtitle here,</a:t>
            </a:r>
            <a:br>
              <a:rPr lang="en-US"/>
            </a:br>
            <a:r>
              <a:rPr lang="en-US"/>
              <a:t>in less than three lines.</a:t>
            </a:r>
          </a:p>
        </p:txBody>
      </p:sp>
      <p:sp>
        <p:nvSpPr>
          <p:cNvPr id="8" name="Folded Corner 7">
            <a:extLst>
              <a:ext uri="{FF2B5EF4-FFF2-40B4-BE49-F238E27FC236}">
                <a16:creationId xmlns:a16="http://schemas.microsoft.com/office/drawing/2014/main" id="{752D1652-1560-A249-81D6-EC3064BEFB67}"/>
              </a:ext>
              <a:ext uri="{C183D7F6-B498-43B3-948B-1728B52AA6E4}">
                <adec:decorative xmlns:adec="http://schemas.microsoft.com/office/drawing/2017/decorative" val="1"/>
              </a:ext>
            </a:extLst>
          </p:cNvPr>
          <p:cNvSpPr/>
          <p:nvPr/>
        </p:nvSpPr>
        <p:spPr>
          <a:xfrm>
            <a:off x="36223" y="-2362199"/>
            <a:ext cx="124983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key message in the context of a full-bleed image.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123131950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itles on full page image 2">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EB38F29-74BF-1844-A629-2E26C512DC30}"/>
              </a:ext>
              <a:ext uri="{C183D7F6-B498-43B3-948B-1728B52AA6E4}">
                <adec:decorative xmlns:adec="http://schemas.microsoft.com/office/drawing/2017/decorative" val="1"/>
              </a:ext>
            </a:extLst>
          </p:cNvPr>
          <p:cNvSpPr>
            <a:spLocks noGrp="1"/>
          </p:cNvSpPr>
          <p:nvPr>
            <p:ph type="pic" sz="quarter" idx="10" hasCustomPrompt="1"/>
          </p:nvPr>
        </p:nvSpPr>
        <p:spPr>
          <a:xfrm flipH="1">
            <a:off x="0" y="0"/>
            <a:ext cx="24387175" cy="13716000"/>
          </a:xfrm>
          <a:custGeom>
            <a:avLst/>
            <a:gdLst>
              <a:gd name="connsiteX0" fmla="*/ 6707189 w 24387176"/>
              <a:gd name="connsiteY0" fmla="*/ 1676400 h 13716000"/>
              <a:gd name="connsiteX1" fmla="*/ 1525589 w 24387176"/>
              <a:gd name="connsiteY1" fmla="*/ 6858000 h 13716000"/>
              <a:gd name="connsiteX2" fmla="*/ 6707189 w 24387176"/>
              <a:gd name="connsiteY2" fmla="*/ 12039600 h 13716000"/>
              <a:gd name="connsiteX3" fmla="*/ 11888788 w 24387176"/>
              <a:gd name="connsiteY3" fmla="*/ 6858000 h 13716000"/>
              <a:gd name="connsiteX4" fmla="*/ 6707189 w 24387176"/>
              <a:gd name="connsiteY4" fmla="*/ 1676400 h 13716000"/>
              <a:gd name="connsiteX5" fmla="*/ 0 w 24387176"/>
              <a:gd name="connsiteY5" fmla="*/ 0 h 13716000"/>
              <a:gd name="connsiteX6" fmla="*/ 24387176 w 24387176"/>
              <a:gd name="connsiteY6" fmla="*/ 0 h 13716000"/>
              <a:gd name="connsiteX7" fmla="*/ 24387176 w 24387176"/>
              <a:gd name="connsiteY7" fmla="*/ 13716000 h 13716000"/>
              <a:gd name="connsiteX8" fmla="*/ 0 w 24387176"/>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7176" h="13716000">
                <a:moveTo>
                  <a:pt x="6707189" y="1676400"/>
                </a:moveTo>
                <a:cubicBezTo>
                  <a:pt x="3845469" y="1676400"/>
                  <a:pt x="1525589" y="3996281"/>
                  <a:pt x="1525589" y="6858000"/>
                </a:cubicBezTo>
                <a:cubicBezTo>
                  <a:pt x="1525589" y="9719719"/>
                  <a:pt x="3845469" y="12039600"/>
                  <a:pt x="6707189" y="12039600"/>
                </a:cubicBezTo>
                <a:cubicBezTo>
                  <a:pt x="9568907" y="12039600"/>
                  <a:pt x="11888788" y="9719719"/>
                  <a:pt x="11888788" y="6858000"/>
                </a:cubicBezTo>
                <a:cubicBezTo>
                  <a:pt x="11888788" y="3996281"/>
                  <a:pt x="9568907" y="1676400"/>
                  <a:pt x="6707189" y="1676400"/>
                </a:cubicBezTo>
                <a:close/>
                <a:moveTo>
                  <a:pt x="0" y="0"/>
                </a:moveTo>
                <a:lnTo>
                  <a:pt x="24387176" y="0"/>
                </a:lnTo>
                <a:lnTo>
                  <a:pt x="24387176" y="13716000"/>
                </a:lnTo>
                <a:lnTo>
                  <a:pt x="0" y="13716000"/>
                </a:lnTo>
                <a:close/>
              </a:path>
            </a:pathLst>
          </a:custGeom>
          <a:pattFill prst="wdUpDiag">
            <a:fgClr>
              <a:srgbClr val="FADFD9"/>
            </a:fgClr>
            <a:bgClr>
              <a:srgbClr val="FEFBF5"/>
            </a:bgClr>
          </a:pattFill>
        </p:spPr>
        <p:txBody>
          <a:bodyPr wrap="square" lIns="1554480" rIns="0" anchor="ctr" anchorCtr="0">
            <a:noAutofit/>
          </a:bodyPr>
          <a:lstStyle>
            <a:lvl1pPr marL="0" indent="0" algn="l">
              <a:buFontTx/>
              <a:buNone/>
              <a:defRPr sz="4800"/>
            </a:lvl1pPr>
          </a:lstStyle>
          <a:p>
            <a:r>
              <a:rPr lang="en-US"/>
              <a:t>Drag and drop image from global shoot</a:t>
            </a:r>
          </a:p>
        </p:txBody>
      </p:sp>
      <p:sp>
        <p:nvSpPr>
          <p:cNvPr id="5" name="Title 1">
            <a:extLst>
              <a:ext uri="{FF2B5EF4-FFF2-40B4-BE49-F238E27FC236}">
                <a16:creationId xmlns:a16="http://schemas.microsoft.com/office/drawing/2014/main" id="{E9243437-47EF-6846-91CC-D19015EA4D0F}"/>
              </a:ext>
            </a:extLst>
          </p:cNvPr>
          <p:cNvSpPr>
            <a:spLocks noGrp="1"/>
          </p:cNvSpPr>
          <p:nvPr>
            <p:ph type="title" hasCustomPrompt="1"/>
          </p:nvPr>
        </p:nvSpPr>
        <p:spPr>
          <a:xfrm>
            <a:off x="14588069" y="4300153"/>
            <a:ext cx="6197595" cy="2710250"/>
          </a:xfrm>
        </p:spPr>
        <p:txBody>
          <a:bodyPr/>
          <a:lstStyle>
            <a:lvl1pPr>
              <a:defRPr lang="en-US" sz="8798" kern="1200" baseline="0" smtClean="0">
                <a:solidFill>
                  <a:schemeClr val="accent2"/>
                </a:solidFill>
                <a:latin typeface="Community Light" panose="02000303040000020003" pitchFamily="2" charset="0"/>
                <a:ea typeface="+mn-ea"/>
                <a:cs typeface="+mn-cs"/>
              </a:defRPr>
            </a:lvl1pPr>
          </a:lstStyle>
          <a:p>
            <a:pPr lvl="0"/>
            <a:r>
              <a:rPr lang="en-US"/>
              <a:t>Enter slide title in 2 lines</a:t>
            </a:r>
          </a:p>
        </p:txBody>
      </p:sp>
      <p:sp>
        <p:nvSpPr>
          <p:cNvPr id="6" name="Text Placeholder 9">
            <a:extLst>
              <a:ext uri="{FF2B5EF4-FFF2-40B4-BE49-F238E27FC236}">
                <a16:creationId xmlns:a16="http://schemas.microsoft.com/office/drawing/2014/main" id="{93D53A51-4ECB-AE42-9CB7-081FEDB8699B}"/>
              </a:ext>
            </a:extLst>
          </p:cNvPr>
          <p:cNvSpPr>
            <a:spLocks noGrp="1"/>
          </p:cNvSpPr>
          <p:nvPr>
            <p:ph type="body" sz="quarter" idx="12" hasCustomPrompt="1"/>
          </p:nvPr>
        </p:nvSpPr>
        <p:spPr>
          <a:xfrm flipH="1">
            <a:off x="14645342" y="7086601"/>
            <a:ext cx="6140321" cy="2710250"/>
          </a:xfrm>
        </p:spPr>
        <p:txBody>
          <a:bodyPr>
            <a:noAutofit/>
          </a:bodyPr>
          <a:lstStyle>
            <a:lvl1pPr>
              <a:defRPr sz="4800">
                <a:solidFill>
                  <a:schemeClr val="accent6"/>
                </a:solidFill>
              </a:defRPr>
            </a:lvl1pPr>
            <a:lvl2pPr>
              <a:defRPr sz="8798"/>
            </a:lvl2pPr>
            <a:lvl3pPr>
              <a:defRPr sz="8798"/>
            </a:lvl3pPr>
            <a:lvl4pPr>
              <a:defRPr sz="8798"/>
            </a:lvl4pPr>
            <a:lvl5pPr>
              <a:defRPr sz="8798"/>
            </a:lvl5pPr>
          </a:lstStyle>
          <a:p>
            <a:pPr lvl="0"/>
            <a:r>
              <a:rPr lang="en-US"/>
              <a:t>Enter your subtitle here,</a:t>
            </a:r>
            <a:br>
              <a:rPr lang="en-US"/>
            </a:br>
            <a:r>
              <a:rPr lang="en-US"/>
              <a:t>in less than three lines.</a:t>
            </a:r>
          </a:p>
        </p:txBody>
      </p:sp>
      <p:sp>
        <p:nvSpPr>
          <p:cNvPr id="7" name="Folded Corner 6">
            <a:extLst>
              <a:ext uri="{FF2B5EF4-FFF2-40B4-BE49-F238E27FC236}">
                <a16:creationId xmlns:a16="http://schemas.microsoft.com/office/drawing/2014/main" id="{4A752271-0533-5C49-9CB4-B6592116AFAE}"/>
              </a:ext>
              <a:ext uri="{C183D7F6-B498-43B3-948B-1728B52AA6E4}">
                <adec:decorative xmlns:adec="http://schemas.microsoft.com/office/drawing/2017/decorative" val="1"/>
              </a:ext>
            </a:extLst>
          </p:cNvPr>
          <p:cNvSpPr/>
          <p:nvPr/>
        </p:nvSpPr>
        <p:spPr>
          <a:xfrm>
            <a:off x="36223" y="-2362199"/>
            <a:ext cx="124983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key message in the context of a full-bleed image.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361631085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s on image and insight 1">
    <p:bg>
      <p:bgPr>
        <a:solidFill>
          <a:srgbClr val="FEFAF5"/>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248E478-28A5-5640-A82F-01F6A7AA19A8}"/>
              </a:ext>
              <a:ext uri="{C183D7F6-B498-43B3-948B-1728B52AA6E4}">
                <adec:decorative xmlns:adec="http://schemas.microsoft.com/office/drawing/2017/decorative" val="1"/>
              </a:ext>
            </a:extLst>
          </p:cNvPr>
          <p:cNvSpPr>
            <a:spLocks noGrp="1"/>
          </p:cNvSpPr>
          <p:nvPr>
            <p:ph type="pic" sz="quarter" idx="10" hasCustomPrompt="1"/>
          </p:nvPr>
        </p:nvSpPr>
        <p:spPr>
          <a:xfrm>
            <a:off x="2" y="0"/>
            <a:ext cx="12193588" cy="13716000"/>
          </a:xfrm>
          <a:custGeom>
            <a:avLst/>
            <a:gdLst>
              <a:gd name="connsiteX0" fmla="*/ 6112619 w 12193587"/>
              <a:gd name="connsiteY0" fmla="*/ 1567542 h 13716000"/>
              <a:gd name="connsiteX1" fmla="*/ 800390 w 12193587"/>
              <a:gd name="connsiteY1" fmla="*/ 6879771 h 13716000"/>
              <a:gd name="connsiteX2" fmla="*/ 6112619 w 12193587"/>
              <a:gd name="connsiteY2" fmla="*/ 12192000 h 13716000"/>
              <a:gd name="connsiteX3" fmla="*/ 11424847 w 12193587"/>
              <a:gd name="connsiteY3" fmla="*/ 6879771 h 13716000"/>
              <a:gd name="connsiteX4" fmla="*/ 6112619 w 12193587"/>
              <a:gd name="connsiteY4" fmla="*/ 1567542 h 13716000"/>
              <a:gd name="connsiteX5" fmla="*/ 0 w 12193587"/>
              <a:gd name="connsiteY5" fmla="*/ 0 h 13716000"/>
              <a:gd name="connsiteX6" fmla="*/ 12193587 w 12193587"/>
              <a:gd name="connsiteY6" fmla="*/ 0 h 13716000"/>
              <a:gd name="connsiteX7" fmla="*/ 12193587 w 12193587"/>
              <a:gd name="connsiteY7" fmla="*/ 13716000 h 13716000"/>
              <a:gd name="connsiteX8" fmla="*/ 0 w 12193587"/>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7" h="13716000">
                <a:moveTo>
                  <a:pt x="6112619" y="1567542"/>
                </a:moveTo>
                <a:cubicBezTo>
                  <a:pt x="3178756" y="1567542"/>
                  <a:pt x="800390" y="3945909"/>
                  <a:pt x="800390" y="6879771"/>
                </a:cubicBezTo>
                <a:cubicBezTo>
                  <a:pt x="800390" y="9813634"/>
                  <a:pt x="3178756" y="12192000"/>
                  <a:pt x="6112619" y="12192000"/>
                </a:cubicBezTo>
                <a:cubicBezTo>
                  <a:pt x="9046481" y="12192000"/>
                  <a:pt x="11424847" y="9813634"/>
                  <a:pt x="11424847" y="6879771"/>
                </a:cubicBezTo>
                <a:cubicBezTo>
                  <a:pt x="11424847" y="3945909"/>
                  <a:pt x="9046481" y="1567542"/>
                  <a:pt x="6112619" y="1567542"/>
                </a:cubicBezTo>
                <a:close/>
                <a:moveTo>
                  <a:pt x="0" y="0"/>
                </a:moveTo>
                <a:lnTo>
                  <a:pt x="12193587" y="0"/>
                </a:lnTo>
                <a:lnTo>
                  <a:pt x="12193587" y="13716000"/>
                </a:lnTo>
                <a:lnTo>
                  <a:pt x="0" y="13716000"/>
                </a:lnTo>
                <a:close/>
              </a:path>
            </a:pathLst>
          </a:custGeom>
          <a:pattFill prst="wdUpDiag">
            <a:fgClr>
              <a:srgbClr val="FADFD9"/>
            </a:fgClr>
            <a:bgClr>
              <a:srgbClr val="FEFBF5"/>
            </a:bgClr>
          </a:pattFill>
        </p:spPr>
        <p:txBody>
          <a:bodyPr wrap="square" tIns="457200" anchor="t" anchorCtr="0">
            <a:noAutofit/>
          </a:bodyPr>
          <a:lstStyle>
            <a:lvl1pPr marL="0" indent="0" algn="ctr">
              <a:buFontTx/>
              <a:buNone/>
              <a:defRPr sz="4800"/>
            </a:lvl1pPr>
          </a:lstStyle>
          <a:p>
            <a:r>
              <a:rPr lang="en-US"/>
              <a:t>Drag and drop photo into image placeholder</a:t>
            </a:r>
          </a:p>
        </p:txBody>
      </p:sp>
      <p:sp>
        <p:nvSpPr>
          <p:cNvPr id="11" name="Title 1">
            <a:extLst>
              <a:ext uri="{FF2B5EF4-FFF2-40B4-BE49-F238E27FC236}">
                <a16:creationId xmlns:a16="http://schemas.microsoft.com/office/drawing/2014/main" id="{A64E66E2-5CC4-E54B-9A89-1A3A9E24A9B4}"/>
              </a:ext>
            </a:extLst>
          </p:cNvPr>
          <p:cNvSpPr>
            <a:spLocks noGrp="1"/>
          </p:cNvSpPr>
          <p:nvPr>
            <p:ph type="title" hasCustomPrompt="1"/>
          </p:nvPr>
        </p:nvSpPr>
        <p:spPr>
          <a:xfrm>
            <a:off x="3262189" y="4300153"/>
            <a:ext cx="6197595" cy="2710250"/>
          </a:xfrm>
        </p:spPr>
        <p:txBody>
          <a:bodyPr/>
          <a:lstStyle>
            <a:lvl1pPr>
              <a:defRPr lang="en-US" sz="8798" kern="1200" baseline="0" smtClean="0">
                <a:solidFill>
                  <a:schemeClr val="accent2"/>
                </a:solidFill>
                <a:latin typeface="Community Light" panose="02000303040000020003" pitchFamily="2" charset="0"/>
                <a:ea typeface="+mn-ea"/>
                <a:cs typeface="+mn-cs"/>
              </a:defRPr>
            </a:lvl1pPr>
          </a:lstStyle>
          <a:p>
            <a:pPr lvl="0"/>
            <a:r>
              <a:rPr lang="en-US"/>
              <a:t>Slide title here in 2 lines</a:t>
            </a:r>
          </a:p>
        </p:txBody>
      </p:sp>
      <p:sp>
        <p:nvSpPr>
          <p:cNvPr id="12" name="Text Placeholder 9">
            <a:extLst>
              <a:ext uri="{FF2B5EF4-FFF2-40B4-BE49-F238E27FC236}">
                <a16:creationId xmlns:a16="http://schemas.microsoft.com/office/drawing/2014/main" id="{27838BAF-8EFF-8F48-8AF2-76609DC0A064}"/>
              </a:ext>
            </a:extLst>
          </p:cNvPr>
          <p:cNvSpPr>
            <a:spLocks noGrp="1"/>
          </p:cNvSpPr>
          <p:nvPr>
            <p:ph type="body" sz="quarter" idx="12" hasCustomPrompt="1"/>
          </p:nvPr>
        </p:nvSpPr>
        <p:spPr>
          <a:xfrm flipH="1">
            <a:off x="3319463" y="7086600"/>
            <a:ext cx="6058203" cy="3048000"/>
          </a:xfrm>
        </p:spPr>
        <p:txBody>
          <a:bodyPr>
            <a:noAutofit/>
          </a:bodyPr>
          <a:lstStyle>
            <a:lvl1pPr>
              <a:defRPr sz="4800">
                <a:solidFill>
                  <a:schemeClr val="accent6"/>
                </a:solidFill>
              </a:defRPr>
            </a:lvl1pPr>
            <a:lvl2pPr>
              <a:defRPr sz="8798"/>
            </a:lvl2pPr>
            <a:lvl3pPr>
              <a:defRPr sz="8798"/>
            </a:lvl3pPr>
            <a:lvl4pPr>
              <a:defRPr sz="8798"/>
            </a:lvl4pPr>
            <a:lvl5pPr>
              <a:defRPr sz="8798"/>
            </a:lvl5pPr>
          </a:lstStyle>
          <a:p>
            <a:pPr lvl="0"/>
            <a:r>
              <a:rPr lang="en-US"/>
              <a:t>Enter your subtitle here,</a:t>
            </a:r>
            <a:br>
              <a:rPr lang="en-US"/>
            </a:br>
            <a:r>
              <a:rPr lang="en-US"/>
              <a:t>in less than three lines.</a:t>
            </a:r>
          </a:p>
        </p:txBody>
      </p:sp>
      <p:sp>
        <p:nvSpPr>
          <p:cNvPr id="14" name="Title 1">
            <a:extLst>
              <a:ext uri="{FF2B5EF4-FFF2-40B4-BE49-F238E27FC236}">
                <a16:creationId xmlns:a16="http://schemas.microsoft.com/office/drawing/2014/main" id="{A596639B-86A2-F44A-9E0E-5C4301494A50}"/>
              </a:ext>
            </a:extLst>
          </p:cNvPr>
          <p:cNvSpPr txBox="1">
            <a:spLocks/>
          </p:cNvSpPr>
          <p:nvPr/>
        </p:nvSpPr>
        <p:spPr>
          <a:xfrm>
            <a:off x="15194521" y="4300153"/>
            <a:ext cx="6163252" cy="5834450"/>
          </a:xfrm>
          <a:prstGeom prst="rect">
            <a:avLst/>
          </a:prstGeom>
        </p:spPr>
        <p:txBody>
          <a:bodyPr vert="horz" lIns="0" tIns="45714" rIns="0" bIns="45714" rtlCol="0" anchor="t" anchorCtr="0">
            <a:noAutofit/>
          </a:bodyPr>
          <a:lstStyle>
            <a:lvl1pPr algn="l" defTabSz="1828800" rtl="0" eaLnBrk="1" latinLnBrk="0" hangingPunct="1">
              <a:lnSpc>
                <a:spcPct val="90000"/>
              </a:lnSpc>
              <a:spcBef>
                <a:spcPct val="0"/>
              </a:spcBef>
              <a:buNone/>
              <a:defRPr lang="en-US" sz="8800" kern="1200" baseline="0" smtClean="0">
                <a:solidFill>
                  <a:schemeClr val="accent2"/>
                </a:solidFill>
                <a:latin typeface="Community Light" panose="02000303040000020003" pitchFamily="2" charset="0"/>
                <a:ea typeface="+mn-ea"/>
                <a:cs typeface="+mn-cs"/>
              </a:defRPr>
            </a:lvl1pPr>
          </a:lstStyle>
          <a:p>
            <a:r>
              <a:rPr lang="en-US" sz="9598"/>
              <a:t>Enter key insight or main idea, up to four lines</a:t>
            </a:r>
          </a:p>
        </p:txBody>
      </p:sp>
      <p:sp>
        <p:nvSpPr>
          <p:cNvPr id="6" name="Folded Corner 5">
            <a:extLst>
              <a:ext uri="{FF2B5EF4-FFF2-40B4-BE49-F238E27FC236}">
                <a16:creationId xmlns:a16="http://schemas.microsoft.com/office/drawing/2014/main" id="{EFED0C2D-9CD9-C846-AE32-EC610BF26EEB}"/>
              </a:ext>
              <a:ext uri="{C183D7F6-B498-43B3-948B-1728B52AA6E4}">
                <adec:decorative xmlns:adec="http://schemas.microsoft.com/office/drawing/2017/decorative" val="1"/>
              </a:ext>
            </a:extLst>
          </p:cNvPr>
          <p:cNvSpPr/>
          <p:nvPr/>
        </p:nvSpPr>
        <p:spPr>
          <a:xfrm>
            <a:off x="36223" y="-2362199"/>
            <a:ext cx="124983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pair key message and image with a key insight.</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362131211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itles on image and insight 2">
    <p:bg>
      <p:bgPr>
        <a:solidFill>
          <a:srgbClr val="FEFAF5"/>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248E478-28A5-5640-A82F-01F6A7AA19A8}"/>
              </a:ext>
              <a:ext uri="{C183D7F6-B498-43B3-948B-1728B52AA6E4}">
                <adec:decorative xmlns:adec="http://schemas.microsoft.com/office/drawing/2017/decorative" val="1"/>
              </a:ext>
            </a:extLst>
          </p:cNvPr>
          <p:cNvSpPr>
            <a:spLocks noGrp="1"/>
          </p:cNvSpPr>
          <p:nvPr>
            <p:ph type="pic" sz="quarter" idx="10" hasCustomPrompt="1"/>
          </p:nvPr>
        </p:nvSpPr>
        <p:spPr>
          <a:xfrm>
            <a:off x="12193587" y="0"/>
            <a:ext cx="12193588" cy="13716000"/>
          </a:xfrm>
          <a:custGeom>
            <a:avLst/>
            <a:gdLst>
              <a:gd name="connsiteX0" fmla="*/ 6112619 w 12193587"/>
              <a:gd name="connsiteY0" fmla="*/ 1567542 h 13716000"/>
              <a:gd name="connsiteX1" fmla="*/ 800390 w 12193587"/>
              <a:gd name="connsiteY1" fmla="*/ 6879771 h 13716000"/>
              <a:gd name="connsiteX2" fmla="*/ 6112619 w 12193587"/>
              <a:gd name="connsiteY2" fmla="*/ 12192000 h 13716000"/>
              <a:gd name="connsiteX3" fmla="*/ 11424847 w 12193587"/>
              <a:gd name="connsiteY3" fmla="*/ 6879771 h 13716000"/>
              <a:gd name="connsiteX4" fmla="*/ 6112619 w 12193587"/>
              <a:gd name="connsiteY4" fmla="*/ 1567542 h 13716000"/>
              <a:gd name="connsiteX5" fmla="*/ 0 w 12193587"/>
              <a:gd name="connsiteY5" fmla="*/ 0 h 13716000"/>
              <a:gd name="connsiteX6" fmla="*/ 12193587 w 12193587"/>
              <a:gd name="connsiteY6" fmla="*/ 0 h 13716000"/>
              <a:gd name="connsiteX7" fmla="*/ 12193587 w 12193587"/>
              <a:gd name="connsiteY7" fmla="*/ 13716000 h 13716000"/>
              <a:gd name="connsiteX8" fmla="*/ 0 w 12193587"/>
              <a:gd name="connsiteY8"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3587" h="13716000">
                <a:moveTo>
                  <a:pt x="6112619" y="1567542"/>
                </a:moveTo>
                <a:cubicBezTo>
                  <a:pt x="3178756" y="1567542"/>
                  <a:pt x="800390" y="3945909"/>
                  <a:pt x="800390" y="6879771"/>
                </a:cubicBezTo>
                <a:cubicBezTo>
                  <a:pt x="800390" y="9813634"/>
                  <a:pt x="3178756" y="12192000"/>
                  <a:pt x="6112619" y="12192000"/>
                </a:cubicBezTo>
                <a:cubicBezTo>
                  <a:pt x="9046481" y="12192000"/>
                  <a:pt x="11424847" y="9813634"/>
                  <a:pt x="11424847" y="6879771"/>
                </a:cubicBezTo>
                <a:cubicBezTo>
                  <a:pt x="11424847" y="3945909"/>
                  <a:pt x="9046481" y="1567542"/>
                  <a:pt x="6112619" y="1567542"/>
                </a:cubicBezTo>
                <a:close/>
                <a:moveTo>
                  <a:pt x="0" y="0"/>
                </a:moveTo>
                <a:lnTo>
                  <a:pt x="12193587" y="0"/>
                </a:lnTo>
                <a:lnTo>
                  <a:pt x="12193587" y="13716000"/>
                </a:lnTo>
                <a:lnTo>
                  <a:pt x="0" y="13716000"/>
                </a:lnTo>
                <a:close/>
              </a:path>
            </a:pathLst>
          </a:custGeom>
          <a:pattFill prst="wdUpDiag">
            <a:fgClr>
              <a:srgbClr val="FADFD9"/>
            </a:fgClr>
            <a:bgClr>
              <a:srgbClr val="FEFBF5"/>
            </a:bgClr>
          </a:pattFill>
        </p:spPr>
        <p:txBody>
          <a:bodyPr wrap="square" tIns="457200" anchor="t" anchorCtr="0">
            <a:noAutofit/>
          </a:bodyPr>
          <a:lstStyle>
            <a:lvl1pPr marL="0" indent="0" algn="ctr">
              <a:buFontTx/>
              <a:buNone/>
              <a:defRPr sz="4800"/>
            </a:lvl1pPr>
          </a:lstStyle>
          <a:p>
            <a:r>
              <a:rPr lang="en-US"/>
              <a:t>Drag and drop photo into image placeholder</a:t>
            </a:r>
          </a:p>
        </p:txBody>
      </p:sp>
      <p:sp>
        <p:nvSpPr>
          <p:cNvPr id="11" name="Title 1">
            <a:extLst>
              <a:ext uri="{FF2B5EF4-FFF2-40B4-BE49-F238E27FC236}">
                <a16:creationId xmlns:a16="http://schemas.microsoft.com/office/drawing/2014/main" id="{A64E66E2-5CC4-E54B-9A89-1A3A9E24A9B4}"/>
              </a:ext>
            </a:extLst>
          </p:cNvPr>
          <p:cNvSpPr>
            <a:spLocks noGrp="1"/>
          </p:cNvSpPr>
          <p:nvPr>
            <p:ph type="title" hasCustomPrompt="1"/>
          </p:nvPr>
        </p:nvSpPr>
        <p:spPr>
          <a:xfrm>
            <a:off x="15455776" y="4300153"/>
            <a:ext cx="6197595" cy="2710250"/>
          </a:xfrm>
        </p:spPr>
        <p:txBody>
          <a:bodyPr/>
          <a:lstStyle>
            <a:lvl1pPr>
              <a:defRPr lang="en-US" sz="8798" kern="1200" baseline="0" smtClean="0">
                <a:solidFill>
                  <a:schemeClr val="accent2"/>
                </a:solidFill>
                <a:latin typeface="Community Light" panose="02000303040000020003" pitchFamily="2" charset="0"/>
                <a:ea typeface="+mn-ea"/>
                <a:cs typeface="+mn-cs"/>
              </a:defRPr>
            </a:lvl1pPr>
          </a:lstStyle>
          <a:p>
            <a:pPr lvl="0"/>
            <a:r>
              <a:rPr lang="en-US"/>
              <a:t>Slide title here in 2 lines</a:t>
            </a:r>
          </a:p>
        </p:txBody>
      </p:sp>
      <p:sp>
        <p:nvSpPr>
          <p:cNvPr id="12" name="Text Placeholder 9">
            <a:extLst>
              <a:ext uri="{FF2B5EF4-FFF2-40B4-BE49-F238E27FC236}">
                <a16:creationId xmlns:a16="http://schemas.microsoft.com/office/drawing/2014/main" id="{27838BAF-8EFF-8F48-8AF2-76609DC0A064}"/>
              </a:ext>
            </a:extLst>
          </p:cNvPr>
          <p:cNvSpPr>
            <a:spLocks noGrp="1"/>
          </p:cNvSpPr>
          <p:nvPr>
            <p:ph type="body" sz="quarter" idx="12" hasCustomPrompt="1"/>
          </p:nvPr>
        </p:nvSpPr>
        <p:spPr>
          <a:xfrm flipH="1">
            <a:off x="15513049" y="7086600"/>
            <a:ext cx="6058203" cy="3048000"/>
          </a:xfrm>
        </p:spPr>
        <p:txBody>
          <a:bodyPr>
            <a:noAutofit/>
          </a:bodyPr>
          <a:lstStyle>
            <a:lvl1pPr>
              <a:defRPr sz="4800">
                <a:solidFill>
                  <a:schemeClr val="accent6"/>
                </a:solidFill>
              </a:defRPr>
            </a:lvl1pPr>
            <a:lvl2pPr>
              <a:defRPr sz="8798"/>
            </a:lvl2pPr>
            <a:lvl3pPr>
              <a:defRPr sz="8798"/>
            </a:lvl3pPr>
            <a:lvl4pPr>
              <a:defRPr sz="8798"/>
            </a:lvl4pPr>
            <a:lvl5pPr>
              <a:defRPr sz="8798"/>
            </a:lvl5pPr>
          </a:lstStyle>
          <a:p>
            <a:pPr lvl="0"/>
            <a:r>
              <a:rPr lang="en-US"/>
              <a:t>Enter your subtitle here,</a:t>
            </a:r>
            <a:br>
              <a:rPr lang="en-US"/>
            </a:br>
            <a:r>
              <a:rPr lang="en-US"/>
              <a:t>in less than three lines.</a:t>
            </a:r>
          </a:p>
        </p:txBody>
      </p:sp>
      <p:sp>
        <p:nvSpPr>
          <p:cNvPr id="14" name="Title 1">
            <a:extLst>
              <a:ext uri="{FF2B5EF4-FFF2-40B4-BE49-F238E27FC236}">
                <a16:creationId xmlns:a16="http://schemas.microsoft.com/office/drawing/2014/main" id="{A596639B-86A2-F44A-9E0E-5C4301494A50}"/>
              </a:ext>
            </a:extLst>
          </p:cNvPr>
          <p:cNvSpPr txBox="1">
            <a:spLocks/>
          </p:cNvSpPr>
          <p:nvPr/>
        </p:nvSpPr>
        <p:spPr>
          <a:xfrm>
            <a:off x="2815925" y="4300153"/>
            <a:ext cx="6198055" cy="5834450"/>
          </a:xfrm>
          <a:prstGeom prst="rect">
            <a:avLst/>
          </a:prstGeom>
        </p:spPr>
        <p:txBody>
          <a:bodyPr vert="horz" lIns="0" tIns="45714" rIns="0" bIns="45714" rtlCol="0" anchor="t" anchorCtr="0">
            <a:noAutofit/>
          </a:bodyPr>
          <a:lstStyle>
            <a:lvl1pPr algn="l" defTabSz="1828800" rtl="0" eaLnBrk="1" latinLnBrk="0" hangingPunct="1">
              <a:lnSpc>
                <a:spcPct val="90000"/>
              </a:lnSpc>
              <a:spcBef>
                <a:spcPct val="0"/>
              </a:spcBef>
              <a:buNone/>
              <a:defRPr lang="en-US" sz="8800" kern="1200" baseline="0" smtClean="0">
                <a:solidFill>
                  <a:schemeClr val="accent2"/>
                </a:solidFill>
                <a:latin typeface="Community Light" panose="02000303040000020003" pitchFamily="2" charset="0"/>
                <a:ea typeface="+mn-ea"/>
                <a:cs typeface="+mn-cs"/>
              </a:defRPr>
            </a:lvl1pPr>
          </a:lstStyle>
          <a:p>
            <a:r>
              <a:rPr lang="en-US" sz="9598"/>
              <a:t>Enter key insight or main idea, up to four lines</a:t>
            </a:r>
          </a:p>
        </p:txBody>
      </p:sp>
      <p:sp>
        <p:nvSpPr>
          <p:cNvPr id="6" name="Folded Corner 5">
            <a:extLst>
              <a:ext uri="{FF2B5EF4-FFF2-40B4-BE49-F238E27FC236}">
                <a16:creationId xmlns:a16="http://schemas.microsoft.com/office/drawing/2014/main" id="{91806BB5-5278-9E43-9C18-F343F5A89BF5}"/>
              </a:ext>
              <a:ext uri="{C183D7F6-B498-43B3-948B-1728B52AA6E4}">
                <adec:decorative xmlns:adec="http://schemas.microsoft.com/office/drawing/2017/decorative" val="1"/>
              </a:ext>
            </a:extLst>
          </p:cNvPr>
          <p:cNvSpPr/>
          <p:nvPr/>
        </p:nvSpPr>
        <p:spPr>
          <a:xfrm>
            <a:off x="36223" y="-2362199"/>
            <a:ext cx="124983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pair key message and image with a key insight.</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140489705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square image collage">
    <p:spTree>
      <p:nvGrpSpPr>
        <p:cNvPr id="1" name=""/>
        <p:cNvGrpSpPr/>
        <p:nvPr/>
      </p:nvGrpSpPr>
      <p:grpSpPr>
        <a:xfrm>
          <a:off x="0" y="0"/>
          <a:ext cx="0" cy="0"/>
          <a:chOff x="0" y="0"/>
          <a:chExt cx="0" cy="0"/>
        </a:xfrm>
      </p:grpSpPr>
      <p:sp>
        <p:nvSpPr>
          <p:cNvPr id="24" name="Picture Placeholder 19">
            <a:extLst>
              <a:ext uri="{FF2B5EF4-FFF2-40B4-BE49-F238E27FC236}">
                <a16:creationId xmlns:a16="http://schemas.microsoft.com/office/drawing/2014/main" id="{9C410EEE-CD20-E74B-B73A-6D7901CC10E5}"/>
              </a:ext>
              <a:ext uri="{C183D7F6-B498-43B3-948B-1728B52AA6E4}">
                <adec:decorative xmlns:adec="http://schemas.microsoft.com/office/drawing/2017/decorative" val="1"/>
              </a:ext>
            </a:extLst>
          </p:cNvPr>
          <p:cNvSpPr>
            <a:spLocks noGrp="1"/>
          </p:cNvSpPr>
          <p:nvPr>
            <p:ph type="pic" sz="quarter" idx="10" hasCustomPrompt="1"/>
          </p:nvPr>
        </p:nvSpPr>
        <p:spPr>
          <a:xfrm>
            <a:off x="10311626" y="818710"/>
            <a:ext cx="3763924" cy="3767328"/>
          </a:xfrm>
          <a:pattFill prst="wdUpDiag">
            <a:fgClr>
              <a:srgbClr val="FADFD9"/>
            </a:fgClr>
            <a:bgClr>
              <a:schemeClr val="bg1"/>
            </a:bgClr>
          </a:pattFill>
        </p:spPr>
        <p:txBody>
          <a:bodyPr lIns="457200" rIns="457200" anchor="ctr" anchorCtr="0">
            <a:normAutofit/>
          </a:bodyPr>
          <a:lstStyle>
            <a:lvl1pPr marL="0" indent="0" algn="l">
              <a:buFontTx/>
              <a:buNone/>
              <a:defRPr sz="2400" b="0" i="0">
                <a:latin typeface="Community Light" panose="02000303040000020003" pitchFamily="2" charset="0"/>
              </a:defRPr>
            </a:lvl1pPr>
          </a:lstStyle>
          <a:p>
            <a:r>
              <a:rPr lang="en-US"/>
              <a:t>Drag and drop one image here</a:t>
            </a:r>
          </a:p>
        </p:txBody>
      </p:sp>
      <p:sp>
        <p:nvSpPr>
          <p:cNvPr id="25" name="Picture Placeholder 19">
            <a:extLst>
              <a:ext uri="{FF2B5EF4-FFF2-40B4-BE49-F238E27FC236}">
                <a16:creationId xmlns:a16="http://schemas.microsoft.com/office/drawing/2014/main" id="{F1AD9C98-DCA8-C84A-B720-3F181FF74097}"/>
              </a:ext>
              <a:ext uri="{C183D7F6-B498-43B3-948B-1728B52AA6E4}">
                <adec:decorative xmlns:adec="http://schemas.microsoft.com/office/drawing/2017/decorative" val="1"/>
              </a:ext>
            </a:extLst>
          </p:cNvPr>
          <p:cNvSpPr>
            <a:spLocks noGrp="1"/>
          </p:cNvSpPr>
          <p:nvPr>
            <p:ph type="pic" sz="quarter" idx="11" hasCustomPrompt="1"/>
          </p:nvPr>
        </p:nvSpPr>
        <p:spPr>
          <a:xfrm>
            <a:off x="14435754" y="818710"/>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26" name="Picture Placeholder 19">
            <a:extLst>
              <a:ext uri="{FF2B5EF4-FFF2-40B4-BE49-F238E27FC236}">
                <a16:creationId xmlns:a16="http://schemas.microsoft.com/office/drawing/2014/main" id="{568040CF-1E94-6842-9194-713C2B4BDA82}"/>
              </a:ext>
              <a:ext uri="{C183D7F6-B498-43B3-948B-1728B52AA6E4}">
                <adec:decorative xmlns:adec="http://schemas.microsoft.com/office/drawing/2017/decorative" val="1"/>
              </a:ext>
            </a:extLst>
          </p:cNvPr>
          <p:cNvSpPr>
            <a:spLocks noGrp="1"/>
          </p:cNvSpPr>
          <p:nvPr>
            <p:ph type="pic" sz="quarter" idx="12" hasCustomPrompt="1"/>
          </p:nvPr>
        </p:nvSpPr>
        <p:spPr>
          <a:xfrm>
            <a:off x="18581146" y="818710"/>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28" name="Picture Placeholder 19">
            <a:extLst>
              <a:ext uri="{FF2B5EF4-FFF2-40B4-BE49-F238E27FC236}">
                <a16:creationId xmlns:a16="http://schemas.microsoft.com/office/drawing/2014/main" id="{5CD8E3D7-A3EC-7B42-8FFA-3C4BF3773423}"/>
              </a:ext>
              <a:ext uri="{C183D7F6-B498-43B3-948B-1728B52AA6E4}">
                <adec:decorative xmlns:adec="http://schemas.microsoft.com/office/drawing/2017/decorative" val="1"/>
              </a:ext>
            </a:extLst>
          </p:cNvPr>
          <p:cNvSpPr>
            <a:spLocks noGrp="1"/>
          </p:cNvSpPr>
          <p:nvPr>
            <p:ph type="pic" sz="quarter" idx="14" hasCustomPrompt="1"/>
          </p:nvPr>
        </p:nvSpPr>
        <p:spPr>
          <a:xfrm>
            <a:off x="10311626" y="4926422"/>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29" name="Picture Placeholder 19">
            <a:extLst>
              <a:ext uri="{FF2B5EF4-FFF2-40B4-BE49-F238E27FC236}">
                <a16:creationId xmlns:a16="http://schemas.microsoft.com/office/drawing/2014/main" id="{9077D294-559B-EE48-B80E-3C207D36CE07}"/>
              </a:ext>
              <a:ext uri="{C183D7F6-B498-43B3-948B-1728B52AA6E4}">
                <adec:decorative xmlns:adec="http://schemas.microsoft.com/office/drawing/2017/decorative" val="1"/>
              </a:ext>
            </a:extLst>
          </p:cNvPr>
          <p:cNvSpPr>
            <a:spLocks noGrp="1"/>
          </p:cNvSpPr>
          <p:nvPr>
            <p:ph type="pic" sz="quarter" idx="15" hasCustomPrompt="1"/>
          </p:nvPr>
        </p:nvSpPr>
        <p:spPr>
          <a:xfrm>
            <a:off x="14457019" y="4926422"/>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30" name="Picture Placeholder 19">
            <a:extLst>
              <a:ext uri="{FF2B5EF4-FFF2-40B4-BE49-F238E27FC236}">
                <a16:creationId xmlns:a16="http://schemas.microsoft.com/office/drawing/2014/main" id="{7CFB663F-34ED-C64A-A8CE-0B95B2C20E03}"/>
              </a:ext>
              <a:ext uri="{C183D7F6-B498-43B3-948B-1728B52AA6E4}">
                <adec:decorative xmlns:adec="http://schemas.microsoft.com/office/drawing/2017/decorative" val="1"/>
              </a:ext>
            </a:extLst>
          </p:cNvPr>
          <p:cNvSpPr>
            <a:spLocks noGrp="1"/>
          </p:cNvSpPr>
          <p:nvPr>
            <p:ph type="pic" sz="quarter" idx="16" hasCustomPrompt="1"/>
          </p:nvPr>
        </p:nvSpPr>
        <p:spPr>
          <a:xfrm>
            <a:off x="18602413" y="4926422"/>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32" name="Picture Placeholder 19">
            <a:extLst>
              <a:ext uri="{FF2B5EF4-FFF2-40B4-BE49-F238E27FC236}">
                <a16:creationId xmlns:a16="http://schemas.microsoft.com/office/drawing/2014/main" id="{9D778AF7-79A7-6346-8335-4035E51FB8C0}"/>
              </a:ext>
              <a:ext uri="{C183D7F6-B498-43B3-948B-1728B52AA6E4}">
                <adec:decorative xmlns:adec="http://schemas.microsoft.com/office/drawing/2017/decorative" val="1"/>
              </a:ext>
            </a:extLst>
          </p:cNvPr>
          <p:cNvSpPr>
            <a:spLocks noGrp="1"/>
          </p:cNvSpPr>
          <p:nvPr>
            <p:ph type="pic" sz="quarter" idx="18" hasCustomPrompt="1"/>
          </p:nvPr>
        </p:nvSpPr>
        <p:spPr>
          <a:xfrm>
            <a:off x="10311626" y="9055398"/>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33" name="Picture Placeholder 19">
            <a:extLst>
              <a:ext uri="{FF2B5EF4-FFF2-40B4-BE49-F238E27FC236}">
                <a16:creationId xmlns:a16="http://schemas.microsoft.com/office/drawing/2014/main" id="{0A9DA65B-9544-AE45-9166-7D9FC65DE068}"/>
              </a:ext>
              <a:ext uri="{C183D7F6-B498-43B3-948B-1728B52AA6E4}">
                <adec:decorative xmlns:adec="http://schemas.microsoft.com/office/drawing/2017/decorative" val="1"/>
              </a:ext>
            </a:extLst>
          </p:cNvPr>
          <p:cNvSpPr>
            <a:spLocks noGrp="1"/>
          </p:cNvSpPr>
          <p:nvPr>
            <p:ph type="pic" sz="quarter" idx="19" hasCustomPrompt="1"/>
          </p:nvPr>
        </p:nvSpPr>
        <p:spPr>
          <a:xfrm>
            <a:off x="14457019" y="9055398"/>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34" name="Picture Placeholder 19">
            <a:extLst>
              <a:ext uri="{FF2B5EF4-FFF2-40B4-BE49-F238E27FC236}">
                <a16:creationId xmlns:a16="http://schemas.microsoft.com/office/drawing/2014/main" id="{FC0E6548-EB08-4142-8A9B-27A5F75362AE}"/>
              </a:ext>
              <a:ext uri="{C183D7F6-B498-43B3-948B-1728B52AA6E4}">
                <adec:decorative xmlns:adec="http://schemas.microsoft.com/office/drawing/2017/decorative" val="1"/>
              </a:ext>
            </a:extLst>
          </p:cNvPr>
          <p:cNvSpPr>
            <a:spLocks noGrp="1"/>
          </p:cNvSpPr>
          <p:nvPr>
            <p:ph type="pic" sz="quarter" idx="20" hasCustomPrompt="1"/>
          </p:nvPr>
        </p:nvSpPr>
        <p:spPr>
          <a:xfrm>
            <a:off x="18602413" y="9055398"/>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17" name="Picture Placeholder 19">
            <a:extLst>
              <a:ext uri="{FF2B5EF4-FFF2-40B4-BE49-F238E27FC236}">
                <a16:creationId xmlns:a16="http://schemas.microsoft.com/office/drawing/2014/main" id="{7368C22A-B933-2040-A743-B1ABE25C6B17}"/>
              </a:ext>
              <a:ext uri="{C183D7F6-B498-43B3-948B-1728B52AA6E4}">
                <adec:decorative xmlns:adec="http://schemas.microsoft.com/office/drawing/2017/decorative" val="1"/>
              </a:ext>
            </a:extLst>
          </p:cNvPr>
          <p:cNvSpPr>
            <a:spLocks noGrp="1"/>
          </p:cNvSpPr>
          <p:nvPr>
            <p:ph type="pic" sz="quarter" idx="22" hasCustomPrompt="1"/>
          </p:nvPr>
        </p:nvSpPr>
        <p:spPr>
          <a:xfrm>
            <a:off x="6157069" y="818710"/>
            <a:ext cx="3763924" cy="3767328"/>
          </a:xfrm>
          <a:pattFill prst="wdUpDiag">
            <a:fgClr>
              <a:srgbClr val="FADFD9"/>
            </a:fgClr>
            <a:bgClr>
              <a:schemeClr val="bg1"/>
            </a:bgClr>
          </a:pattFill>
        </p:spPr>
        <p:txBody>
          <a:bodyPr lIns="457200" rIns="457200" anchor="ctr" anchorCtr="0">
            <a:normAutofit/>
          </a:bodyPr>
          <a:lstStyle>
            <a:lvl1pPr marL="0" indent="0" algn="l">
              <a:buFontTx/>
              <a:buNone/>
              <a:defRPr sz="2400" b="0" i="0">
                <a:latin typeface="Community Light" panose="02000303040000020003" pitchFamily="2" charset="0"/>
              </a:defRPr>
            </a:lvl1pPr>
          </a:lstStyle>
          <a:p>
            <a:r>
              <a:rPr lang="en-US"/>
              <a:t>Drag and drop one image here</a:t>
            </a:r>
          </a:p>
        </p:txBody>
      </p:sp>
      <p:sp>
        <p:nvSpPr>
          <p:cNvPr id="18" name="Picture Placeholder 19">
            <a:extLst>
              <a:ext uri="{FF2B5EF4-FFF2-40B4-BE49-F238E27FC236}">
                <a16:creationId xmlns:a16="http://schemas.microsoft.com/office/drawing/2014/main" id="{14B9BC06-21C4-B84D-8294-B620C366C780}"/>
              </a:ext>
              <a:ext uri="{C183D7F6-B498-43B3-948B-1728B52AA6E4}">
                <adec:decorative xmlns:adec="http://schemas.microsoft.com/office/drawing/2017/decorative" val="1"/>
              </a:ext>
            </a:extLst>
          </p:cNvPr>
          <p:cNvSpPr>
            <a:spLocks noGrp="1"/>
          </p:cNvSpPr>
          <p:nvPr>
            <p:ph type="pic" sz="quarter" idx="23" hasCustomPrompt="1"/>
          </p:nvPr>
        </p:nvSpPr>
        <p:spPr>
          <a:xfrm>
            <a:off x="6157069" y="4926422"/>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19" name="Picture Placeholder 19">
            <a:extLst>
              <a:ext uri="{FF2B5EF4-FFF2-40B4-BE49-F238E27FC236}">
                <a16:creationId xmlns:a16="http://schemas.microsoft.com/office/drawing/2014/main" id="{2AF22B1A-C6B9-9C46-9757-0BAA83AFA991}"/>
              </a:ext>
              <a:ext uri="{C183D7F6-B498-43B3-948B-1728B52AA6E4}">
                <adec:decorative xmlns:adec="http://schemas.microsoft.com/office/drawing/2017/decorative" val="1"/>
              </a:ext>
            </a:extLst>
          </p:cNvPr>
          <p:cNvSpPr>
            <a:spLocks noGrp="1"/>
          </p:cNvSpPr>
          <p:nvPr>
            <p:ph type="pic" sz="quarter" idx="24" hasCustomPrompt="1"/>
          </p:nvPr>
        </p:nvSpPr>
        <p:spPr>
          <a:xfrm>
            <a:off x="6157069" y="9055398"/>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20" name="Picture Placeholder 19">
            <a:extLst>
              <a:ext uri="{FF2B5EF4-FFF2-40B4-BE49-F238E27FC236}">
                <a16:creationId xmlns:a16="http://schemas.microsoft.com/office/drawing/2014/main" id="{D751C339-972F-5247-ACA6-DDD143C64918}"/>
              </a:ext>
              <a:ext uri="{C183D7F6-B498-43B3-948B-1728B52AA6E4}">
                <adec:decorative xmlns:adec="http://schemas.microsoft.com/office/drawing/2017/decorative" val="1"/>
              </a:ext>
            </a:extLst>
          </p:cNvPr>
          <p:cNvSpPr>
            <a:spLocks noGrp="1"/>
          </p:cNvSpPr>
          <p:nvPr>
            <p:ph type="pic" sz="quarter" idx="25" hasCustomPrompt="1"/>
          </p:nvPr>
        </p:nvSpPr>
        <p:spPr>
          <a:xfrm>
            <a:off x="2022388" y="818710"/>
            <a:ext cx="3763924" cy="3767328"/>
          </a:xfrm>
          <a:pattFill prst="wdUpDiag">
            <a:fgClr>
              <a:srgbClr val="FADFD9"/>
            </a:fgClr>
            <a:bgClr>
              <a:schemeClr val="bg1"/>
            </a:bgClr>
          </a:pattFill>
        </p:spPr>
        <p:txBody>
          <a:bodyPr lIns="457200" rIns="457200" anchor="ctr" anchorCtr="0">
            <a:normAutofit/>
          </a:bodyPr>
          <a:lstStyle>
            <a:lvl1pPr marL="0" indent="0" algn="l">
              <a:buFontTx/>
              <a:buNone/>
              <a:defRPr sz="2400" b="0" i="0">
                <a:latin typeface="Community Light" panose="02000303040000020003" pitchFamily="2" charset="0"/>
              </a:defRPr>
            </a:lvl1pPr>
          </a:lstStyle>
          <a:p>
            <a:r>
              <a:rPr lang="en-US"/>
              <a:t>Drag and drop one image here</a:t>
            </a:r>
          </a:p>
        </p:txBody>
      </p:sp>
      <p:sp>
        <p:nvSpPr>
          <p:cNvPr id="21" name="Picture Placeholder 19">
            <a:extLst>
              <a:ext uri="{FF2B5EF4-FFF2-40B4-BE49-F238E27FC236}">
                <a16:creationId xmlns:a16="http://schemas.microsoft.com/office/drawing/2014/main" id="{2F27F18E-F4EE-0548-86FB-66189F53208E}"/>
              </a:ext>
              <a:ext uri="{C183D7F6-B498-43B3-948B-1728B52AA6E4}">
                <adec:decorative xmlns:adec="http://schemas.microsoft.com/office/drawing/2017/decorative" val="1"/>
              </a:ext>
            </a:extLst>
          </p:cNvPr>
          <p:cNvSpPr>
            <a:spLocks noGrp="1"/>
          </p:cNvSpPr>
          <p:nvPr>
            <p:ph type="pic" sz="quarter" idx="26" hasCustomPrompt="1"/>
          </p:nvPr>
        </p:nvSpPr>
        <p:spPr>
          <a:xfrm>
            <a:off x="2022388" y="4926422"/>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22" name="Picture Placeholder 19">
            <a:extLst>
              <a:ext uri="{FF2B5EF4-FFF2-40B4-BE49-F238E27FC236}">
                <a16:creationId xmlns:a16="http://schemas.microsoft.com/office/drawing/2014/main" id="{356C95AD-6028-044D-BF59-58F542B84141}"/>
              </a:ext>
              <a:ext uri="{C183D7F6-B498-43B3-948B-1728B52AA6E4}">
                <adec:decorative xmlns:adec="http://schemas.microsoft.com/office/drawing/2017/decorative" val="1"/>
              </a:ext>
            </a:extLst>
          </p:cNvPr>
          <p:cNvSpPr>
            <a:spLocks noGrp="1"/>
          </p:cNvSpPr>
          <p:nvPr>
            <p:ph type="pic" sz="quarter" idx="27" hasCustomPrompt="1"/>
          </p:nvPr>
        </p:nvSpPr>
        <p:spPr>
          <a:xfrm>
            <a:off x="2022388" y="9055398"/>
            <a:ext cx="3763924" cy="3767328"/>
          </a:xfrm>
          <a:pattFill prst="wdUpDiag">
            <a:fgClr>
              <a:srgbClr val="FADFD9"/>
            </a:fgClr>
            <a:bgClr>
              <a:schemeClr val="bg1"/>
            </a:bgClr>
          </a:pattFill>
        </p:spPr>
        <p:txBody>
          <a:bodyPr lIns="457200" rIns="457200" anchor="ctr" anchorCtr="0">
            <a:normAutofit/>
          </a:bodyPr>
          <a:lstStyle>
            <a:lvl1pPr marL="0" marR="0" indent="0" algn="l" defTabSz="1828434" rtl="0" eaLnBrk="1" fontAlgn="auto" latinLnBrk="0" hangingPunct="1">
              <a:lnSpc>
                <a:spcPct val="90000"/>
              </a:lnSpc>
              <a:spcBef>
                <a:spcPts val="2000"/>
              </a:spcBef>
              <a:spcAft>
                <a:spcPts val="0"/>
              </a:spcAft>
              <a:buClrTx/>
              <a:buSzTx/>
              <a:buFontTx/>
              <a:buNone/>
              <a:tabLst/>
              <a:defRPr sz="2400" b="0" i="0">
                <a:latin typeface="Community Light" panose="02000303040000020003" pitchFamily="2" charset="0"/>
              </a:defRPr>
            </a:lvl1pPr>
          </a:lstStyle>
          <a:p>
            <a:r>
              <a:rPr lang="en-US"/>
              <a:t>Drag and drop one image here</a:t>
            </a:r>
          </a:p>
        </p:txBody>
      </p:sp>
      <p:sp>
        <p:nvSpPr>
          <p:cNvPr id="23" name="Folded Corner 22">
            <a:extLst>
              <a:ext uri="{FF2B5EF4-FFF2-40B4-BE49-F238E27FC236}">
                <a16:creationId xmlns:a16="http://schemas.microsoft.com/office/drawing/2014/main" id="{E330D75C-EA47-D449-93EA-83D641C83821}"/>
              </a:ext>
              <a:ext uri="{C183D7F6-B498-43B3-948B-1728B52AA6E4}">
                <adec:decorative xmlns:adec="http://schemas.microsoft.com/office/drawing/2017/decorative" val="1"/>
              </a:ext>
            </a:extLst>
          </p:cNvPr>
          <p:cNvSpPr/>
          <p:nvPr/>
        </p:nvSpPr>
        <p:spPr>
          <a:xfrm>
            <a:off x="36223" y="-2362199"/>
            <a:ext cx="124983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show a grid of images such as headshots or categories.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102510047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circle image collage">
    <p:spTree>
      <p:nvGrpSpPr>
        <p:cNvPr id="1" name=""/>
        <p:cNvGrpSpPr/>
        <p:nvPr/>
      </p:nvGrpSpPr>
      <p:grpSpPr>
        <a:xfrm>
          <a:off x="0" y="0"/>
          <a:ext cx="0" cy="0"/>
          <a:chOff x="0" y="0"/>
          <a:chExt cx="0" cy="0"/>
        </a:xfrm>
      </p:grpSpPr>
      <p:sp>
        <p:nvSpPr>
          <p:cNvPr id="20" name="Picture Placeholder 18">
            <a:extLst>
              <a:ext uri="{FF2B5EF4-FFF2-40B4-BE49-F238E27FC236}">
                <a16:creationId xmlns:a16="http://schemas.microsoft.com/office/drawing/2014/main" id="{1814E18F-DEAD-3440-89FF-ED77D4973F31}"/>
              </a:ext>
              <a:ext uri="{C183D7F6-B498-43B3-948B-1728B52AA6E4}">
                <adec:decorative xmlns:adec="http://schemas.microsoft.com/office/drawing/2017/decorative" val="1"/>
              </a:ext>
            </a:extLst>
          </p:cNvPr>
          <p:cNvSpPr>
            <a:spLocks noGrp="1"/>
          </p:cNvSpPr>
          <p:nvPr>
            <p:ph type="pic" sz="quarter" idx="10" hasCustomPrompt="1"/>
          </p:nvPr>
        </p:nvSpPr>
        <p:spPr>
          <a:xfrm>
            <a:off x="6023798" y="789616"/>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22" name="Picture Placeholder 18">
            <a:extLst>
              <a:ext uri="{FF2B5EF4-FFF2-40B4-BE49-F238E27FC236}">
                <a16:creationId xmlns:a16="http://schemas.microsoft.com/office/drawing/2014/main" id="{8184F7FF-79C2-8E43-A182-46AD7E6BA6BC}"/>
              </a:ext>
              <a:ext uri="{C183D7F6-B498-43B3-948B-1728B52AA6E4}">
                <adec:decorative xmlns:adec="http://schemas.microsoft.com/office/drawing/2017/decorative" val="1"/>
              </a:ext>
            </a:extLst>
          </p:cNvPr>
          <p:cNvSpPr>
            <a:spLocks noGrp="1"/>
          </p:cNvSpPr>
          <p:nvPr>
            <p:ph type="pic" sz="quarter" idx="11" hasCustomPrompt="1"/>
          </p:nvPr>
        </p:nvSpPr>
        <p:spPr>
          <a:xfrm>
            <a:off x="10379603" y="789616"/>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24" name="Picture Placeholder 18">
            <a:extLst>
              <a:ext uri="{FF2B5EF4-FFF2-40B4-BE49-F238E27FC236}">
                <a16:creationId xmlns:a16="http://schemas.microsoft.com/office/drawing/2014/main" id="{3E1BD2F4-8C87-3B4B-8A7E-5586669982C8}"/>
              </a:ext>
              <a:ext uri="{C183D7F6-B498-43B3-948B-1728B52AA6E4}">
                <adec:decorative xmlns:adec="http://schemas.microsoft.com/office/drawing/2017/decorative" val="1"/>
              </a:ext>
            </a:extLst>
          </p:cNvPr>
          <p:cNvSpPr>
            <a:spLocks noGrp="1"/>
          </p:cNvSpPr>
          <p:nvPr>
            <p:ph type="pic" sz="quarter" idx="12" hasCustomPrompt="1"/>
          </p:nvPr>
        </p:nvSpPr>
        <p:spPr>
          <a:xfrm>
            <a:off x="14735407" y="789616"/>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26" name="Picture Placeholder 18">
            <a:extLst>
              <a:ext uri="{FF2B5EF4-FFF2-40B4-BE49-F238E27FC236}">
                <a16:creationId xmlns:a16="http://schemas.microsoft.com/office/drawing/2014/main" id="{B3556D9A-278E-3349-9F00-450772CE18F2}"/>
              </a:ext>
              <a:ext uri="{C183D7F6-B498-43B3-948B-1728B52AA6E4}">
                <adec:decorative xmlns:adec="http://schemas.microsoft.com/office/drawing/2017/decorative" val="1"/>
              </a:ext>
            </a:extLst>
          </p:cNvPr>
          <p:cNvSpPr>
            <a:spLocks noGrp="1"/>
          </p:cNvSpPr>
          <p:nvPr>
            <p:ph type="pic" sz="quarter" idx="13" hasCustomPrompt="1"/>
          </p:nvPr>
        </p:nvSpPr>
        <p:spPr>
          <a:xfrm>
            <a:off x="19091212" y="789616"/>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31" name="Picture Placeholder 18">
            <a:extLst>
              <a:ext uri="{FF2B5EF4-FFF2-40B4-BE49-F238E27FC236}">
                <a16:creationId xmlns:a16="http://schemas.microsoft.com/office/drawing/2014/main" id="{AE4D50C5-8010-B641-B54C-AF2A8B059E76}"/>
              </a:ext>
              <a:ext uri="{C183D7F6-B498-43B3-948B-1728B52AA6E4}">
                <adec:decorative xmlns:adec="http://schemas.microsoft.com/office/drawing/2017/decorative" val="1"/>
              </a:ext>
            </a:extLst>
          </p:cNvPr>
          <p:cNvSpPr>
            <a:spLocks noGrp="1"/>
          </p:cNvSpPr>
          <p:nvPr>
            <p:ph type="pic" sz="quarter" idx="14" hasCustomPrompt="1"/>
          </p:nvPr>
        </p:nvSpPr>
        <p:spPr>
          <a:xfrm>
            <a:off x="6023798" y="5088714"/>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32" name="Picture Placeholder 18">
            <a:extLst>
              <a:ext uri="{FF2B5EF4-FFF2-40B4-BE49-F238E27FC236}">
                <a16:creationId xmlns:a16="http://schemas.microsoft.com/office/drawing/2014/main" id="{29414DEF-3FA1-6E41-BD50-FDE868196257}"/>
              </a:ext>
              <a:ext uri="{C183D7F6-B498-43B3-948B-1728B52AA6E4}">
                <adec:decorative xmlns:adec="http://schemas.microsoft.com/office/drawing/2017/decorative" val="1"/>
              </a:ext>
            </a:extLst>
          </p:cNvPr>
          <p:cNvSpPr>
            <a:spLocks noGrp="1"/>
          </p:cNvSpPr>
          <p:nvPr>
            <p:ph type="pic" sz="quarter" idx="15" hasCustomPrompt="1"/>
          </p:nvPr>
        </p:nvSpPr>
        <p:spPr>
          <a:xfrm>
            <a:off x="10379603" y="5088714"/>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33" name="Picture Placeholder 18">
            <a:extLst>
              <a:ext uri="{FF2B5EF4-FFF2-40B4-BE49-F238E27FC236}">
                <a16:creationId xmlns:a16="http://schemas.microsoft.com/office/drawing/2014/main" id="{49CD13AE-1240-3443-AA7F-31D381E7AB3E}"/>
              </a:ext>
              <a:ext uri="{C183D7F6-B498-43B3-948B-1728B52AA6E4}">
                <adec:decorative xmlns:adec="http://schemas.microsoft.com/office/drawing/2017/decorative" val="1"/>
              </a:ext>
            </a:extLst>
          </p:cNvPr>
          <p:cNvSpPr>
            <a:spLocks noGrp="1"/>
          </p:cNvSpPr>
          <p:nvPr>
            <p:ph type="pic" sz="quarter" idx="16" hasCustomPrompt="1"/>
          </p:nvPr>
        </p:nvSpPr>
        <p:spPr>
          <a:xfrm>
            <a:off x="14735407" y="5088714"/>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34" name="Picture Placeholder 18">
            <a:extLst>
              <a:ext uri="{FF2B5EF4-FFF2-40B4-BE49-F238E27FC236}">
                <a16:creationId xmlns:a16="http://schemas.microsoft.com/office/drawing/2014/main" id="{B3D4F6EC-C061-444C-B04A-2AC7640B365F}"/>
              </a:ext>
              <a:ext uri="{C183D7F6-B498-43B3-948B-1728B52AA6E4}">
                <adec:decorative xmlns:adec="http://schemas.microsoft.com/office/drawing/2017/decorative" val="1"/>
              </a:ext>
            </a:extLst>
          </p:cNvPr>
          <p:cNvSpPr>
            <a:spLocks noGrp="1"/>
          </p:cNvSpPr>
          <p:nvPr>
            <p:ph type="pic" sz="quarter" idx="17" hasCustomPrompt="1"/>
          </p:nvPr>
        </p:nvSpPr>
        <p:spPr>
          <a:xfrm>
            <a:off x="19091212" y="5088714"/>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39" name="Picture Placeholder 18">
            <a:extLst>
              <a:ext uri="{FF2B5EF4-FFF2-40B4-BE49-F238E27FC236}">
                <a16:creationId xmlns:a16="http://schemas.microsoft.com/office/drawing/2014/main" id="{60683886-D1ED-2040-A0F6-A2D3F45B00F4}"/>
              </a:ext>
              <a:ext uri="{C183D7F6-B498-43B3-948B-1728B52AA6E4}">
                <adec:decorative xmlns:adec="http://schemas.microsoft.com/office/drawing/2017/decorative" val="1"/>
              </a:ext>
            </a:extLst>
          </p:cNvPr>
          <p:cNvSpPr>
            <a:spLocks noGrp="1"/>
          </p:cNvSpPr>
          <p:nvPr>
            <p:ph type="pic" sz="quarter" idx="18" hasCustomPrompt="1"/>
          </p:nvPr>
        </p:nvSpPr>
        <p:spPr>
          <a:xfrm>
            <a:off x="6023798" y="9366546"/>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40" name="Picture Placeholder 18">
            <a:extLst>
              <a:ext uri="{FF2B5EF4-FFF2-40B4-BE49-F238E27FC236}">
                <a16:creationId xmlns:a16="http://schemas.microsoft.com/office/drawing/2014/main" id="{BA9ECCE1-D72E-9142-A6C8-8E44D2E481FA}"/>
              </a:ext>
              <a:ext uri="{C183D7F6-B498-43B3-948B-1728B52AA6E4}">
                <adec:decorative xmlns:adec="http://schemas.microsoft.com/office/drawing/2017/decorative" val="1"/>
              </a:ext>
            </a:extLst>
          </p:cNvPr>
          <p:cNvSpPr>
            <a:spLocks noGrp="1"/>
          </p:cNvSpPr>
          <p:nvPr>
            <p:ph type="pic" sz="quarter" idx="19" hasCustomPrompt="1"/>
          </p:nvPr>
        </p:nvSpPr>
        <p:spPr>
          <a:xfrm>
            <a:off x="10379603" y="9366546"/>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41" name="Picture Placeholder 18">
            <a:extLst>
              <a:ext uri="{FF2B5EF4-FFF2-40B4-BE49-F238E27FC236}">
                <a16:creationId xmlns:a16="http://schemas.microsoft.com/office/drawing/2014/main" id="{8698A784-4FA1-1E42-88CE-84F83EB0278D}"/>
              </a:ext>
              <a:ext uri="{C183D7F6-B498-43B3-948B-1728B52AA6E4}">
                <adec:decorative xmlns:adec="http://schemas.microsoft.com/office/drawing/2017/decorative" val="1"/>
              </a:ext>
            </a:extLst>
          </p:cNvPr>
          <p:cNvSpPr>
            <a:spLocks noGrp="1"/>
          </p:cNvSpPr>
          <p:nvPr>
            <p:ph type="pic" sz="quarter" idx="20" hasCustomPrompt="1"/>
          </p:nvPr>
        </p:nvSpPr>
        <p:spPr>
          <a:xfrm>
            <a:off x="14735407" y="9366546"/>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42" name="Picture Placeholder 18">
            <a:extLst>
              <a:ext uri="{FF2B5EF4-FFF2-40B4-BE49-F238E27FC236}">
                <a16:creationId xmlns:a16="http://schemas.microsoft.com/office/drawing/2014/main" id="{B71F79FD-2BF6-6447-B86B-3DDB17D64BFD}"/>
              </a:ext>
              <a:ext uri="{C183D7F6-B498-43B3-948B-1728B52AA6E4}">
                <adec:decorative xmlns:adec="http://schemas.microsoft.com/office/drawing/2017/decorative" val="1"/>
              </a:ext>
            </a:extLst>
          </p:cNvPr>
          <p:cNvSpPr>
            <a:spLocks noGrp="1"/>
          </p:cNvSpPr>
          <p:nvPr>
            <p:ph type="pic" sz="quarter" idx="21" hasCustomPrompt="1"/>
          </p:nvPr>
        </p:nvSpPr>
        <p:spPr>
          <a:xfrm>
            <a:off x="19091212" y="9366546"/>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14" name="Picture Placeholder 18">
            <a:extLst>
              <a:ext uri="{FF2B5EF4-FFF2-40B4-BE49-F238E27FC236}">
                <a16:creationId xmlns:a16="http://schemas.microsoft.com/office/drawing/2014/main" id="{4B60D680-7F88-3F47-9606-C2BCB07795FB}"/>
              </a:ext>
              <a:ext uri="{C183D7F6-B498-43B3-948B-1728B52AA6E4}">
                <adec:decorative xmlns:adec="http://schemas.microsoft.com/office/drawing/2017/decorative" val="1"/>
              </a:ext>
            </a:extLst>
          </p:cNvPr>
          <p:cNvSpPr>
            <a:spLocks noGrp="1"/>
          </p:cNvSpPr>
          <p:nvPr>
            <p:ph type="pic" sz="quarter" idx="22" hasCustomPrompt="1"/>
          </p:nvPr>
        </p:nvSpPr>
        <p:spPr>
          <a:xfrm>
            <a:off x="1719810" y="789616"/>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15" name="Picture Placeholder 18">
            <a:extLst>
              <a:ext uri="{FF2B5EF4-FFF2-40B4-BE49-F238E27FC236}">
                <a16:creationId xmlns:a16="http://schemas.microsoft.com/office/drawing/2014/main" id="{DC232A2A-3909-B44F-8FF1-A60519ED1ADA}"/>
              </a:ext>
              <a:ext uri="{C183D7F6-B498-43B3-948B-1728B52AA6E4}">
                <adec:decorative xmlns:adec="http://schemas.microsoft.com/office/drawing/2017/decorative" val="1"/>
              </a:ext>
            </a:extLst>
          </p:cNvPr>
          <p:cNvSpPr>
            <a:spLocks noGrp="1"/>
          </p:cNvSpPr>
          <p:nvPr>
            <p:ph type="pic" sz="quarter" idx="23" hasCustomPrompt="1"/>
          </p:nvPr>
        </p:nvSpPr>
        <p:spPr>
          <a:xfrm>
            <a:off x="1719810" y="5088714"/>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16" name="Picture Placeholder 18">
            <a:extLst>
              <a:ext uri="{FF2B5EF4-FFF2-40B4-BE49-F238E27FC236}">
                <a16:creationId xmlns:a16="http://schemas.microsoft.com/office/drawing/2014/main" id="{CE3A377A-AD80-BC4A-99DC-2826E459FB43}"/>
              </a:ext>
              <a:ext uri="{C183D7F6-B498-43B3-948B-1728B52AA6E4}">
                <adec:decorative xmlns:adec="http://schemas.microsoft.com/office/drawing/2017/decorative" val="1"/>
              </a:ext>
            </a:extLst>
          </p:cNvPr>
          <p:cNvSpPr>
            <a:spLocks noGrp="1"/>
          </p:cNvSpPr>
          <p:nvPr>
            <p:ph type="pic" sz="quarter" idx="24" hasCustomPrompt="1"/>
          </p:nvPr>
        </p:nvSpPr>
        <p:spPr>
          <a:xfrm>
            <a:off x="1719810" y="9366546"/>
            <a:ext cx="3465575" cy="3465576"/>
          </a:xfrm>
          <a:prstGeom prst="ellipse">
            <a:avLst/>
          </a:prstGeom>
          <a:pattFill prst="wdUpDiag">
            <a:fgClr>
              <a:srgbClr val="FADFD9"/>
            </a:fgClr>
            <a:bgClr>
              <a:schemeClr val="bg1"/>
            </a:bgClr>
          </a:pattFill>
        </p:spPr>
        <p:txBody>
          <a:bodyPr lIns="0" rIns="457200" anchor="ctr">
            <a:normAutofit/>
          </a:bodyPr>
          <a:lstStyle>
            <a:lvl1pPr marL="0" indent="0" algn="l">
              <a:buFontTx/>
              <a:buNone/>
              <a:defRPr sz="2400" b="0"/>
            </a:lvl1pPr>
          </a:lstStyle>
          <a:p>
            <a:r>
              <a:rPr lang="en-US"/>
              <a:t>Drag and drop one image here</a:t>
            </a:r>
          </a:p>
        </p:txBody>
      </p:sp>
      <p:sp>
        <p:nvSpPr>
          <p:cNvPr id="17" name="Folded Corner 16">
            <a:extLst>
              <a:ext uri="{FF2B5EF4-FFF2-40B4-BE49-F238E27FC236}">
                <a16:creationId xmlns:a16="http://schemas.microsoft.com/office/drawing/2014/main" id="{EEEDD5C3-EF4E-914E-ADA5-040E6E866E35}"/>
              </a:ext>
              <a:ext uri="{C183D7F6-B498-43B3-948B-1728B52AA6E4}">
                <adec:decorative xmlns:adec="http://schemas.microsoft.com/office/drawing/2017/decorative" val="1"/>
              </a:ext>
            </a:extLst>
          </p:cNvPr>
          <p:cNvSpPr/>
          <p:nvPr/>
        </p:nvSpPr>
        <p:spPr>
          <a:xfrm>
            <a:off x="36223" y="-2362199"/>
            <a:ext cx="124983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show a grid of circular images such as headshots or categories.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136874722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3 vertical images">
    <p:spTree>
      <p:nvGrpSpPr>
        <p:cNvPr id="1" name=""/>
        <p:cNvGrpSpPr/>
        <p:nvPr/>
      </p:nvGrpSpPr>
      <p:grpSpPr>
        <a:xfrm>
          <a:off x="0" y="0"/>
          <a:ext cx="0" cy="0"/>
          <a:chOff x="0" y="0"/>
          <a:chExt cx="0" cy="0"/>
        </a:xfrm>
      </p:grpSpPr>
      <p:sp>
        <p:nvSpPr>
          <p:cNvPr id="14" name="Picture Placeholder 12">
            <a:extLst>
              <a:ext uri="{FF2B5EF4-FFF2-40B4-BE49-F238E27FC236}">
                <a16:creationId xmlns:a16="http://schemas.microsoft.com/office/drawing/2014/main" id="{25AEF35D-29CF-2341-84C8-5C5E81F74044}"/>
              </a:ext>
              <a:ext uri="{C183D7F6-B498-43B3-948B-1728B52AA6E4}">
                <adec:decorative xmlns:adec="http://schemas.microsoft.com/office/drawing/2017/decorative" val="1"/>
              </a:ext>
            </a:extLst>
          </p:cNvPr>
          <p:cNvSpPr>
            <a:spLocks noGrp="1"/>
          </p:cNvSpPr>
          <p:nvPr>
            <p:ph type="pic" sz="quarter" idx="10" hasCustomPrompt="1"/>
          </p:nvPr>
        </p:nvSpPr>
        <p:spPr>
          <a:xfrm>
            <a:off x="1526720" y="1524000"/>
            <a:ext cx="6666370" cy="10668000"/>
          </a:xfrm>
          <a:pattFill prst="wdUpDiag">
            <a:fgClr>
              <a:srgbClr val="FADFD9"/>
            </a:fgClr>
            <a:bgClr>
              <a:schemeClr val="bg1"/>
            </a:bgClr>
          </a:pattFill>
        </p:spPr>
        <p:txBody>
          <a:bodyPr anchor="ctr">
            <a:normAutofit/>
          </a:bodyPr>
          <a:lstStyle>
            <a:lvl1pPr marL="0" indent="0" algn="ctr">
              <a:buFontTx/>
              <a:buNone/>
              <a:defRPr sz="4400">
                <a:solidFill>
                  <a:schemeClr val="accent6"/>
                </a:solidFill>
              </a:defRPr>
            </a:lvl1pPr>
          </a:lstStyle>
          <a:p>
            <a:r>
              <a:rPr lang="en-US"/>
              <a:t>Drag and drop image here</a:t>
            </a:r>
          </a:p>
        </p:txBody>
      </p:sp>
      <p:sp>
        <p:nvSpPr>
          <p:cNvPr id="3" name="Picture Placeholder 12">
            <a:extLst>
              <a:ext uri="{FF2B5EF4-FFF2-40B4-BE49-F238E27FC236}">
                <a16:creationId xmlns:a16="http://schemas.microsoft.com/office/drawing/2014/main" id="{8D8C3D49-73D2-354A-A3D5-8499DE3D3906}"/>
              </a:ext>
              <a:ext uri="{C183D7F6-B498-43B3-948B-1728B52AA6E4}">
                <adec:decorative xmlns:adec="http://schemas.microsoft.com/office/drawing/2017/decorative" val="1"/>
              </a:ext>
            </a:extLst>
          </p:cNvPr>
          <p:cNvSpPr>
            <a:spLocks noGrp="1"/>
          </p:cNvSpPr>
          <p:nvPr>
            <p:ph type="pic" sz="quarter" idx="11" hasCustomPrompt="1"/>
          </p:nvPr>
        </p:nvSpPr>
        <p:spPr>
          <a:xfrm>
            <a:off x="8853284" y="1524000"/>
            <a:ext cx="6666370" cy="10668000"/>
          </a:xfrm>
          <a:pattFill prst="wdUpDiag">
            <a:fgClr>
              <a:srgbClr val="FADFD9"/>
            </a:fgClr>
            <a:bgClr>
              <a:schemeClr val="bg1"/>
            </a:bgClr>
          </a:pattFill>
        </p:spPr>
        <p:txBody>
          <a:bodyPr anchor="ctr">
            <a:normAutofit/>
          </a:bodyPr>
          <a:lstStyle>
            <a:lvl1pPr marL="0" indent="0" algn="ctr">
              <a:buFontTx/>
              <a:buNone/>
              <a:defRPr sz="4400">
                <a:solidFill>
                  <a:schemeClr val="accent6"/>
                </a:solidFill>
              </a:defRPr>
            </a:lvl1pPr>
          </a:lstStyle>
          <a:p>
            <a:r>
              <a:rPr lang="en-US"/>
              <a:t>Drag and drop image here</a:t>
            </a:r>
          </a:p>
        </p:txBody>
      </p:sp>
      <p:sp>
        <p:nvSpPr>
          <p:cNvPr id="4" name="Picture Placeholder 12">
            <a:extLst>
              <a:ext uri="{FF2B5EF4-FFF2-40B4-BE49-F238E27FC236}">
                <a16:creationId xmlns:a16="http://schemas.microsoft.com/office/drawing/2014/main" id="{8889A337-CAB1-CC42-8D50-4DBC174CB2E2}"/>
              </a:ext>
              <a:ext uri="{C183D7F6-B498-43B3-948B-1728B52AA6E4}">
                <adec:decorative xmlns:adec="http://schemas.microsoft.com/office/drawing/2017/decorative" val="1"/>
              </a:ext>
            </a:extLst>
          </p:cNvPr>
          <p:cNvSpPr>
            <a:spLocks noGrp="1"/>
          </p:cNvSpPr>
          <p:nvPr>
            <p:ph type="pic" sz="quarter" idx="12" hasCustomPrompt="1"/>
          </p:nvPr>
        </p:nvSpPr>
        <p:spPr>
          <a:xfrm>
            <a:off x="16157120" y="1524000"/>
            <a:ext cx="6666370" cy="10668000"/>
          </a:xfrm>
          <a:pattFill prst="wdUpDiag">
            <a:fgClr>
              <a:srgbClr val="FADFD9"/>
            </a:fgClr>
            <a:bgClr>
              <a:schemeClr val="bg1"/>
            </a:bgClr>
          </a:pattFill>
        </p:spPr>
        <p:txBody>
          <a:bodyPr anchor="ctr">
            <a:normAutofit/>
          </a:bodyPr>
          <a:lstStyle>
            <a:lvl1pPr marL="0" indent="0" algn="ctr">
              <a:buFontTx/>
              <a:buNone/>
              <a:defRPr sz="4400">
                <a:solidFill>
                  <a:schemeClr val="accent6"/>
                </a:solidFill>
              </a:defRPr>
            </a:lvl1pPr>
          </a:lstStyle>
          <a:p>
            <a:r>
              <a:rPr lang="en-US"/>
              <a:t>Drag and drop image here</a:t>
            </a:r>
          </a:p>
        </p:txBody>
      </p:sp>
      <p:sp>
        <p:nvSpPr>
          <p:cNvPr id="5" name="Folded Corner 4">
            <a:extLst>
              <a:ext uri="{FF2B5EF4-FFF2-40B4-BE49-F238E27FC236}">
                <a16:creationId xmlns:a16="http://schemas.microsoft.com/office/drawing/2014/main" id="{35613133-0F5D-6E41-9492-3D5D625ACAE4}"/>
              </a:ext>
              <a:ext uri="{C183D7F6-B498-43B3-948B-1728B52AA6E4}">
                <adec:decorative xmlns:adec="http://schemas.microsoft.com/office/drawing/2017/decorative" val="1"/>
              </a:ext>
            </a:extLst>
          </p:cNvPr>
          <p:cNvSpPr/>
          <p:nvPr/>
        </p:nvSpPr>
        <p:spPr>
          <a:xfrm>
            <a:off x="36223" y="-2362199"/>
            <a:ext cx="12498387" cy="1810326"/>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show 3 images side by side.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217722751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titles 2 topic side by side">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5" name="Rectangle 14">
            <a:extLst>
              <a:ext uri="{FF2B5EF4-FFF2-40B4-BE49-F238E27FC236}">
                <a16:creationId xmlns:a16="http://schemas.microsoft.com/office/drawing/2014/main" id="{FDF5C900-047C-BE42-B029-D88086CD39CB}"/>
              </a:ext>
              <a:ext uri="{C183D7F6-B498-43B3-948B-1728B52AA6E4}">
                <adec:decorative xmlns:adec="http://schemas.microsoft.com/office/drawing/2017/decorative" val="1"/>
              </a:ext>
            </a:extLst>
          </p:cNvPr>
          <p:cNvSpPr/>
          <p:nvPr/>
        </p:nvSpPr>
        <p:spPr>
          <a:xfrm>
            <a:off x="12521856" y="3125974"/>
            <a:ext cx="10263532" cy="9066028"/>
          </a:xfrm>
          <a:prstGeom prst="rect">
            <a:avLst/>
          </a:prstGeom>
          <a:solidFill>
            <a:srgbClr val="E9E5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a:extLst>
              <a:ext uri="{FF2B5EF4-FFF2-40B4-BE49-F238E27FC236}">
                <a16:creationId xmlns:a16="http://schemas.microsoft.com/office/drawing/2014/main" id="{3572B217-334E-CE4A-A32B-45C131434446}"/>
              </a:ext>
              <a:ext uri="{C183D7F6-B498-43B3-948B-1728B52AA6E4}">
                <adec:decorative xmlns:adec="http://schemas.microsoft.com/office/drawing/2017/decorative" val="1"/>
              </a:ext>
            </a:extLst>
          </p:cNvPr>
          <p:cNvSpPr/>
          <p:nvPr/>
        </p:nvSpPr>
        <p:spPr>
          <a:xfrm flipV="1">
            <a:off x="13050001" y="4825410"/>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8" name="Rectangle 7">
            <a:extLst>
              <a:ext uri="{FF2B5EF4-FFF2-40B4-BE49-F238E27FC236}">
                <a16:creationId xmlns:a16="http://schemas.microsoft.com/office/drawing/2014/main" id="{93567FF3-D1A2-054D-B9BD-C1C308B49BA6}"/>
              </a:ext>
              <a:ext uri="{C183D7F6-B498-43B3-948B-1728B52AA6E4}">
                <adec:decorative xmlns:adec="http://schemas.microsoft.com/office/drawing/2017/decorative" val="1"/>
              </a:ext>
            </a:extLst>
          </p:cNvPr>
          <p:cNvSpPr/>
          <p:nvPr/>
        </p:nvSpPr>
        <p:spPr>
          <a:xfrm>
            <a:off x="1525589" y="3125975"/>
            <a:ext cx="10371226" cy="9066026"/>
          </a:xfrm>
          <a:prstGeom prst="rect">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extLst>
              <a:ext uri="{FF2B5EF4-FFF2-40B4-BE49-F238E27FC236}">
                <a16:creationId xmlns:a16="http://schemas.microsoft.com/office/drawing/2014/main" id="{008EA279-326B-ED49-8802-DB9686C07336}"/>
              </a:ext>
              <a:ext uri="{C183D7F6-B498-43B3-948B-1728B52AA6E4}">
                <adec:decorative xmlns:adec="http://schemas.microsoft.com/office/drawing/2017/decorative" val="1"/>
              </a:ext>
            </a:extLst>
          </p:cNvPr>
          <p:cNvSpPr/>
          <p:nvPr/>
        </p:nvSpPr>
        <p:spPr>
          <a:xfrm flipV="1">
            <a:off x="2119370" y="4825410"/>
            <a:ext cx="914399"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26" name="Text Placeholder 13">
            <a:extLst>
              <a:ext uri="{FF2B5EF4-FFF2-40B4-BE49-F238E27FC236}">
                <a16:creationId xmlns:a16="http://schemas.microsoft.com/office/drawing/2014/main" id="{8E1FFAE3-E85A-A641-A698-6ECCEDCF713F}"/>
              </a:ext>
            </a:extLst>
          </p:cNvPr>
          <p:cNvSpPr>
            <a:spLocks noGrp="1"/>
          </p:cNvSpPr>
          <p:nvPr>
            <p:ph type="body" sz="quarter" idx="13" hasCustomPrompt="1"/>
          </p:nvPr>
        </p:nvSpPr>
        <p:spPr>
          <a:xfrm>
            <a:off x="2119371" y="3812095"/>
            <a:ext cx="6775136" cy="1266826"/>
          </a:xfrm>
        </p:spPr>
        <p:txBody>
          <a:bodyPr>
            <a:normAutofit/>
          </a:bodyPr>
          <a:lstStyle>
            <a:lvl1pPr marL="0" indent="0" algn="l">
              <a:buNone/>
              <a:defRPr sz="5398">
                <a:solidFill>
                  <a:srgbClr val="38434E"/>
                </a:solidFill>
              </a:defRPr>
            </a:lvl1pPr>
          </a:lstStyle>
          <a:p>
            <a:pPr lvl="0"/>
            <a:r>
              <a:rPr lang="en-US"/>
              <a:t>Enter  topic header</a:t>
            </a:r>
          </a:p>
        </p:txBody>
      </p:sp>
      <p:sp>
        <p:nvSpPr>
          <p:cNvPr id="27" name="Text Placeholder 15">
            <a:extLst>
              <a:ext uri="{FF2B5EF4-FFF2-40B4-BE49-F238E27FC236}">
                <a16:creationId xmlns:a16="http://schemas.microsoft.com/office/drawing/2014/main" id="{0611D151-2BF7-4C40-91FE-CD9019F6EE71}"/>
              </a:ext>
            </a:extLst>
          </p:cNvPr>
          <p:cNvSpPr>
            <a:spLocks noGrp="1"/>
          </p:cNvSpPr>
          <p:nvPr>
            <p:ph type="body" sz="quarter" idx="14" hasCustomPrompt="1"/>
          </p:nvPr>
        </p:nvSpPr>
        <p:spPr>
          <a:xfrm>
            <a:off x="2119371" y="5271125"/>
            <a:ext cx="8984060" cy="6439182"/>
          </a:xfrm>
        </p:spPr>
        <p:txBody>
          <a:bodyPr>
            <a:normAutofit/>
          </a:bodyPr>
          <a:lstStyle>
            <a:lvl1pPr marL="0" indent="0" algn="l">
              <a:lnSpc>
                <a:spcPts val="4320"/>
              </a:lnSpc>
              <a:spcBef>
                <a:spcPts val="2000"/>
              </a:spcBef>
              <a:buFontTx/>
              <a:buNone/>
              <a:defRPr sz="36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amet</a:t>
            </a:r>
            <a:r>
              <a:rPr lang="en-US"/>
              <a:t> </a:t>
            </a:r>
            <a:r>
              <a:rPr lang="en-US" err="1"/>
              <a:t>possimus</a:t>
            </a:r>
            <a:r>
              <a:rPr lang="en-US"/>
              <a:t> </a:t>
            </a:r>
            <a:r>
              <a:rPr lang="en-US" err="1"/>
              <a:t>fuga</a:t>
            </a:r>
            <a:r>
              <a:rPr lang="en-US"/>
              <a:t> </a:t>
            </a:r>
            <a:r>
              <a:rPr lang="en-US" err="1"/>
              <a:t>illo</a:t>
            </a:r>
            <a:r>
              <a:rPr lang="en-US"/>
              <a:t> non. </a:t>
            </a:r>
            <a:r>
              <a:rPr lang="en-US" err="1"/>
              <a:t>aut</a:t>
            </a:r>
            <a:r>
              <a:rPr lang="en-US"/>
              <a:t> id </a:t>
            </a:r>
            <a:r>
              <a:rPr lang="en-US" err="1"/>
              <a:t>unum</a:t>
            </a:r>
            <a:r>
              <a:rPr lang="en-US"/>
              <a:t> </a:t>
            </a:r>
            <a:r>
              <a:rPr lang="en-US" err="1"/>
              <a:t>enim</a:t>
            </a:r>
            <a:r>
              <a:rPr lang="en-US"/>
              <a:t> </a:t>
            </a:r>
            <a:r>
              <a:rPr lang="en-US" err="1"/>
              <a:t>quibusdam</a:t>
            </a:r>
            <a:r>
              <a:rPr lang="en-US"/>
              <a:t>. </a:t>
            </a:r>
            <a:r>
              <a:rPr lang="en-US" err="1"/>
              <a:t>voluptatem</a:t>
            </a:r>
            <a:r>
              <a:rPr lang="en-US"/>
              <a:t> </a:t>
            </a:r>
            <a:r>
              <a:rPr lang="en-US" err="1"/>
              <a:t>eaque</a:t>
            </a:r>
            <a:r>
              <a:rPr lang="en-US"/>
              <a:t> qui </a:t>
            </a:r>
            <a:r>
              <a:rPr lang="en-US" err="1"/>
              <a:t>pariatur</a:t>
            </a:r>
            <a:r>
              <a:rPr lang="en-US"/>
              <a:t> </a:t>
            </a:r>
            <a:r>
              <a:rPr lang="en-US" err="1"/>
              <a:t>officii</a:t>
            </a:r>
            <a:r>
              <a:rPr lang="en-US"/>
              <a:t>. quod Duis </a:t>
            </a:r>
            <a:r>
              <a:rPr lang="en-US" err="1"/>
              <a:t>Excepteur</a:t>
            </a:r>
            <a:r>
              <a:rPr lang="en-US"/>
              <a:t>, </a:t>
            </a:r>
            <a:r>
              <a:rPr lang="en-US" err="1"/>
              <a:t>tenetur</a:t>
            </a:r>
            <a:r>
              <a:rPr lang="en-US"/>
              <a:t> animi.</a:t>
            </a:r>
          </a:p>
        </p:txBody>
      </p:sp>
      <p:sp>
        <p:nvSpPr>
          <p:cNvPr id="28" name="Text Placeholder 13">
            <a:extLst>
              <a:ext uri="{FF2B5EF4-FFF2-40B4-BE49-F238E27FC236}">
                <a16:creationId xmlns:a16="http://schemas.microsoft.com/office/drawing/2014/main" id="{1E29A7EE-C07D-5147-B18B-AAA00E8267C4}"/>
              </a:ext>
            </a:extLst>
          </p:cNvPr>
          <p:cNvSpPr>
            <a:spLocks noGrp="1"/>
          </p:cNvSpPr>
          <p:nvPr>
            <p:ph type="body" sz="quarter" idx="15" hasCustomPrompt="1"/>
          </p:nvPr>
        </p:nvSpPr>
        <p:spPr>
          <a:xfrm>
            <a:off x="13001424" y="3812095"/>
            <a:ext cx="6753869" cy="1266826"/>
          </a:xfrm>
        </p:spPr>
        <p:txBody>
          <a:bodyPr>
            <a:normAutofit/>
          </a:bodyPr>
          <a:lstStyle>
            <a:lvl1pPr marL="0" indent="0">
              <a:buNone/>
              <a:defRPr sz="5398">
                <a:solidFill>
                  <a:srgbClr val="38434E"/>
                </a:solidFill>
              </a:defRPr>
            </a:lvl1pPr>
          </a:lstStyle>
          <a:p>
            <a:pPr lvl="0"/>
            <a:r>
              <a:rPr lang="en-US"/>
              <a:t>Enter topic header</a:t>
            </a:r>
          </a:p>
        </p:txBody>
      </p:sp>
      <p:sp>
        <p:nvSpPr>
          <p:cNvPr id="29" name="Text Placeholder 15">
            <a:extLst>
              <a:ext uri="{FF2B5EF4-FFF2-40B4-BE49-F238E27FC236}">
                <a16:creationId xmlns:a16="http://schemas.microsoft.com/office/drawing/2014/main" id="{36C8BC9F-7960-3B45-97D5-B8F6938FE20B}"/>
              </a:ext>
            </a:extLst>
          </p:cNvPr>
          <p:cNvSpPr>
            <a:spLocks noGrp="1"/>
          </p:cNvSpPr>
          <p:nvPr>
            <p:ph type="body" sz="quarter" idx="16" hasCustomPrompt="1"/>
          </p:nvPr>
        </p:nvSpPr>
        <p:spPr>
          <a:xfrm>
            <a:off x="13051710" y="5271125"/>
            <a:ext cx="8959204" cy="6439182"/>
          </a:xfrm>
        </p:spPr>
        <p:txBody>
          <a:bodyPr>
            <a:normAutofit/>
          </a:bodyPr>
          <a:lstStyle>
            <a:lvl1pPr marL="0" indent="0">
              <a:lnSpc>
                <a:spcPts val="4320"/>
              </a:lnSpc>
              <a:buFontTx/>
              <a:buNone/>
              <a:defRPr sz="3600">
                <a:solidFill>
                  <a:schemeClr val="accent6"/>
                </a:solidFill>
              </a:defRPr>
            </a:lvl1pPr>
            <a:lvl2pPr marL="914218" indent="0">
              <a:buNone/>
              <a:defRPr sz="3600"/>
            </a:lvl2pPr>
            <a:lvl3pPr marL="1828434" indent="0">
              <a:buNone/>
              <a:defRPr sz="3600"/>
            </a:lvl3pPr>
            <a:lvl4pPr marL="2742652" indent="0">
              <a:buNone/>
              <a:defRPr sz="3600"/>
            </a:lvl4pPr>
            <a:lvl5pPr marL="3656868" indent="0">
              <a:buNone/>
              <a:defRPr sz="3600"/>
            </a:lvl5pPr>
          </a:lstStyle>
          <a:p>
            <a:pPr lvl="0"/>
            <a:r>
              <a:rPr lang="en-US"/>
              <a:t>lorem ipsum dolor sit </a:t>
            </a:r>
            <a:r>
              <a:rPr lang="en-US" err="1"/>
              <a:t>amet</a:t>
            </a:r>
            <a:r>
              <a:rPr lang="en-US"/>
              <a:t> </a:t>
            </a:r>
            <a:r>
              <a:rPr lang="en-US" err="1"/>
              <a:t>amet</a:t>
            </a:r>
            <a:r>
              <a:rPr lang="en-US"/>
              <a:t> </a:t>
            </a:r>
            <a:r>
              <a:rPr lang="en-US" err="1"/>
              <a:t>possimus</a:t>
            </a:r>
            <a:r>
              <a:rPr lang="en-US"/>
              <a:t> </a:t>
            </a:r>
            <a:r>
              <a:rPr lang="en-US" err="1"/>
              <a:t>fuga</a:t>
            </a:r>
            <a:r>
              <a:rPr lang="en-US"/>
              <a:t> </a:t>
            </a:r>
            <a:r>
              <a:rPr lang="en-US" err="1"/>
              <a:t>illo</a:t>
            </a:r>
            <a:r>
              <a:rPr lang="en-US"/>
              <a:t> non. </a:t>
            </a:r>
            <a:r>
              <a:rPr lang="en-US" err="1"/>
              <a:t>aut</a:t>
            </a:r>
            <a:r>
              <a:rPr lang="en-US"/>
              <a:t> id </a:t>
            </a:r>
            <a:r>
              <a:rPr lang="en-US" err="1"/>
              <a:t>unum</a:t>
            </a:r>
            <a:r>
              <a:rPr lang="en-US"/>
              <a:t> </a:t>
            </a:r>
            <a:r>
              <a:rPr lang="en-US" err="1"/>
              <a:t>enim</a:t>
            </a:r>
            <a:r>
              <a:rPr lang="en-US"/>
              <a:t> </a:t>
            </a:r>
            <a:r>
              <a:rPr lang="en-US" err="1"/>
              <a:t>quibusdam</a:t>
            </a:r>
            <a:r>
              <a:rPr lang="en-US"/>
              <a:t>. </a:t>
            </a:r>
            <a:r>
              <a:rPr lang="en-US" err="1"/>
              <a:t>voluptatem</a:t>
            </a:r>
            <a:r>
              <a:rPr lang="en-US"/>
              <a:t> </a:t>
            </a:r>
            <a:r>
              <a:rPr lang="en-US" err="1"/>
              <a:t>eaque</a:t>
            </a:r>
            <a:r>
              <a:rPr lang="en-US"/>
              <a:t> qui </a:t>
            </a:r>
            <a:r>
              <a:rPr lang="en-US" err="1"/>
              <a:t>pariatur</a:t>
            </a:r>
            <a:r>
              <a:rPr lang="en-US"/>
              <a:t> </a:t>
            </a:r>
            <a:r>
              <a:rPr lang="en-US" err="1"/>
              <a:t>officii</a:t>
            </a:r>
            <a:r>
              <a:rPr lang="en-US"/>
              <a:t>. quod Duis </a:t>
            </a:r>
            <a:r>
              <a:rPr lang="en-US" err="1"/>
              <a:t>Excepteur</a:t>
            </a:r>
            <a:r>
              <a:rPr lang="en-US"/>
              <a:t>, </a:t>
            </a:r>
            <a:r>
              <a:rPr lang="en-US" err="1"/>
              <a:t>tenetur</a:t>
            </a:r>
            <a:r>
              <a:rPr lang="en-US"/>
              <a:t> animi.</a:t>
            </a:r>
          </a:p>
        </p:txBody>
      </p:sp>
      <p:sp>
        <p:nvSpPr>
          <p:cNvPr id="18" name="Folded Corner 17">
            <a:extLst>
              <a:ext uri="{FF2B5EF4-FFF2-40B4-BE49-F238E27FC236}">
                <a16:creationId xmlns:a16="http://schemas.microsoft.com/office/drawing/2014/main" id="{5E8BF074-F1AE-C14E-BD27-EEBF6B5D4F00}"/>
              </a:ext>
              <a:ext uri="{C183D7F6-B498-43B3-948B-1728B52AA6E4}">
                <adec:decorative xmlns:adec="http://schemas.microsoft.com/office/drawing/2017/decorative" val="1"/>
              </a:ext>
            </a:extLst>
          </p:cNvPr>
          <p:cNvSpPr/>
          <p:nvPr/>
        </p:nvSpPr>
        <p:spPr>
          <a:xfrm>
            <a:off x="76201" y="-2362199"/>
            <a:ext cx="14631987" cy="17997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text layout is for expanding upon 2 main points with a additional titles and descriptor</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Replace text placeholders with your own words.</a:t>
            </a:r>
            <a:endParaRPr lang="en-US" sz="2400" b="1">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272996525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wo percentages and description">
    <p:bg>
      <p:bgPr>
        <a:solidFill>
          <a:srgbClr val="F2EDE6"/>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4AEB67E-1058-434A-94DF-1D98726C1F5C}"/>
              </a:ext>
              <a:ext uri="{C183D7F6-B498-43B3-948B-1728B52AA6E4}">
                <adec:decorative xmlns:adec="http://schemas.microsoft.com/office/drawing/2017/decorative" val="1"/>
              </a:ext>
            </a:extLst>
          </p:cNvPr>
          <p:cNvSpPr/>
          <p:nvPr/>
        </p:nvSpPr>
        <p:spPr>
          <a:xfrm>
            <a:off x="0" y="3"/>
            <a:ext cx="12193588" cy="13715998"/>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2876EA79-1795-924B-983B-DB878E3C9064}"/>
              </a:ext>
            </a:extLst>
          </p:cNvPr>
          <p:cNvSpPr>
            <a:spLocks noGrp="1"/>
          </p:cNvSpPr>
          <p:nvPr>
            <p:ph type="title" hasCustomPrompt="1"/>
          </p:nvPr>
        </p:nvSpPr>
        <p:spPr>
          <a:xfrm>
            <a:off x="3" y="3741163"/>
            <a:ext cx="12193585" cy="5624514"/>
          </a:xfrm>
          <a:noFill/>
          <a:ln>
            <a:noFill/>
          </a:ln>
        </p:spPr>
        <p:txBody>
          <a:bodyPr vert="horz" lIns="0" tIns="0" rIns="0" bIns="0" rtlCol="0" anchor="ctr">
            <a:normAutofit/>
          </a:bodyPr>
          <a:lstStyle>
            <a:lvl1pPr algn="ctr">
              <a:defRPr lang="en-US" sz="39992" kern="0">
                <a:solidFill>
                  <a:schemeClr val="accent3"/>
                </a:solidFill>
                <a:ea typeface="Source Sans Pro" charset="0"/>
                <a:cs typeface="Source Sans Pro" charset="0"/>
              </a:defRPr>
            </a:lvl1pPr>
          </a:lstStyle>
          <a:p>
            <a:pPr marL="0" lvl="0" indent="0" algn="ctr" defTabSz="914166">
              <a:spcBef>
                <a:spcPts val="2000"/>
              </a:spcBef>
              <a:buFont typeface="Arial" panose="020B0604020202020204" pitchFamily="34" charset="0"/>
            </a:pPr>
            <a:r>
              <a:rPr lang="en-US"/>
              <a:t>##%</a:t>
            </a:r>
          </a:p>
        </p:txBody>
      </p:sp>
      <p:sp>
        <p:nvSpPr>
          <p:cNvPr id="14" name="Text Placeholder 13">
            <a:extLst>
              <a:ext uri="{FF2B5EF4-FFF2-40B4-BE49-F238E27FC236}">
                <a16:creationId xmlns:a16="http://schemas.microsoft.com/office/drawing/2014/main" id="{A3356100-B9E0-5246-9174-58819D317F51}"/>
              </a:ext>
            </a:extLst>
          </p:cNvPr>
          <p:cNvSpPr>
            <a:spLocks noGrp="1"/>
          </p:cNvSpPr>
          <p:nvPr>
            <p:ph type="body" sz="quarter" idx="12" hasCustomPrompt="1"/>
          </p:nvPr>
        </p:nvSpPr>
        <p:spPr>
          <a:xfrm>
            <a:off x="1" y="9383755"/>
            <a:ext cx="12193585" cy="1023938"/>
          </a:xfrm>
        </p:spPr>
        <p:txBody>
          <a:bodyPr lIns="1463040" rIns="1463040">
            <a:noAutofit/>
          </a:bodyPr>
          <a:lstStyle>
            <a:lvl1pPr marL="0" marR="0" indent="0" algn="ctr" defTabSz="914166" rtl="0" eaLnBrk="1" fontAlgn="auto" latinLnBrk="0" hangingPunct="1">
              <a:lnSpc>
                <a:spcPct val="90000"/>
              </a:lnSpc>
              <a:spcBef>
                <a:spcPts val="2000"/>
              </a:spcBef>
              <a:spcAft>
                <a:spcPts val="0"/>
              </a:spcAft>
              <a:buClrTx/>
              <a:buSzTx/>
              <a:buFont typeface="Arial" panose="020B0604020202020204" pitchFamily="34" charset="0"/>
              <a:buNone/>
              <a:tabLst/>
              <a:defRPr lang="en-US" sz="3600" kern="0">
                <a:solidFill>
                  <a:srgbClr val="3B4345"/>
                </a:solidFill>
                <a:latin typeface="Community Light" panose="02000303040000020003" pitchFamily="2" charset="0"/>
                <a:ea typeface="Source Sans Pro" charset="0"/>
                <a:cs typeface="Source Sans Pro Light"/>
              </a:defRPr>
            </a:lvl1pPr>
          </a:lstStyle>
          <a:p>
            <a:pPr defTabSz="1828698">
              <a:defRPr/>
            </a:pPr>
            <a:r>
              <a:rPr lang="en-US" sz="3600" kern="0">
                <a:solidFill>
                  <a:srgbClr val="3B4345"/>
                </a:solidFill>
                <a:latin typeface="Community Light" panose="02000303040000020003" pitchFamily="2" charset="0"/>
                <a:ea typeface="Source Sans Pro" charset="0"/>
                <a:cs typeface="Source Sans Pro Light"/>
              </a:rPr>
              <a:t>Brief description of the data you’re looking at here on a couple lines. Not a big paragraph.</a:t>
            </a:r>
          </a:p>
        </p:txBody>
      </p:sp>
      <p:sp>
        <p:nvSpPr>
          <p:cNvPr id="12" name="Text Placeholder 10">
            <a:extLst>
              <a:ext uri="{FF2B5EF4-FFF2-40B4-BE49-F238E27FC236}">
                <a16:creationId xmlns:a16="http://schemas.microsoft.com/office/drawing/2014/main" id="{09E8C834-B39B-0147-BDCE-E46C08590CBE}"/>
              </a:ext>
            </a:extLst>
          </p:cNvPr>
          <p:cNvSpPr>
            <a:spLocks noGrp="1"/>
          </p:cNvSpPr>
          <p:nvPr>
            <p:ph type="body" sz="quarter" idx="11" hasCustomPrompt="1"/>
          </p:nvPr>
        </p:nvSpPr>
        <p:spPr>
          <a:xfrm>
            <a:off x="12193591" y="3741163"/>
            <a:ext cx="12193585" cy="5624514"/>
          </a:xfrm>
          <a:noFill/>
          <a:ln>
            <a:noFill/>
          </a:ln>
        </p:spPr>
        <p:txBody>
          <a:bodyPr lIns="0" tIns="0" rIns="0" bIns="0" anchor="ctr"/>
          <a:lstStyle>
            <a:lvl1pPr>
              <a:defRPr lang="en-US" sz="39992" kern="0" smtClean="0">
                <a:solidFill>
                  <a:schemeClr val="accent2"/>
                </a:solidFill>
                <a:ea typeface="Source Sans Pro" charset="0"/>
                <a:cs typeface="Source Sans Pro" charset="0"/>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lgn="ctr" defTabSz="914166"/>
            <a:r>
              <a:rPr lang="en-US"/>
              <a:t>##%</a:t>
            </a:r>
          </a:p>
        </p:txBody>
      </p:sp>
      <p:sp>
        <p:nvSpPr>
          <p:cNvPr id="15" name="Text Placeholder 13">
            <a:extLst>
              <a:ext uri="{FF2B5EF4-FFF2-40B4-BE49-F238E27FC236}">
                <a16:creationId xmlns:a16="http://schemas.microsoft.com/office/drawing/2014/main" id="{0E6C9F3C-915A-974A-95CD-31158885C6C1}"/>
              </a:ext>
            </a:extLst>
          </p:cNvPr>
          <p:cNvSpPr>
            <a:spLocks noGrp="1"/>
          </p:cNvSpPr>
          <p:nvPr>
            <p:ph type="body" sz="quarter" idx="13" hasCustomPrompt="1"/>
          </p:nvPr>
        </p:nvSpPr>
        <p:spPr>
          <a:xfrm>
            <a:off x="12193587" y="9383755"/>
            <a:ext cx="12193588" cy="1023938"/>
          </a:xfrm>
        </p:spPr>
        <p:txBody>
          <a:bodyPr lIns="1463040" rIns="1463040">
            <a:noAutofit/>
          </a:bodyPr>
          <a:lstStyle>
            <a:lvl1pPr marL="0" marR="0" indent="0" algn="ctr" defTabSz="914166" rtl="0" eaLnBrk="1" fontAlgn="auto" latinLnBrk="0" hangingPunct="1">
              <a:lnSpc>
                <a:spcPct val="90000"/>
              </a:lnSpc>
              <a:spcBef>
                <a:spcPts val="2000"/>
              </a:spcBef>
              <a:spcAft>
                <a:spcPts val="0"/>
              </a:spcAft>
              <a:buClrTx/>
              <a:buSzTx/>
              <a:buFont typeface="Arial" panose="020B0604020202020204" pitchFamily="34" charset="0"/>
              <a:buNone/>
              <a:tabLst/>
              <a:defRPr lang="en-US" sz="3600" kern="0">
                <a:solidFill>
                  <a:srgbClr val="3B4345"/>
                </a:solidFill>
                <a:latin typeface="Community Light" panose="02000303040000020003" pitchFamily="2" charset="0"/>
                <a:ea typeface="Source Sans Pro" charset="0"/>
                <a:cs typeface="Source Sans Pro Light"/>
              </a:defRPr>
            </a:lvl1pPr>
          </a:lstStyle>
          <a:p>
            <a:pPr defTabSz="1828698">
              <a:defRPr/>
            </a:pPr>
            <a:r>
              <a:rPr lang="en-US" sz="3600" kern="0">
                <a:solidFill>
                  <a:srgbClr val="3B4345"/>
                </a:solidFill>
                <a:latin typeface="Community Light" panose="02000303040000020003" pitchFamily="2" charset="0"/>
                <a:ea typeface="Source Sans Pro" charset="0"/>
                <a:cs typeface="Source Sans Pro Light"/>
              </a:rPr>
              <a:t>Brief description of the data you’re looking at here on a couple lines. Not a big paragraph.</a:t>
            </a:r>
          </a:p>
        </p:txBody>
      </p:sp>
      <p:sp>
        <p:nvSpPr>
          <p:cNvPr id="7" name="Folded Corner 6">
            <a:extLst>
              <a:ext uri="{FF2B5EF4-FFF2-40B4-BE49-F238E27FC236}">
                <a16:creationId xmlns:a16="http://schemas.microsoft.com/office/drawing/2014/main" id="{3F3AA9BA-D430-9943-8B75-9DE51C2E5653}"/>
              </a:ext>
              <a:ext uri="{C183D7F6-B498-43B3-948B-1728B52AA6E4}">
                <adec:decorative xmlns:adec="http://schemas.microsoft.com/office/drawing/2017/decorative" val="1"/>
              </a:ext>
            </a:extLst>
          </p:cNvPr>
          <p:cNvSpPr/>
          <p:nvPr/>
        </p:nvSpPr>
        <p:spPr>
          <a:xfrm>
            <a:off x="76203" y="-2057399"/>
            <a:ext cx="11583986" cy="14949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text layout is to compare and contrast 2 percentage statistics.</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Replace text placeholders with your own words.</a:t>
            </a:r>
            <a:endParaRPr lang="en-US" sz="2400" b="1">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18015527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three percentages and descripti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E320E-6392-B44F-85C4-61911FC53151}"/>
              </a:ext>
            </a:extLst>
          </p:cNvPr>
          <p:cNvSpPr>
            <a:spLocks noGrp="1"/>
          </p:cNvSpPr>
          <p:nvPr>
            <p:ph type="title" hasCustomPrompt="1"/>
          </p:nvPr>
        </p:nvSpPr>
        <p:spPr>
          <a:xfrm>
            <a:off x="1525586" y="3022707"/>
            <a:ext cx="6667502" cy="5624514"/>
          </a:xfrm>
          <a:noFill/>
          <a:ln>
            <a:noFill/>
          </a:ln>
        </p:spPr>
        <p:txBody>
          <a:bodyPr vert="horz" lIns="0" tIns="0" rIns="0" bIns="0" rtlCol="0" anchor="ctr" anchorCtr="0">
            <a:normAutofit/>
          </a:bodyPr>
          <a:lstStyle>
            <a:lvl1pPr>
              <a:defRPr lang="en-US" sz="27494" kern="0">
                <a:solidFill>
                  <a:schemeClr val="accent3"/>
                </a:solidFill>
                <a:ea typeface="Source Sans Pro" charset="0"/>
                <a:cs typeface="Source Sans Pro" charset="0"/>
              </a:defRPr>
            </a:lvl1pPr>
          </a:lstStyle>
          <a:p>
            <a:pPr marL="0" lvl="0" indent="0" algn="ctr" defTabSz="914166">
              <a:spcBef>
                <a:spcPts val="2000"/>
              </a:spcBef>
              <a:buFont typeface="Arial" panose="020B0604020202020204" pitchFamily="34" charset="0"/>
            </a:pPr>
            <a:r>
              <a:rPr lang="en-US"/>
              <a:t>##%</a:t>
            </a:r>
          </a:p>
        </p:txBody>
      </p:sp>
      <p:sp>
        <p:nvSpPr>
          <p:cNvPr id="15" name="Text Placeholder 13">
            <a:extLst>
              <a:ext uri="{FF2B5EF4-FFF2-40B4-BE49-F238E27FC236}">
                <a16:creationId xmlns:a16="http://schemas.microsoft.com/office/drawing/2014/main" id="{D99C7536-4CDA-C84B-9B72-5E6FA60A17BE}"/>
              </a:ext>
            </a:extLst>
          </p:cNvPr>
          <p:cNvSpPr>
            <a:spLocks noGrp="1"/>
          </p:cNvSpPr>
          <p:nvPr>
            <p:ph type="body" sz="quarter" idx="13" hasCustomPrompt="1"/>
          </p:nvPr>
        </p:nvSpPr>
        <p:spPr>
          <a:xfrm>
            <a:off x="1525589" y="9383755"/>
            <a:ext cx="6667500" cy="1553878"/>
          </a:xfrm>
        </p:spPr>
        <p:txBody>
          <a:bodyPr>
            <a:noAutofit/>
          </a:bodyPr>
          <a:lstStyle>
            <a:lvl1pPr marL="0" marR="0" indent="0" algn="ctr" defTabSz="914166" rtl="0" eaLnBrk="1" fontAlgn="auto" latinLnBrk="0" hangingPunct="1">
              <a:lnSpc>
                <a:spcPct val="90000"/>
              </a:lnSpc>
              <a:spcBef>
                <a:spcPts val="2000"/>
              </a:spcBef>
              <a:spcAft>
                <a:spcPts val="0"/>
              </a:spcAft>
              <a:buClrTx/>
              <a:buSzTx/>
              <a:buFont typeface="Arial" panose="020B0604020202020204" pitchFamily="34" charset="0"/>
              <a:buNone/>
              <a:tabLst/>
              <a:defRPr lang="en-US" sz="3600" kern="0">
                <a:solidFill>
                  <a:srgbClr val="3B4345"/>
                </a:solidFill>
                <a:latin typeface="Community Light" panose="02000303040000020003" pitchFamily="2" charset="0"/>
                <a:ea typeface="Source Sans Pro" charset="0"/>
                <a:cs typeface="Source Sans Pro Light"/>
              </a:defRPr>
            </a:lvl1pPr>
          </a:lstStyle>
          <a:p>
            <a:pPr defTabSz="1828698">
              <a:defRPr/>
            </a:pPr>
            <a:r>
              <a:rPr lang="en-US" sz="3600" kern="0">
                <a:solidFill>
                  <a:srgbClr val="3B4345"/>
                </a:solidFill>
                <a:latin typeface="Community Light" panose="02000303040000020003" pitchFamily="2" charset="0"/>
                <a:ea typeface="Source Sans Pro" charset="0"/>
                <a:cs typeface="Source Sans Pro Light"/>
              </a:rPr>
              <a:t>Brief description of the data you’re looking at here on a couple lines. </a:t>
            </a:r>
            <a:br>
              <a:rPr lang="en-US" sz="3600" kern="0">
                <a:solidFill>
                  <a:srgbClr val="3B4345"/>
                </a:solidFill>
                <a:latin typeface="Community Light" panose="02000303040000020003" pitchFamily="2" charset="0"/>
                <a:ea typeface="Source Sans Pro" charset="0"/>
                <a:cs typeface="Source Sans Pro Light"/>
              </a:rPr>
            </a:br>
            <a:r>
              <a:rPr lang="en-US" sz="3600" kern="0">
                <a:solidFill>
                  <a:srgbClr val="3B4345"/>
                </a:solidFill>
                <a:latin typeface="Community Light" panose="02000303040000020003" pitchFamily="2" charset="0"/>
                <a:ea typeface="Source Sans Pro" charset="0"/>
                <a:cs typeface="Source Sans Pro Light"/>
              </a:rPr>
              <a:t>Not a big paragraph.</a:t>
            </a:r>
          </a:p>
        </p:txBody>
      </p:sp>
      <p:sp>
        <p:nvSpPr>
          <p:cNvPr id="12" name="Text Placeholder 10">
            <a:extLst>
              <a:ext uri="{FF2B5EF4-FFF2-40B4-BE49-F238E27FC236}">
                <a16:creationId xmlns:a16="http://schemas.microsoft.com/office/drawing/2014/main" id="{09E8C834-B39B-0147-BDCE-E46C08590CBE}"/>
              </a:ext>
            </a:extLst>
          </p:cNvPr>
          <p:cNvSpPr>
            <a:spLocks noGrp="1"/>
          </p:cNvSpPr>
          <p:nvPr>
            <p:ph type="body" sz="quarter" idx="11" hasCustomPrompt="1"/>
          </p:nvPr>
        </p:nvSpPr>
        <p:spPr>
          <a:xfrm>
            <a:off x="8840787" y="3022707"/>
            <a:ext cx="6667500" cy="5624514"/>
          </a:xfrm>
          <a:noFill/>
          <a:ln>
            <a:noFill/>
          </a:ln>
        </p:spPr>
        <p:txBody>
          <a:bodyPr lIns="0" tIns="0" rIns="0" bIns="0" anchor="ctr">
            <a:normAutofit/>
          </a:bodyPr>
          <a:lstStyle>
            <a:lvl1pPr>
              <a:defRPr lang="en-US" sz="27494" kern="0" smtClean="0">
                <a:solidFill>
                  <a:schemeClr val="accent5"/>
                </a:solidFill>
                <a:ea typeface="Source Sans Pro" charset="0"/>
                <a:cs typeface="Source Sans Pro" charset="0"/>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lgn="ctr" defTabSz="914166"/>
            <a:r>
              <a:rPr lang="en-US"/>
              <a:t>##%</a:t>
            </a:r>
          </a:p>
        </p:txBody>
      </p:sp>
      <p:sp>
        <p:nvSpPr>
          <p:cNvPr id="16" name="Text Placeholder 13">
            <a:extLst>
              <a:ext uri="{FF2B5EF4-FFF2-40B4-BE49-F238E27FC236}">
                <a16:creationId xmlns:a16="http://schemas.microsoft.com/office/drawing/2014/main" id="{6E9B8198-35FC-4945-9FC5-688CA41D71ED}"/>
              </a:ext>
            </a:extLst>
          </p:cNvPr>
          <p:cNvSpPr>
            <a:spLocks noGrp="1"/>
          </p:cNvSpPr>
          <p:nvPr>
            <p:ph type="body" sz="quarter" idx="14" hasCustomPrompt="1"/>
          </p:nvPr>
        </p:nvSpPr>
        <p:spPr>
          <a:xfrm>
            <a:off x="8840787" y="9383755"/>
            <a:ext cx="6667500" cy="1553878"/>
          </a:xfrm>
        </p:spPr>
        <p:txBody>
          <a:bodyPr>
            <a:noAutofit/>
          </a:bodyPr>
          <a:lstStyle>
            <a:lvl1pPr marL="0" marR="0" indent="0" algn="ctr" defTabSz="914166" rtl="0" eaLnBrk="1" fontAlgn="auto" latinLnBrk="0" hangingPunct="1">
              <a:lnSpc>
                <a:spcPct val="90000"/>
              </a:lnSpc>
              <a:spcBef>
                <a:spcPts val="2000"/>
              </a:spcBef>
              <a:spcAft>
                <a:spcPts val="0"/>
              </a:spcAft>
              <a:buClrTx/>
              <a:buSzTx/>
              <a:buFont typeface="Arial" panose="020B0604020202020204" pitchFamily="34" charset="0"/>
              <a:buNone/>
              <a:tabLst/>
              <a:defRPr lang="en-US" sz="3600" kern="0">
                <a:solidFill>
                  <a:srgbClr val="3B4345"/>
                </a:solidFill>
                <a:latin typeface="Community Light" panose="02000303040000020003" pitchFamily="2" charset="0"/>
                <a:ea typeface="Source Sans Pro" charset="0"/>
                <a:cs typeface="Source Sans Pro Light"/>
              </a:defRPr>
            </a:lvl1pPr>
          </a:lstStyle>
          <a:p>
            <a:pPr defTabSz="1828698">
              <a:defRPr/>
            </a:pPr>
            <a:r>
              <a:rPr lang="en-US" sz="3600" kern="0">
                <a:solidFill>
                  <a:srgbClr val="3B4345"/>
                </a:solidFill>
                <a:latin typeface="Community Light" panose="02000303040000020003" pitchFamily="2" charset="0"/>
                <a:ea typeface="Source Sans Pro" charset="0"/>
                <a:cs typeface="Source Sans Pro Light"/>
              </a:rPr>
              <a:t>Brief description of the data you’re looking at here on a couple lines. </a:t>
            </a:r>
            <a:br>
              <a:rPr lang="en-US" sz="3600" kern="0">
                <a:solidFill>
                  <a:srgbClr val="3B4345"/>
                </a:solidFill>
                <a:latin typeface="Community Light" panose="02000303040000020003" pitchFamily="2" charset="0"/>
                <a:ea typeface="Source Sans Pro" charset="0"/>
                <a:cs typeface="Source Sans Pro Light"/>
              </a:rPr>
            </a:br>
            <a:r>
              <a:rPr lang="en-US" sz="3600" kern="0">
                <a:solidFill>
                  <a:srgbClr val="3B4345"/>
                </a:solidFill>
                <a:latin typeface="Community Light" panose="02000303040000020003" pitchFamily="2" charset="0"/>
                <a:ea typeface="Source Sans Pro" charset="0"/>
                <a:cs typeface="Source Sans Pro Light"/>
              </a:rPr>
              <a:t>Not a big paragraph.</a:t>
            </a:r>
          </a:p>
        </p:txBody>
      </p:sp>
      <p:sp>
        <p:nvSpPr>
          <p:cNvPr id="8" name="Text Placeholder 10">
            <a:extLst>
              <a:ext uri="{FF2B5EF4-FFF2-40B4-BE49-F238E27FC236}">
                <a16:creationId xmlns:a16="http://schemas.microsoft.com/office/drawing/2014/main" id="{0668C8F7-BC4A-624E-AC09-63C6B2F8ED8D}"/>
              </a:ext>
            </a:extLst>
          </p:cNvPr>
          <p:cNvSpPr>
            <a:spLocks noGrp="1"/>
          </p:cNvSpPr>
          <p:nvPr>
            <p:ph type="body" sz="quarter" idx="12" hasCustomPrompt="1"/>
          </p:nvPr>
        </p:nvSpPr>
        <p:spPr>
          <a:xfrm>
            <a:off x="16155989" y="3022707"/>
            <a:ext cx="6629399" cy="5624514"/>
          </a:xfrm>
          <a:noFill/>
          <a:ln>
            <a:noFill/>
          </a:ln>
        </p:spPr>
        <p:txBody>
          <a:bodyPr lIns="0" tIns="0" rIns="0" bIns="0" anchor="ctr">
            <a:normAutofit/>
          </a:bodyPr>
          <a:lstStyle>
            <a:lvl1pPr>
              <a:defRPr lang="en-US" sz="27494" kern="0" smtClean="0">
                <a:solidFill>
                  <a:schemeClr val="tx2"/>
                </a:solidFill>
                <a:ea typeface="Source Sans Pro" charset="0"/>
                <a:cs typeface="Source Sans Pro" charset="0"/>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lgn="ctr" defTabSz="914166"/>
            <a:r>
              <a:rPr lang="en-US"/>
              <a:t>##%</a:t>
            </a:r>
          </a:p>
        </p:txBody>
      </p:sp>
      <p:sp>
        <p:nvSpPr>
          <p:cNvPr id="17" name="Text Placeholder 13">
            <a:extLst>
              <a:ext uri="{FF2B5EF4-FFF2-40B4-BE49-F238E27FC236}">
                <a16:creationId xmlns:a16="http://schemas.microsoft.com/office/drawing/2014/main" id="{BFD59FA7-7BFF-0A46-A0E5-7DCBF2330281}"/>
              </a:ext>
            </a:extLst>
          </p:cNvPr>
          <p:cNvSpPr>
            <a:spLocks noGrp="1"/>
          </p:cNvSpPr>
          <p:nvPr>
            <p:ph type="body" sz="quarter" idx="15" hasCustomPrompt="1"/>
          </p:nvPr>
        </p:nvSpPr>
        <p:spPr>
          <a:xfrm>
            <a:off x="16155988" y="9383755"/>
            <a:ext cx="6629401" cy="1553878"/>
          </a:xfrm>
        </p:spPr>
        <p:txBody>
          <a:bodyPr>
            <a:noAutofit/>
          </a:bodyPr>
          <a:lstStyle>
            <a:lvl1pPr marL="0" marR="0" indent="0" algn="ctr" defTabSz="914166" rtl="0" eaLnBrk="1" fontAlgn="auto" latinLnBrk="0" hangingPunct="1">
              <a:lnSpc>
                <a:spcPct val="90000"/>
              </a:lnSpc>
              <a:spcBef>
                <a:spcPts val="2000"/>
              </a:spcBef>
              <a:spcAft>
                <a:spcPts val="0"/>
              </a:spcAft>
              <a:buClrTx/>
              <a:buSzTx/>
              <a:buFont typeface="Arial" panose="020B0604020202020204" pitchFamily="34" charset="0"/>
              <a:buNone/>
              <a:tabLst/>
              <a:defRPr lang="en-US" sz="3600" kern="0">
                <a:solidFill>
                  <a:srgbClr val="3B4345"/>
                </a:solidFill>
                <a:latin typeface="Community Light" panose="02000303040000020003" pitchFamily="2" charset="0"/>
                <a:ea typeface="Source Sans Pro" charset="0"/>
                <a:cs typeface="Source Sans Pro Light"/>
              </a:defRPr>
            </a:lvl1pPr>
          </a:lstStyle>
          <a:p>
            <a:pPr defTabSz="1828698">
              <a:defRPr/>
            </a:pPr>
            <a:r>
              <a:rPr lang="en-US" sz="3600" kern="0">
                <a:solidFill>
                  <a:srgbClr val="3B4345"/>
                </a:solidFill>
                <a:latin typeface="Community Light" panose="02000303040000020003" pitchFamily="2" charset="0"/>
                <a:ea typeface="Source Sans Pro" charset="0"/>
                <a:cs typeface="Source Sans Pro Light"/>
              </a:rPr>
              <a:t>Brief description of the data you’re looking at here on a couple lines. </a:t>
            </a:r>
            <a:br>
              <a:rPr lang="en-US" sz="3600" kern="0">
                <a:solidFill>
                  <a:srgbClr val="3B4345"/>
                </a:solidFill>
                <a:latin typeface="Community Light" panose="02000303040000020003" pitchFamily="2" charset="0"/>
                <a:ea typeface="Source Sans Pro" charset="0"/>
                <a:cs typeface="Source Sans Pro Light"/>
              </a:rPr>
            </a:br>
            <a:r>
              <a:rPr lang="en-US" sz="3600" kern="0">
                <a:solidFill>
                  <a:srgbClr val="3B4345"/>
                </a:solidFill>
                <a:latin typeface="Community Light" panose="02000303040000020003" pitchFamily="2" charset="0"/>
                <a:ea typeface="Source Sans Pro" charset="0"/>
                <a:cs typeface="Source Sans Pro Light"/>
              </a:rPr>
              <a:t>Not a big paragraph.</a:t>
            </a:r>
          </a:p>
        </p:txBody>
      </p:sp>
      <p:sp>
        <p:nvSpPr>
          <p:cNvPr id="10" name="Folded Corner 9">
            <a:extLst>
              <a:ext uri="{FF2B5EF4-FFF2-40B4-BE49-F238E27FC236}">
                <a16:creationId xmlns:a16="http://schemas.microsoft.com/office/drawing/2014/main" id="{72773A8C-6063-5448-803E-F77D2D921E45}"/>
              </a:ext>
              <a:ext uri="{C183D7F6-B498-43B3-948B-1728B52AA6E4}">
                <adec:decorative xmlns:adec="http://schemas.microsoft.com/office/drawing/2017/decorative" val="1"/>
              </a:ext>
            </a:extLst>
          </p:cNvPr>
          <p:cNvSpPr/>
          <p:nvPr/>
        </p:nvSpPr>
        <p:spPr>
          <a:xfrm>
            <a:off x="76201" y="-2057399"/>
            <a:ext cx="14631987" cy="14949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text layout is to compare and contrast 3 percentage statistics.</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Replace text placeholders with your own words.</a:t>
            </a:r>
            <a:endParaRPr lang="en-US" sz="2400" b="1">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09835459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cause + effect 1">
    <p:bg>
      <p:bgPr>
        <a:solidFill>
          <a:srgbClr val="FCE2BA"/>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4AEB67E-1058-434A-94DF-1D98726C1F5C}"/>
              </a:ext>
            </a:extLst>
          </p:cNvPr>
          <p:cNvSpPr/>
          <p:nvPr/>
        </p:nvSpPr>
        <p:spPr>
          <a:xfrm>
            <a:off x="0" y="3"/>
            <a:ext cx="12193588" cy="13715998"/>
          </a:xfrm>
          <a:prstGeom prst="rect">
            <a:avLst/>
          </a:pr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Text Placeholder 10">
            <a:extLst>
              <a:ext uri="{FF2B5EF4-FFF2-40B4-BE49-F238E27FC236}">
                <a16:creationId xmlns:a16="http://schemas.microsoft.com/office/drawing/2014/main" id="{D98FF1FA-A4A7-0842-910C-827AFA24D0CE}"/>
              </a:ext>
            </a:extLst>
          </p:cNvPr>
          <p:cNvSpPr>
            <a:spLocks noGrp="1"/>
          </p:cNvSpPr>
          <p:nvPr>
            <p:ph type="body" sz="quarter" idx="10" hasCustomPrompt="1"/>
          </p:nvPr>
        </p:nvSpPr>
        <p:spPr>
          <a:xfrm>
            <a:off x="298938" y="3741163"/>
            <a:ext cx="11589851" cy="5624514"/>
          </a:xfrm>
          <a:noFill/>
          <a:ln>
            <a:noFill/>
          </a:ln>
        </p:spPr>
        <p:txBody>
          <a:bodyPr lIns="0" tIns="0" rIns="0" bIns="0" anchor="ctr">
            <a:normAutofit/>
          </a:bodyPr>
          <a:lstStyle>
            <a:lvl1pPr algn="ctr">
              <a:defRPr lang="en-US" sz="14398" kern="0" smtClean="0">
                <a:solidFill>
                  <a:schemeClr val="accent2"/>
                </a:solidFill>
                <a:ea typeface="Source Sans Pro" charset="0"/>
                <a:cs typeface="Source Sans Pro" charset="0"/>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lgn="ctr" defTabSz="914166"/>
            <a:r>
              <a:rPr lang="en-US"/>
              <a:t>Enter cause</a:t>
            </a:r>
          </a:p>
        </p:txBody>
      </p:sp>
      <p:sp>
        <p:nvSpPr>
          <p:cNvPr id="12" name="Text Placeholder 10">
            <a:extLst>
              <a:ext uri="{FF2B5EF4-FFF2-40B4-BE49-F238E27FC236}">
                <a16:creationId xmlns:a16="http://schemas.microsoft.com/office/drawing/2014/main" id="{09E8C834-B39B-0147-BDCE-E46C08590CBE}"/>
              </a:ext>
            </a:extLst>
          </p:cNvPr>
          <p:cNvSpPr>
            <a:spLocks noGrp="1"/>
          </p:cNvSpPr>
          <p:nvPr>
            <p:ph type="body" sz="quarter" idx="11" hasCustomPrompt="1"/>
          </p:nvPr>
        </p:nvSpPr>
        <p:spPr>
          <a:xfrm>
            <a:off x="12492525" y="3741163"/>
            <a:ext cx="11595712" cy="5624514"/>
          </a:xfrm>
          <a:noFill/>
          <a:ln>
            <a:noFill/>
          </a:ln>
        </p:spPr>
        <p:txBody>
          <a:bodyPr lIns="0" tIns="0" rIns="0" bIns="0" anchor="ctr">
            <a:normAutofit/>
          </a:bodyPr>
          <a:lstStyle>
            <a:lvl1pPr algn="ctr">
              <a:defRPr lang="en-US" sz="14398" kern="0" smtClean="0">
                <a:solidFill>
                  <a:schemeClr val="accent3"/>
                </a:solidFill>
                <a:ea typeface="Source Sans Pro" charset="0"/>
                <a:cs typeface="Source Sans Pro" charset="0"/>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lgn="ctr" defTabSz="914166"/>
            <a:r>
              <a:rPr lang="en-US"/>
              <a:t>Enter effect</a:t>
            </a:r>
          </a:p>
        </p:txBody>
      </p:sp>
      <p:sp>
        <p:nvSpPr>
          <p:cNvPr id="14" name="Text Placeholder 13">
            <a:extLst>
              <a:ext uri="{FF2B5EF4-FFF2-40B4-BE49-F238E27FC236}">
                <a16:creationId xmlns:a16="http://schemas.microsoft.com/office/drawing/2014/main" id="{A3356100-B9E0-5246-9174-58819D317F51}"/>
              </a:ext>
            </a:extLst>
          </p:cNvPr>
          <p:cNvSpPr>
            <a:spLocks noGrp="1"/>
          </p:cNvSpPr>
          <p:nvPr>
            <p:ph type="body" sz="quarter" idx="12" hasCustomPrompt="1"/>
          </p:nvPr>
        </p:nvSpPr>
        <p:spPr>
          <a:xfrm>
            <a:off x="298938" y="9383755"/>
            <a:ext cx="11589851" cy="1023938"/>
          </a:xfrm>
        </p:spPr>
        <p:txBody>
          <a:bodyPr lIns="1463040" rIns="1463040">
            <a:noAutofit/>
          </a:bodyPr>
          <a:lstStyle>
            <a:lvl1pPr marL="0" marR="0" indent="0" algn="ctr" defTabSz="914166" rtl="0" eaLnBrk="1" fontAlgn="auto" latinLnBrk="0" hangingPunct="1">
              <a:lnSpc>
                <a:spcPct val="90000"/>
              </a:lnSpc>
              <a:spcBef>
                <a:spcPts val="2000"/>
              </a:spcBef>
              <a:spcAft>
                <a:spcPts val="0"/>
              </a:spcAft>
              <a:buClrTx/>
              <a:buSzTx/>
              <a:buFont typeface="Arial" panose="020B0604020202020204" pitchFamily="34" charset="0"/>
              <a:buNone/>
              <a:tabLst/>
              <a:defRPr lang="en-US" sz="3600" kern="0">
                <a:solidFill>
                  <a:srgbClr val="3B4345"/>
                </a:solidFill>
                <a:latin typeface="Community Light" panose="02000303040000020003" pitchFamily="2" charset="0"/>
                <a:ea typeface="Source Sans Pro" charset="0"/>
                <a:cs typeface="Source Sans Pro Light"/>
              </a:defRPr>
            </a:lvl1pPr>
          </a:lstStyle>
          <a:p>
            <a:pPr defTabSz="1828698">
              <a:defRPr/>
            </a:pPr>
            <a:r>
              <a:rPr lang="en-US" sz="3600" kern="0">
                <a:solidFill>
                  <a:srgbClr val="3B4345"/>
                </a:solidFill>
                <a:latin typeface="Community Light" panose="02000303040000020003" pitchFamily="2" charset="0"/>
                <a:ea typeface="Source Sans Pro" charset="0"/>
                <a:cs typeface="Source Sans Pro Light"/>
              </a:rPr>
              <a:t>Brief description of the data you’re looking at here on a couple lines. Not a big paragraph.</a:t>
            </a:r>
          </a:p>
        </p:txBody>
      </p:sp>
      <p:sp>
        <p:nvSpPr>
          <p:cNvPr id="15" name="Text Placeholder 13">
            <a:extLst>
              <a:ext uri="{FF2B5EF4-FFF2-40B4-BE49-F238E27FC236}">
                <a16:creationId xmlns:a16="http://schemas.microsoft.com/office/drawing/2014/main" id="{0E6C9F3C-915A-974A-95CD-31158885C6C1}"/>
              </a:ext>
            </a:extLst>
          </p:cNvPr>
          <p:cNvSpPr>
            <a:spLocks noGrp="1"/>
          </p:cNvSpPr>
          <p:nvPr>
            <p:ph type="body" sz="quarter" idx="13" hasCustomPrompt="1"/>
          </p:nvPr>
        </p:nvSpPr>
        <p:spPr>
          <a:xfrm>
            <a:off x="12498389" y="9383755"/>
            <a:ext cx="11589849" cy="1023938"/>
          </a:xfrm>
        </p:spPr>
        <p:txBody>
          <a:bodyPr lIns="1463040" rIns="1463040">
            <a:noAutofit/>
          </a:bodyPr>
          <a:lstStyle>
            <a:lvl1pPr marL="0" marR="0" indent="0" algn="ctr" defTabSz="914166" rtl="0" eaLnBrk="1" fontAlgn="auto" latinLnBrk="0" hangingPunct="1">
              <a:lnSpc>
                <a:spcPct val="90000"/>
              </a:lnSpc>
              <a:spcBef>
                <a:spcPts val="2000"/>
              </a:spcBef>
              <a:spcAft>
                <a:spcPts val="0"/>
              </a:spcAft>
              <a:buClrTx/>
              <a:buSzTx/>
              <a:buFont typeface="Arial" panose="020B0604020202020204" pitchFamily="34" charset="0"/>
              <a:buNone/>
              <a:tabLst/>
              <a:defRPr lang="en-US" sz="3600" kern="0">
                <a:solidFill>
                  <a:srgbClr val="3B4345"/>
                </a:solidFill>
                <a:latin typeface="Community Light" panose="02000303040000020003" pitchFamily="2" charset="0"/>
                <a:ea typeface="Source Sans Pro" charset="0"/>
                <a:cs typeface="Source Sans Pro Light"/>
              </a:defRPr>
            </a:lvl1pPr>
          </a:lstStyle>
          <a:p>
            <a:pPr defTabSz="1828698">
              <a:defRPr/>
            </a:pPr>
            <a:r>
              <a:rPr lang="en-US" sz="3600" kern="0">
                <a:solidFill>
                  <a:srgbClr val="3B4345"/>
                </a:solidFill>
                <a:latin typeface="Community Light" panose="02000303040000020003" pitchFamily="2" charset="0"/>
                <a:ea typeface="Source Sans Pro" charset="0"/>
                <a:cs typeface="Source Sans Pro Light"/>
              </a:rPr>
              <a:t>Brief description of the data you’re looking at here on a couple lines. Not a big paragraph.</a:t>
            </a:r>
          </a:p>
        </p:txBody>
      </p:sp>
      <p:sp>
        <p:nvSpPr>
          <p:cNvPr id="7" name="Folded Corner 6">
            <a:extLst>
              <a:ext uri="{FF2B5EF4-FFF2-40B4-BE49-F238E27FC236}">
                <a16:creationId xmlns:a16="http://schemas.microsoft.com/office/drawing/2014/main" id="{411D9085-585C-A04E-ACC7-0E911526D632}"/>
              </a:ext>
              <a:ext uri="{C183D7F6-B498-43B3-948B-1728B52AA6E4}">
                <adec:decorative xmlns:adec="http://schemas.microsoft.com/office/drawing/2017/decorative" val="1"/>
              </a:ext>
            </a:extLst>
          </p:cNvPr>
          <p:cNvSpPr/>
          <p:nvPr/>
        </p:nvSpPr>
        <p:spPr>
          <a:xfrm>
            <a:off x="76200" y="-2057399"/>
            <a:ext cx="10136188" cy="14949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text layout is to show cause and effect of 2 events.</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Replace text placeholders with your own words.</a:t>
            </a:r>
            <a:endParaRPr lang="en-US" sz="2400" b="1">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112623736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cause + effect 2">
    <p:bg>
      <p:bgPr>
        <a:solidFill>
          <a:srgbClr val="FCE2BA"/>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4AEB67E-1058-434A-94DF-1D98726C1F5C}"/>
              </a:ext>
            </a:extLst>
          </p:cNvPr>
          <p:cNvSpPr/>
          <p:nvPr/>
        </p:nvSpPr>
        <p:spPr>
          <a:xfrm>
            <a:off x="12193587" y="3"/>
            <a:ext cx="12193588" cy="13715998"/>
          </a:xfrm>
          <a:prstGeom prst="rect">
            <a:avLst/>
          </a:pr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Text Placeholder 10">
            <a:extLst>
              <a:ext uri="{FF2B5EF4-FFF2-40B4-BE49-F238E27FC236}">
                <a16:creationId xmlns:a16="http://schemas.microsoft.com/office/drawing/2014/main" id="{D98FF1FA-A4A7-0842-910C-827AFA24D0CE}"/>
              </a:ext>
            </a:extLst>
          </p:cNvPr>
          <p:cNvSpPr>
            <a:spLocks noGrp="1"/>
          </p:cNvSpPr>
          <p:nvPr>
            <p:ph type="body" sz="quarter" idx="10" hasCustomPrompt="1"/>
          </p:nvPr>
        </p:nvSpPr>
        <p:spPr>
          <a:xfrm>
            <a:off x="316523" y="3741163"/>
            <a:ext cx="11572267" cy="5624514"/>
          </a:xfrm>
          <a:noFill/>
          <a:ln>
            <a:noFill/>
          </a:ln>
        </p:spPr>
        <p:txBody>
          <a:bodyPr lIns="0" tIns="0" rIns="0" bIns="0" anchor="ctr">
            <a:normAutofit/>
          </a:bodyPr>
          <a:lstStyle>
            <a:lvl1pPr algn="ctr">
              <a:defRPr lang="en-US" sz="14398" kern="0" smtClean="0">
                <a:solidFill>
                  <a:schemeClr val="accent3"/>
                </a:solidFill>
                <a:ea typeface="Source Sans Pro" charset="0"/>
                <a:cs typeface="Source Sans Pro" charset="0"/>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lgn="ctr" defTabSz="914166"/>
            <a:r>
              <a:rPr lang="en-US"/>
              <a:t>Enter cause</a:t>
            </a:r>
          </a:p>
        </p:txBody>
      </p:sp>
      <p:sp>
        <p:nvSpPr>
          <p:cNvPr id="12" name="Text Placeholder 10">
            <a:extLst>
              <a:ext uri="{FF2B5EF4-FFF2-40B4-BE49-F238E27FC236}">
                <a16:creationId xmlns:a16="http://schemas.microsoft.com/office/drawing/2014/main" id="{09E8C834-B39B-0147-BDCE-E46C08590CBE}"/>
              </a:ext>
            </a:extLst>
          </p:cNvPr>
          <p:cNvSpPr>
            <a:spLocks noGrp="1"/>
          </p:cNvSpPr>
          <p:nvPr>
            <p:ph type="body" sz="quarter" idx="11" hasCustomPrompt="1"/>
          </p:nvPr>
        </p:nvSpPr>
        <p:spPr>
          <a:xfrm>
            <a:off x="12498388" y="3741163"/>
            <a:ext cx="11572265" cy="5624514"/>
          </a:xfrm>
          <a:noFill/>
          <a:ln>
            <a:noFill/>
          </a:ln>
        </p:spPr>
        <p:txBody>
          <a:bodyPr lIns="0" tIns="0" rIns="0" bIns="0" anchor="ctr">
            <a:normAutofit/>
          </a:bodyPr>
          <a:lstStyle>
            <a:lvl1pPr algn="ctr">
              <a:defRPr lang="en-US" sz="14398" kern="0" smtClean="0">
                <a:solidFill>
                  <a:schemeClr val="accent2"/>
                </a:solidFill>
                <a:ea typeface="Source Sans Pro" charset="0"/>
                <a:cs typeface="Source Sans Pro" charset="0"/>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lgn="ctr" defTabSz="914166"/>
            <a:r>
              <a:rPr lang="en-US"/>
              <a:t>Enter effect</a:t>
            </a:r>
          </a:p>
        </p:txBody>
      </p:sp>
      <p:sp>
        <p:nvSpPr>
          <p:cNvPr id="14" name="Text Placeholder 13">
            <a:extLst>
              <a:ext uri="{FF2B5EF4-FFF2-40B4-BE49-F238E27FC236}">
                <a16:creationId xmlns:a16="http://schemas.microsoft.com/office/drawing/2014/main" id="{A3356100-B9E0-5246-9174-58819D317F51}"/>
              </a:ext>
            </a:extLst>
          </p:cNvPr>
          <p:cNvSpPr>
            <a:spLocks noGrp="1"/>
          </p:cNvSpPr>
          <p:nvPr>
            <p:ph type="body" sz="quarter" idx="12" hasCustomPrompt="1"/>
          </p:nvPr>
        </p:nvSpPr>
        <p:spPr>
          <a:xfrm>
            <a:off x="316523" y="9383755"/>
            <a:ext cx="11572267" cy="1023938"/>
          </a:xfrm>
        </p:spPr>
        <p:txBody>
          <a:bodyPr lIns="1463040" rIns="1463040">
            <a:noAutofit/>
          </a:bodyPr>
          <a:lstStyle>
            <a:lvl1pPr marL="0" marR="0" indent="0" algn="ctr" defTabSz="914166" rtl="0" eaLnBrk="1" fontAlgn="auto" latinLnBrk="0" hangingPunct="1">
              <a:lnSpc>
                <a:spcPct val="90000"/>
              </a:lnSpc>
              <a:spcBef>
                <a:spcPts val="2000"/>
              </a:spcBef>
              <a:spcAft>
                <a:spcPts val="0"/>
              </a:spcAft>
              <a:buClrTx/>
              <a:buSzTx/>
              <a:buFont typeface="Arial" panose="020B0604020202020204" pitchFamily="34" charset="0"/>
              <a:buNone/>
              <a:tabLst/>
              <a:defRPr lang="en-US" sz="3600" kern="0">
                <a:solidFill>
                  <a:srgbClr val="3B4345"/>
                </a:solidFill>
                <a:latin typeface="Community Light" panose="02000303040000020003" pitchFamily="2" charset="0"/>
                <a:ea typeface="Source Sans Pro" charset="0"/>
                <a:cs typeface="Source Sans Pro Light"/>
              </a:defRPr>
            </a:lvl1pPr>
          </a:lstStyle>
          <a:p>
            <a:pPr defTabSz="1828698">
              <a:defRPr/>
            </a:pPr>
            <a:r>
              <a:rPr lang="en-US" sz="3600" kern="0">
                <a:solidFill>
                  <a:srgbClr val="3B4345"/>
                </a:solidFill>
                <a:latin typeface="Community Light" panose="02000303040000020003" pitchFamily="2" charset="0"/>
                <a:ea typeface="Source Sans Pro" charset="0"/>
                <a:cs typeface="Source Sans Pro Light"/>
              </a:rPr>
              <a:t>Brief description of the data you’re looking at here on a couple lines. Not a big paragraph.</a:t>
            </a:r>
          </a:p>
        </p:txBody>
      </p:sp>
      <p:sp>
        <p:nvSpPr>
          <p:cNvPr id="15" name="Text Placeholder 13">
            <a:extLst>
              <a:ext uri="{FF2B5EF4-FFF2-40B4-BE49-F238E27FC236}">
                <a16:creationId xmlns:a16="http://schemas.microsoft.com/office/drawing/2014/main" id="{0E6C9F3C-915A-974A-95CD-31158885C6C1}"/>
              </a:ext>
            </a:extLst>
          </p:cNvPr>
          <p:cNvSpPr>
            <a:spLocks noGrp="1"/>
          </p:cNvSpPr>
          <p:nvPr>
            <p:ph type="body" sz="quarter" idx="13" hasCustomPrompt="1"/>
          </p:nvPr>
        </p:nvSpPr>
        <p:spPr>
          <a:xfrm>
            <a:off x="12498390" y="9383755"/>
            <a:ext cx="11572265" cy="1023938"/>
          </a:xfrm>
        </p:spPr>
        <p:txBody>
          <a:bodyPr lIns="1463040" rIns="1463040">
            <a:noAutofit/>
          </a:bodyPr>
          <a:lstStyle>
            <a:lvl1pPr marL="0" marR="0" indent="0" algn="ctr" defTabSz="914166" rtl="0" eaLnBrk="1" fontAlgn="auto" latinLnBrk="0" hangingPunct="1">
              <a:lnSpc>
                <a:spcPct val="90000"/>
              </a:lnSpc>
              <a:spcBef>
                <a:spcPts val="2000"/>
              </a:spcBef>
              <a:spcAft>
                <a:spcPts val="0"/>
              </a:spcAft>
              <a:buClrTx/>
              <a:buSzTx/>
              <a:buFont typeface="Arial" panose="020B0604020202020204" pitchFamily="34" charset="0"/>
              <a:buNone/>
              <a:tabLst/>
              <a:defRPr lang="en-US" sz="3600" kern="0">
                <a:solidFill>
                  <a:srgbClr val="3B4345"/>
                </a:solidFill>
                <a:latin typeface="Community Light" panose="02000303040000020003" pitchFamily="2" charset="0"/>
                <a:ea typeface="Source Sans Pro" charset="0"/>
                <a:cs typeface="Source Sans Pro Light"/>
              </a:defRPr>
            </a:lvl1pPr>
          </a:lstStyle>
          <a:p>
            <a:pPr defTabSz="1828698">
              <a:defRPr/>
            </a:pPr>
            <a:r>
              <a:rPr lang="en-US" sz="3600" kern="0">
                <a:solidFill>
                  <a:srgbClr val="3B4345"/>
                </a:solidFill>
                <a:latin typeface="Community Light" panose="02000303040000020003" pitchFamily="2" charset="0"/>
                <a:ea typeface="Source Sans Pro" charset="0"/>
                <a:cs typeface="Source Sans Pro Light"/>
              </a:rPr>
              <a:t>Brief description of the data you’re looking at here on a couple lines. Not a big paragraph.</a:t>
            </a:r>
          </a:p>
        </p:txBody>
      </p:sp>
      <p:sp>
        <p:nvSpPr>
          <p:cNvPr id="8" name="Folded Corner 7">
            <a:extLst>
              <a:ext uri="{FF2B5EF4-FFF2-40B4-BE49-F238E27FC236}">
                <a16:creationId xmlns:a16="http://schemas.microsoft.com/office/drawing/2014/main" id="{A49BA7AD-D272-E044-89A0-3EF55654D740}"/>
              </a:ext>
              <a:ext uri="{C183D7F6-B498-43B3-948B-1728B52AA6E4}">
                <adec:decorative xmlns:adec="http://schemas.microsoft.com/office/drawing/2017/decorative" val="1"/>
              </a:ext>
            </a:extLst>
          </p:cNvPr>
          <p:cNvSpPr/>
          <p:nvPr/>
        </p:nvSpPr>
        <p:spPr>
          <a:xfrm>
            <a:off x="76200" y="-2057399"/>
            <a:ext cx="10136188" cy="14949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text layout is to show cause and effect of 2 events.</a:t>
            </a:r>
          </a:p>
          <a:p>
            <a:endParaRPr lang="en-US" sz="2400">
              <a:solidFill>
                <a:schemeClr val="tx1"/>
              </a:solidFill>
              <a:latin typeface="Source Sans Pro"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Replace text placeholders with your own words.</a:t>
            </a:r>
            <a:endParaRPr lang="en-US" sz="2400" b="1">
              <a:solidFill>
                <a:schemeClr val="tx1"/>
              </a:solidFill>
              <a:latin typeface="Source Sans Pro" charset="0"/>
              <a:ea typeface="Source Sans Pro" charset="0"/>
              <a:cs typeface="Source Sans Pro" charset="0"/>
            </a:endParaRPr>
          </a:p>
        </p:txBody>
      </p:sp>
    </p:spTree>
    <p:extLst>
      <p:ext uri="{BB962C8B-B14F-4D97-AF65-F5344CB8AC3E}">
        <p14:creationId xmlns:p14="http://schemas.microsoft.com/office/powerpoint/2010/main" val="372762282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titles 2 labeled circles">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rgbClr val="5B696B"/>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43" name="Text Placeholder 34">
            <a:extLst>
              <a:ext uri="{FF2B5EF4-FFF2-40B4-BE49-F238E27FC236}">
                <a16:creationId xmlns:a16="http://schemas.microsoft.com/office/drawing/2014/main" id="{4A9DBC9D-6FA4-1943-AA3C-07BB083B7FFC}"/>
              </a:ext>
            </a:extLst>
          </p:cNvPr>
          <p:cNvSpPr>
            <a:spLocks noGrp="1"/>
          </p:cNvSpPr>
          <p:nvPr>
            <p:ph type="body" sz="quarter" idx="19" hasCustomPrompt="1"/>
          </p:nvPr>
        </p:nvSpPr>
        <p:spPr>
          <a:xfrm>
            <a:off x="6442901" y="9310058"/>
            <a:ext cx="4159442" cy="694004"/>
          </a:xfrm>
        </p:spPr>
        <p:txBody>
          <a:bodyPr>
            <a:noAutofit/>
          </a:bodyPr>
          <a:lstStyle>
            <a:lvl1pPr marL="0" indent="0" algn="ctr">
              <a:buFontTx/>
              <a:buNone/>
              <a:defRPr sz="5398"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44" name="Text Placeholder 34">
            <a:extLst>
              <a:ext uri="{FF2B5EF4-FFF2-40B4-BE49-F238E27FC236}">
                <a16:creationId xmlns:a16="http://schemas.microsoft.com/office/drawing/2014/main" id="{3DD6F5FC-7574-E541-9301-8A087662EBFD}"/>
              </a:ext>
            </a:extLst>
          </p:cNvPr>
          <p:cNvSpPr>
            <a:spLocks noGrp="1"/>
          </p:cNvSpPr>
          <p:nvPr>
            <p:ph type="body" sz="quarter" idx="21" hasCustomPrompt="1"/>
          </p:nvPr>
        </p:nvSpPr>
        <p:spPr>
          <a:xfrm>
            <a:off x="13756229" y="9310058"/>
            <a:ext cx="4159442" cy="694004"/>
          </a:xfrm>
        </p:spPr>
        <p:txBody>
          <a:bodyPr>
            <a:noAutofit/>
          </a:bodyPr>
          <a:lstStyle>
            <a:lvl1pPr marL="0" indent="0" algn="ctr">
              <a:buFontTx/>
              <a:buNone/>
              <a:defRPr sz="5398"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14" name="Rectangle 13">
            <a:extLst>
              <a:ext uri="{FF2B5EF4-FFF2-40B4-BE49-F238E27FC236}">
                <a16:creationId xmlns:a16="http://schemas.microsoft.com/office/drawing/2014/main" id="{A7FBE22E-598B-A349-8CDD-6B16E66862F5}"/>
              </a:ext>
              <a:ext uri="{C183D7F6-B498-43B3-948B-1728B52AA6E4}">
                <adec:decorative xmlns:adec="http://schemas.microsoft.com/office/drawing/2017/decorative" val="1"/>
              </a:ext>
            </a:extLst>
          </p:cNvPr>
          <p:cNvSpPr/>
          <p:nvPr/>
        </p:nvSpPr>
        <p:spPr>
          <a:xfrm flipV="1">
            <a:off x="8139126" y="10510884"/>
            <a:ext cx="766988" cy="53208"/>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17" name="Rectangle 16">
            <a:extLst>
              <a:ext uri="{FF2B5EF4-FFF2-40B4-BE49-F238E27FC236}">
                <a16:creationId xmlns:a16="http://schemas.microsoft.com/office/drawing/2014/main" id="{30719925-C197-074F-99AB-9BD56771A945}"/>
              </a:ext>
              <a:ext uri="{C183D7F6-B498-43B3-948B-1728B52AA6E4}">
                <adec:decorative xmlns:adec="http://schemas.microsoft.com/office/drawing/2017/decorative" val="1"/>
              </a:ext>
            </a:extLst>
          </p:cNvPr>
          <p:cNvSpPr/>
          <p:nvPr/>
        </p:nvSpPr>
        <p:spPr>
          <a:xfrm flipV="1">
            <a:off x="15452454" y="10510884"/>
            <a:ext cx="766988" cy="53208"/>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15" name="Oval 14">
            <a:extLst>
              <a:ext uri="{FF2B5EF4-FFF2-40B4-BE49-F238E27FC236}">
                <a16:creationId xmlns:a16="http://schemas.microsoft.com/office/drawing/2014/main" id="{3962D2ED-EE0E-394F-85AF-F680F4D1A7EF}"/>
              </a:ext>
              <a:ext uri="{C183D7F6-B498-43B3-948B-1728B52AA6E4}">
                <adec:decorative xmlns:adec="http://schemas.microsoft.com/office/drawing/2017/decorative" val="1"/>
              </a:ext>
            </a:extLst>
          </p:cNvPr>
          <p:cNvSpPr/>
          <p:nvPr/>
        </p:nvSpPr>
        <p:spPr>
          <a:xfrm>
            <a:off x="6482875" y="4686301"/>
            <a:ext cx="4079493" cy="40794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Oval 17">
            <a:extLst>
              <a:ext uri="{FF2B5EF4-FFF2-40B4-BE49-F238E27FC236}">
                <a16:creationId xmlns:a16="http://schemas.microsoft.com/office/drawing/2014/main" id="{33ED08CD-AA3E-6F48-956D-E1CFF4637176}"/>
              </a:ext>
              <a:ext uri="{C183D7F6-B498-43B3-948B-1728B52AA6E4}">
                <adec:decorative xmlns:adec="http://schemas.microsoft.com/office/drawing/2017/decorative" val="1"/>
              </a:ext>
            </a:extLst>
          </p:cNvPr>
          <p:cNvSpPr/>
          <p:nvPr/>
        </p:nvSpPr>
        <p:spPr>
          <a:xfrm>
            <a:off x="13796203" y="4686301"/>
            <a:ext cx="4079493" cy="40794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Folded Corner 20">
            <a:extLst>
              <a:ext uri="{FF2B5EF4-FFF2-40B4-BE49-F238E27FC236}">
                <a16:creationId xmlns:a16="http://schemas.microsoft.com/office/drawing/2014/main" id="{DDE1475D-93D7-3242-8EC5-72C8B8A33AF0}"/>
              </a:ext>
              <a:ext uri="{C183D7F6-B498-43B3-948B-1728B52AA6E4}">
                <adec:decorative xmlns:adec="http://schemas.microsoft.com/office/drawing/2017/decorative" val="1"/>
              </a:ext>
            </a:extLst>
          </p:cNvPr>
          <p:cNvSpPr/>
          <p:nvPr/>
        </p:nvSpPr>
        <p:spPr>
          <a:xfrm>
            <a:off x="1" y="-2895600"/>
            <a:ext cx="15813089" cy="2267524"/>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show to labeled icons with a key message.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Place your icon either centered inside the light blue circle, or 1/3 of the icon just peaking out of the top of the circle.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402843565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titles 3 labeled circles description">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43" name="Text Placeholder 34">
            <a:extLst>
              <a:ext uri="{FF2B5EF4-FFF2-40B4-BE49-F238E27FC236}">
                <a16:creationId xmlns:a16="http://schemas.microsoft.com/office/drawing/2014/main" id="{4A9DBC9D-6FA4-1943-AA3C-07BB083B7FFC}"/>
              </a:ext>
            </a:extLst>
          </p:cNvPr>
          <p:cNvSpPr>
            <a:spLocks noGrp="1"/>
          </p:cNvSpPr>
          <p:nvPr>
            <p:ph type="body" sz="quarter" idx="19" hasCustomPrompt="1"/>
          </p:nvPr>
        </p:nvSpPr>
        <p:spPr>
          <a:xfrm>
            <a:off x="2666979" y="8339910"/>
            <a:ext cx="4159442" cy="694004"/>
          </a:xfrm>
        </p:spPr>
        <p:txBody>
          <a:bodyPr>
            <a:noAutofit/>
          </a:bodyPr>
          <a:lstStyle>
            <a:lvl1pPr marL="0" indent="0" algn="ctr">
              <a:buFontTx/>
              <a:buNone/>
              <a:defRPr sz="44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3" name="Text Placeholder 2">
            <a:extLst>
              <a:ext uri="{FF2B5EF4-FFF2-40B4-BE49-F238E27FC236}">
                <a16:creationId xmlns:a16="http://schemas.microsoft.com/office/drawing/2014/main" id="{A3AE3733-0289-1E40-BF18-BE7361015D15}"/>
              </a:ext>
            </a:extLst>
          </p:cNvPr>
          <p:cNvSpPr>
            <a:spLocks noGrp="1"/>
          </p:cNvSpPr>
          <p:nvPr>
            <p:ph type="body" sz="quarter" idx="24"/>
          </p:nvPr>
        </p:nvSpPr>
        <p:spPr>
          <a:xfrm>
            <a:off x="1525589" y="9153853"/>
            <a:ext cx="6667500" cy="3101210"/>
          </a:xfrm>
        </p:spPr>
        <p:txBody>
          <a:bodyPr>
            <a:normAutofit/>
          </a:bodyPr>
          <a:lstStyle>
            <a:lvl1pPr algn="l">
              <a:defRPr sz="2400"/>
            </a:lvl1pPr>
            <a:lvl2pPr algn="l">
              <a:defRPr sz="2400"/>
            </a:lvl2pPr>
            <a:lvl3pPr algn="l">
              <a:defRPr sz="2400"/>
            </a:lvl3pPr>
            <a:lvl4pPr algn="l">
              <a:defRPr sz="2400"/>
            </a:lvl4pPr>
            <a:lvl5pPr algn="l">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4" name="Text Placeholder 34">
            <a:extLst>
              <a:ext uri="{FF2B5EF4-FFF2-40B4-BE49-F238E27FC236}">
                <a16:creationId xmlns:a16="http://schemas.microsoft.com/office/drawing/2014/main" id="{3DD6F5FC-7574-E541-9301-8A087662EBFD}"/>
              </a:ext>
            </a:extLst>
          </p:cNvPr>
          <p:cNvSpPr>
            <a:spLocks noGrp="1"/>
          </p:cNvSpPr>
          <p:nvPr>
            <p:ph type="body" sz="quarter" idx="21" hasCustomPrompt="1"/>
          </p:nvPr>
        </p:nvSpPr>
        <p:spPr>
          <a:xfrm>
            <a:off x="10113867" y="8339910"/>
            <a:ext cx="4159442" cy="694004"/>
          </a:xfrm>
        </p:spPr>
        <p:txBody>
          <a:bodyPr>
            <a:noAutofit/>
          </a:bodyPr>
          <a:lstStyle>
            <a:lvl1pPr marL="0" indent="0" algn="ctr">
              <a:buFontTx/>
              <a:buNone/>
              <a:defRPr sz="44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17" name="Text Placeholder 2">
            <a:extLst>
              <a:ext uri="{FF2B5EF4-FFF2-40B4-BE49-F238E27FC236}">
                <a16:creationId xmlns:a16="http://schemas.microsoft.com/office/drawing/2014/main" id="{AD7E6B2C-39F9-FD47-965D-EC9079E156AE}"/>
              </a:ext>
            </a:extLst>
          </p:cNvPr>
          <p:cNvSpPr>
            <a:spLocks noGrp="1"/>
          </p:cNvSpPr>
          <p:nvPr>
            <p:ph type="body" sz="quarter" idx="25"/>
          </p:nvPr>
        </p:nvSpPr>
        <p:spPr>
          <a:xfrm>
            <a:off x="8840787" y="9153853"/>
            <a:ext cx="6667500" cy="3101210"/>
          </a:xfrm>
        </p:spPr>
        <p:txBody>
          <a:bodyPr>
            <a:normAutofit/>
          </a:bodyPr>
          <a:lstStyle>
            <a:lvl1pPr algn="l">
              <a:defRPr sz="2400"/>
            </a:lvl1pPr>
            <a:lvl2pPr algn="l">
              <a:defRPr sz="2400"/>
            </a:lvl2pPr>
            <a:lvl3pPr algn="l">
              <a:defRPr sz="2400"/>
            </a:lvl3pPr>
            <a:lvl4pPr algn="l">
              <a:defRPr sz="2400"/>
            </a:lvl4pPr>
            <a:lvl5pPr algn="l">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5" name="Text Placeholder 34">
            <a:extLst>
              <a:ext uri="{FF2B5EF4-FFF2-40B4-BE49-F238E27FC236}">
                <a16:creationId xmlns:a16="http://schemas.microsoft.com/office/drawing/2014/main" id="{E75EB895-B2FE-0740-8F48-D3449A89DC12}"/>
              </a:ext>
            </a:extLst>
          </p:cNvPr>
          <p:cNvSpPr>
            <a:spLocks noGrp="1"/>
          </p:cNvSpPr>
          <p:nvPr>
            <p:ph type="body" sz="quarter" idx="23" hasCustomPrompt="1"/>
          </p:nvPr>
        </p:nvSpPr>
        <p:spPr>
          <a:xfrm>
            <a:off x="17600727" y="8339910"/>
            <a:ext cx="4159442" cy="694004"/>
          </a:xfrm>
        </p:spPr>
        <p:txBody>
          <a:bodyPr>
            <a:noAutofit/>
          </a:bodyPr>
          <a:lstStyle>
            <a:lvl1pPr marL="0" indent="0" algn="ctr">
              <a:buFontTx/>
              <a:buNone/>
              <a:defRPr sz="44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18" name="Text Placeholder 2">
            <a:extLst>
              <a:ext uri="{FF2B5EF4-FFF2-40B4-BE49-F238E27FC236}">
                <a16:creationId xmlns:a16="http://schemas.microsoft.com/office/drawing/2014/main" id="{D60F763E-D3C1-BB42-885A-30FE17A7AF7A}"/>
              </a:ext>
            </a:extLst>
          </p:cNvPr>
          <p:cNvSpPr>
            <a:spLocks noGrp="1"/>
          </p:cNvSpPr>
          <p:nvPr>
            <p:ph type="body" sz="quarter" idx="26"/>
          </p:nvPr>
        </p:nvSpPr>
        <p:spPr>
          <a:xfrm>
            <a:off x="16155987" y="9153853"/>
            <a:ext cx="6667500" cy="3101210"/>
          </a:xfrm>
        </p:spPr>
        <p:txBody>
          <a:bodyPr>
            <a:normAutofit/>
          </a:bodyPr>
          <a:lstStyle>
            <a:lvl1pPr algn="l">
              <a:defRPr sz="2400"/>
            </a:lvl1pPr>
            <a:lvl2pPr algn="l">
              <a:defRPr sz="2400"/>
            </a:lvl2pPr>
            <a:lvl3pPr algn="l">
              <a:defRPr sz="2400"/>
            </a:lvl3pPr>
            <a:lvl4pPr algn="l">
              <a:defRPr sz="2400"/>
            </a:lvl4pPr>
            <a:lvl5pPr algn="l">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Folded Corner 27">
            <a:extLst>
              <a:ext uri="{FF2B5EF4-FFF2-40B4-BE49-F238E27FC236}">
                <a16:creationId xmlns:a16="http://schemas.microsoft.com/office/drawing/2014/main" id="{47418945-5941-E044-B544-3362DB946161}"/>
              </a:ext>
              <a:ext uri="{C183D7F6-B498-43B3-948B-1728B52AA6E4}">
                <adec:decorative xmlns:adec="http://schemas.microsoft.com/office/drawing/2017/decorative" val="1"/>
              </a:ext>
            </a:extLst>
          </p:cNvPr>
          <p:cNvSpPr/>
          <p:nvPr/>
        </p:nvSpPr>
        <p:spPr>
          <a:xfrm>
            <a:off x="77786" y="-2590799"/>
            <a:ext cx="11277600" cy="2332574"/>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show 3 labeled icons with a key message.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Place your icon either centered above the titles.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165548025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itles 3 labeled circles">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43" name="Text Placeholder 34">
            <a:extLst>
              <a:ext uri="{FF2B5EF4-FFF2-40B4-BE49-F238E27FC236}">
                <a16:creationId xmlns:a16="http://schemas.microsoft.com/office/drawing/2014/main" id="{4A9DBC9D-6FA4-1943-AA3C-07BB083B7FFC}"/>
              </a:ext>
            </a:extLst>
          </p:cNvPr>
          <p:cNvSpPr>
            <a:spLocks noGrp="1"/>
          </p:cNvSpPr>
          <p:nvPr>
            <p:ph type="body" sz="quarter" idx="19" hasCustomPrompt="1"/>
          </p:nvPr>
        </p:nvSpPr>
        <p:spPr>
          <a:xfrm>
            <a:off x="2666979" y="9310058"/>
            <a:ext cx="4159442" cy="694004"/>
          </a:xfrm>
        </p:spPr>
        <p:txBody>
          <a:bodyPr>
            <a:noAutofit/>
          </a:bodyPr>
          <a:lstStyle>
            <a:lvl1pPr marL="0" indent="0" algn="ctr">
              <a:buFontTx/>
              <a:buNone/>
              <a:defRPr sz="5398"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44" name="Text Placeholder 34">
            <a:extLst>
              <a:ext uri="{FF2B5EF4-FFF2-40B4-BE49-F238E27FC236}">
                <a16:creationId xmlns:a16="http://schemas.microsoft.com/office/drawing/2014/main" id="{3DD6F5FC-7574-E541-9301-8A087662EBFD}"/>
              </a:ext>
            </a:extLst>
          </p:cNvPr>
          <p:cNvSpPr>
            <a:spLocks noGrp="1"/>
          </p:cNvSpPr>
          <p:nvPr>
            <p:ph type="body" sz="quarter" idx="21" hasCustomPrompt="1"/>
          </p:nvPr>
        </p:nvSpPr>
        <p:spPr>
          <a:xfrm>
            <a:off x="10113867" y="9310058"/>
            <a:ext cx="4159442" cy="694004"/>
          </a:xfrm>
        </p:spPr>
        <p:txBody>
          <a:bodyPr>
            <a:noAutofit/>
          </a:bodyPr>
          <a:lstStyle>
            <a:lvl1pPr marL="0" indent="0" algn="ctr">
              <a:buFontTx/>
              <a:buNone/>
              <a:defRPr sz="5398"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45" name="Text Placeholder 34">
            <a:extLst>
              <a:ext uri="{FF2B5EF4-FFF2-40B4-BE49-F238E27FC236}">
                <a16:creationId xmlns:a16="http://schemas.microsoft.com/office/drawing/2014/main" id="{E75EB895-B2FE-0740-8F48-D3449A89DC12}"/>
              </a:ext>
            </a:extLst>
          </p:cNvPr>
          <p:cNvSpPr>
            <a:spLocks noGrp="1"/>
          </p:cNvSpPr>
          <p:nvPr>
            <p:ph type="body" sz="quarter" idx="23" hasCustomPrompt="1"/>
          </p:nvPr>
        </p:nvSpPr>
        <p:spPr>
          <a:xfrm>
            <a:off x="17600727" y="9310058"/>
            <a:ext cx="4159442" cy="694004"/>
          </a:xfrm>
        </p:spPr>
        <p:txBody>
          <a:bodyPr>
            <a:noAutofit/>
          </a:bodyPr>
          <a:lstStyle>
            <a:lvl1pPr marL="0" indent="0" algn="ctr">
              <a:buFontTx/>
              <a:buNone/>
              <a:defRPr sz="5398"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19" name="Rectangle 18">
            <a:extLst>
              <a:ext uri="{FF2B5EF4-FFF2-40B4-BE49-F238E27FC236}">
                <a16:creationId xmlns:a16="http://schemas.microsoft.com/office/drawing/2014/main" id="{2E324452-B55A-A246-B40D-81B82B4522C9}"/>
              </a:ext>
              <a:ext uri="{C183D7F6-B498-43B3-948B-1728B52AA6E4}">
                <adec:decorative xmlns:adec="http://schemas.microsoft.com/office/drawing/2017/decorative" val="1"/>
              </a:ext>
            </a:extLst>
          </p:cNvPr>
          <p:cNvSpPr/>
          <p:nvPr/>
        </p:nvSpPr>
        <p:spPr>
          <a:xfrm flipV="1">
            <a:off x="4363204" y="10510884"/>
            <a:ext cx="766988" cy="53208"/>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35" name="Rectangle 34">
            <a:extLst>
              <a:ext uri="{FF2B5EF4-FFF2-40B4-BE49-F238E27FC236}">
                <a16:creationId xmlns:a16="http://schemas.microsoft.com/office/drawing/2014/main" id="{6709856D-B975-A64D-B536-1913971395D7}"/>
              </a:ext>
              <a:ext uri="{C183D7F6-B498-43B3-948B-1728B52AA6E4}">
                <adec:decorative xmlns:adec="http://schemas.microsoft.com/office/drawing/2017/decorative" val="1"/>
              </a:ext>
            </a:extLst>
          </p:cNvPr>
          <p:cNvSpPr/>
          <p:nvPr/>
        </p:nvSpPr>
        <p:spPr>
          <a:xfrm flipV="1">
            <a:off x="19296954" y="10510884"/>
            <a:ext cx="766988" cy="53208"/>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38" name="Rectangle 37">
            <a:extLst>
              <a:ext uri="{FF2B5EF4-FFF2-40B4-BE49-F238E27FC236}">
                <a16:creationId xmlns:a16="http://schemas.microsoft.com/office/drawing/2014/main" id="{6708CCFF-D273-0D43-9381-04479E9D58AF}"/>
              </a:ext>
              <a:ext uri="{C183D7F6-B498-43B3-948B-1728B52AA6E4}">
                <adec:decorative xmlns:adec="http://schemas.microsoft.com/office/drawing/2017/decorative" val="1"/>
              </a:ext>
            </a:extLst>
          </p:cNvPr>
          <p:cNvSpPr/>
          <p:nvPr/>
        </p:nvSpPr>
        <p:spPr>
          <a:xfrm flipV="1">
            <a:off x="11810091" y="10510884"/>
            <a:ext cx="766988" cy="53208"/>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20" name="Oval 19">
            <a:extLst>
              <a:ext uri="{FF2B5EF4-FFF2-40B4-BE49-F238E27FC236}">
                <a16:creationId xmlns:a16="http://schemas.microsoft.com/office/drawing/2014/main" id="{01E0F915-7E45-C343-9A6A-5BF1E435B44D}"/>
              </a:ext>
              <a:ext uri="{C183D7F6-B498-43B3-948B-1728B52AA6E4}">
                <adec:decorative xmlns:adec="http://schemas.microsoft.com/office/drawing/2017/decorative" val="1"/>
              </a:ext>
            </a:extLst>
          </p:cNvPr>
          <p:cNvSpPr/>
          <p:nvPr/>
        </p:nvSpPr>
        <p:spPr>
          <a:xfrm>
            <a:off x="2706953" y="4686301"/>
            <a:ext cx="4079493" cy="40794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Oval 21">
            <a:extLst>
              <a:ext uri="{FF2B5EF4-FFF2-40B4-BE49-F238E27FC236}">
                <a16:creationId xmlns:a16="http://schemas.microsoft.com/office/drawing/2014/main" id="{EEE9EDE8-96C5-814E-82C9-179C0A28A0A5}"/>
              </a:ext>
              <a:ext uri="{C183D7F6-B498-43B3-948B-1728B52AA6E4}">
                <adec:decorative xmlns:adec="http://schemas.microsoft.com/office/drawing/2017/decorative" val="1"/>
              </a:ext>
            </a:extLst>
          </p:cNvPr>
          <p:cNvSpPr/>
          <p:nvPr/>
        </p:nvSpPr>
        <p:spPr>
          <a:xfrm>
            <a:off x="17640702" y="4686301"/>
            <a:ext cx="4079493" cy="40794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Oval 23">
            <a:extLst>
              <a:ext uri="{FF2B5EF4-FFF2-40B4-BE49-F238E27FC236}">
                <a16:creationId xmlns:a16="http://schemas.microsoft.com/office/drawing/2014/main" id="{D1C99622-12D0-4C42-BE18-14A8AF687325}"/>
              </a:ext>
              <a:ext uri="{C183D7F6-B498-43B3-948B-1728B52AA6E4}">
                <adec:decorative xmlns:adec="http://schemas.microsoft.com/office/drawing/2017/decorative" val="1"/>
              </a:ext>
            </a:extLst>
          </p:cNvPr>
          <p:cNvSpPr/>
          <p:nvPr/>
        </p:nvSpPr>
        <p:spPr>
          <a:xfrm>
            <a:off x="10153841" y="4686301"/>
            <a:ext cx="4079493" cy="40794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Folded Corner 27">
            <a:extLst>
              <a:ext uri="{FF2B5EF4-FFF2-40B4-BE49-F238E27FC236}">
                <a16:creationId xmlns:a16="http://schemas.microsoft.com/office/drawing/2014/main" id="{47418945-5941-E044-B544-3362DB946161}"/>
              </a:ext>
              <a:ext uri="{C183D7F6-B498-43B3-948B-1728B52AA6E4}">
                <adec:decorative xmlns:adec="http://schemas.microsoft.com/office/drawing/2017/decorative" val="1"/>
              </a:ext>
            </a:extLst>
          </p:cNvPr>
          <p:cNvSpPr/>
          <p:nvPr/>
        </p:nvSpPr>
        <p:spPr>
          <a:xfrm>
            <a:off x="0" y="-3428999"/>
            <a:ext cx="11888788" cy="2561174"/>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show to labeled icons with a key message.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Place your icon either centered inside the light amber circle, or 1/3 of the icon just peaking out of the top of the circle.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340250511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itles 3 labeled timeline">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43" name="Text Placeholder 34">
            <a:extLst>
              <a:ext uri="{FF2B5EF4-FFF2-40B4-BE49-F238E27FC236}">
                <a16:creationId xmlns:a16="http://schemas.microsoft.com/office/drawing/2014/main" id="{4A9DBC9D-6FA4-1943-AA3C-07BB083B7FFC}"/>
              </a:ext>
            </a:extLst>
          </p:cNvPr>
          <p:cNvSpPr>
            <a:spLocks noGrp="1"/>
          </p:cNvSpPr>
          <p:nvPr>
            <p:ph type="body" sz="quarter" idx="19" hasCustomPrompt="1"/>
          </p:nvPr>
        </p:nvSpPr>
        <p:spPr>
          <a:xfrm>
            <a:off x="2666979" y="9310058"/>
            <a:ext cx="4159442" cy="694004"/>
          </a:xfrm>
        </p:spPr>
        <p:txBody>
          <a:bodyPr>
            <a:noAutofit/>
          </a:bodyPr>
          <a:lstStyle>
            <a:lvl1pPr marL="0" indent="0" algn="ctr">
              <a:buFontTx/>
              <a:buNone/>
              <a:defRPr sz="5398"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44" name="Text Placeholder 34">
            <a:extLst>
              <a:ext uri="{FF2B5EF4-FFF2-40B4-BE49-F238E27FC236}">
                <a16:creationId xmlns:a16="http://schemas.microsoft.com/office/drawing/2014/main" id="{3DD6F5FC-7574-E541-9301-8A087662EBFD}"/>
              </a:ext>
            </a:extLst>
          </p:cNvPr>
          <p:cNvSpPr>
            <a:spLocks noGrp="1"/>
          </p:cNvSpPr>
          <p:nvPr>
            <p:ph type="body" sz="quarter" idx="21" hasCustomPrompt="1"/>
          </p:nvPr>
        </p:nvSpPr>
        <p:spPr>
          <a:xfrm>
            <a:off x="10113867" y="9310058"/>
            <a:ext cx="4159442" cy="694004"/>
          </a:xfrm>
        </p:spPr>
        <p:txBody>
          <a:bodyPr>
            <a:noAutofit/>
          </a:bodyPr>
          <a:lstStyle>
            <a:lvl1pPr marL="0" indent="0" algn="ctr">
              <a:buFontTx/>
              <a:buNone/>
              <a:defRPr sz="5398"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45" name="Text Placeholder 34">
            <a:extLst>
              <a:ext uri="{FF2B5EF4-FFF2-40B4-BE49-F238E27FC236}">
                <a16:creationId xmlns:a16="http://schemas.microsoft.com/office/drawing/2014/main" id="{E75EB895-B2FE-0740-8F48-D3449A89DC12}"/>
              </a:ext>
            </a:extLst>
          </p:cNvPr>
          <p:cNvSpPr>
            <a:spLocks noGrp="1"/>
          </p:cNvSpPr>
          <p:nvPr>
            <p:ph type="body" sz="quarter" idx="23" hasCustomPrompt="1"/>
          </p:nvPr>
        </p:nvSpPr>
        <p:spPr>
          <a:xfrm>
            <a:off x="17600727" y="9310058"/>
            <a:ext cx="4159442" cy="694004"/>
          </a:xfrm>
        </p:spPr>
        <p:txBody>
          <a:bodyPr>
            <a:noAutofit/>
          </a:bodyPr>
          <a:lstStyle>
            <a:lvl1pPr marL="0" indent="0" algn="ctr">
              <a:buFontTx/>
              <a:buNone/>
              <a:defRPr sz="5398"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18" name="Rectangle 17">
            <a:extLst>
              <a:ext uri="{FF2B5EF4-FFF2-40B4-BE49-F238E27FC236}">
                <a16:creationId xmlns:a16="http://schemas.microsoft.com/office/drawing/2014/main" id="{78632733-6A6A-044E-9CF2-50508AF11C49}"/>
              </a:ext>
              <a:ext uri="{C183D7F6-B498-43B3-948B-1728B52AA6E4}">
                <adec:decorative xmlns:adec="http://schemas.microsoft.com/office/drawing/2017/decorative" val="1"/>
              </a:ext>
            </a:extLst>
          </p:cNvPr>
          <p:cNvSpPr/>
          <p:nvPr/>
        </p:nvSpPr>
        <p:spPr>
          <a:xfrm flipV="1">
            <a:off x="4558347" y="10733308"/>
            <a:ext cx="15453360" cy="53208"/>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20" name="Oval 19">
            <a:extLst>
              <a:ext uri="{FF2B5EF4-FFF2-40B4-BE49-F238E27FC236}">
                <a16:creationId xmlns:a16="http://schemas.microsoft.com/office/drawing/2014/main" id="{01E0F915-7E45-C343-9A6A-5BF1E435B44D}"/>
              </a:ext>
              <a:ext uri="{C183D7F6-B498-43B3-948B-1728B52AA6E4}">
                <adec:decorative xmlns:adec="http://schemas.microsoft.com/office/drawing/2017/decorative" val="1"/>
              </a:ext>
            </a:extLst>
          </p:cNvPr>
          <p:cNvSpPr/>
          <p:nvPr/>
        </p:nvSpPr>
        <p:spPr>
          <a:xfrm>
            <a:off x="2706953" y="4686301"/>
            <a:ext cx="4079493" cy="40794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Oval 21">
            <a:extLst>
              <a:ext uri="{FF2B5EF4-FFF2-40B4-BE49-F238E27FC236}">
                <a16:creationId xmlns:a16="http://schemas.microsoft.com/office/drawing/2014/main" id="{EEE9EDE8-96C5-814E-82C9-179C0A28A0A5}"/>
              </a:ext>
              <a:ext uri="{C183D7F6-B498-43B3-948B-1728B52AA6E4}">
                <adec:decorative xmlns:adec="http://schemas.microsoft.com/office/drawing/2017/decorative" val="1"/>
              </a:ext>
            </a:extLst>
          </p:cNvPr>
          <p:cNvSpPr/>
          <p:nvPr/>
        </p:nvSpPr>
        <p:spPr>
          <a:xfrm>
            <a:off x="17640702" y="4686301"/>
            <a:ext cx="4079493" cy="40794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Oval 23">
            <a:extLst>
              <a:ext uri="{FF2B5EF4-FFF2-40B4-BE49-F238E27FC236}">
                <a16:creationId xmlns:a16="http://schemas.microsoft.com/office/drawing/2014/main" id="{D1C99622-12D0-4C42-BE18-14A8AF687325}"/>
              </a:ext>
              <a:ext uri="{C183D7F6-B498-43B3-948B-1728B52AA6E4}">
                <adec:decorative xmlns:adec="http://schemas.microsoft.com/office/drawing/2017/decorative" val="1"/>
              </a:ext>
            </a:extLst>
          </p:cNvPr>
          <p:cNvSpPr/>
          <p:nvPr/>
        </p:nvSpPr>
        <p:spPr>
          <a:xfrm>
            <a:off x="10153841" y="4686301"/>
            <a:ext cx="4079493" cy="40794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Folded Corner 20">
            <a:extLst>
              <a:ext uri="{FF2B5EF4-FFF2-40B4-BE49-F238E27FC236}">
                <a16:creationId xmlns:a16="http://schemas.microsoft.com/office/drawing/2014/main" id="{10478B8A-1E0F-004B-906B-A72102DE76B1}"/>
              </a:ext>
              <a:ext uri="{C183D7F6-B498-43B3-948B-1728B52AA6E4}">
                <adec:decorative xmlns:adec="http://schemas.microsoft.com/office/drawing/2017/decorative" val="1"/>
              </a:ext>
            </a:extLst>
          </p:cNvPr>
          <p:cNvSpPr/>
          <p:nvPr/>
        </p:nvSpPr>
        <p:spPr>
          <a:xfrm>
            <a:off x="0" y="-3189249"/>
            <a:ext cx="10725664" cy="2561174"/>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show to labeled icons on a timeline with a key message.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Place your icon either centered inside the light amber circle, or 1/3 of the icon just peaking out of the top of the circle.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Replace text placeholder with your own words.</a:t>
            </a: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263617648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itles 4 labeled timeline">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43" name="Text Placeholder 34">
            <a:extLst>
              <a:ext uri="{FF2B5EF4-FFF2-40B4-BE49-F238E27FC236}">
                <a16:creationId xmlns:a16="http://schemas.microsoft.com/office/drawing/2014/main" id="{4A9DBC9D-6FA4-1943-AA3C-07BB083B7FFC}"/>
              </a:ext>
            </a:extLst>
          </p:cNvPr>
          <p:cNvSpPr>
            <a:spLocks noGrp="1"/>
          </p:cNvSpPr>
          <p:nvPr>
            <p:ph type="body" sz="quarter" idx="19" hasCustomPrompt="1"/>
          </p:nvPr>
        </p:nvSpPr>
        <p:spPr>
          <a:xfrm>
            <a:off x="2847703" y="8317280"/>
            <a:ext cx="4159442" cy="694004"/>
          </a:xfrm>
        </p:spPr>
        <p:txBody>
          <a:bodyPr>
            <a:noAutofit/>
          </a:bodyPr>
          <a:lstStyle>
            <a:lvl1pPr marL="0" indent="0" algn="ctr">
              <a:buFontTx/>
              <a:buNone/>
              <a:defRPr sz="5398"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44" name="Text Placeholder 34">
            <a:extLst>
              <a:ext uri="{FF2B5EF4-FFF2-40B4-BE49-F238E27FC236}">
                <a16:creationId xmlns:a16="http://schemas.microsoft.com/office/drawing/2014/main" id="{3DD6F5FC-7574-E541-9301-8A087662EBFD}"/>
              </a:ext>
            </a:extLst>
          </p:cNvPr>
          <p:cNvSpPr>
            <a:spLocks noGrp="1"/>
          </p:cNvSpPr>
          <p:nvPr>
            <p:ph type="body" sz="quarter" idx="21" hasCustomPrompt="1"/>
          </p:nvPr>
        </p:nvSpPr>
        <p:spPr>
          <a:xfrm>
            <a:off x="7712138" y="8317280"/>
            <a:ext cx="4159442" cy="694004"/>
          </a:xfrm>
        </p:spPr>
        <p:txBody>
          <a:bodyPr>
            <a:noAutofit/>
          </a:bodyPr>
          <a:lstStyle>
            <a:lvl1pPr marL="0" indent="0" algn="ctr">
              <a:buFontTx/>
              <a:buNone/>
              <a:defRPr sz="5398"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18" name="Rectangle 17">
            <a:extLst>
              <a:ext uri="{FF2B5EF4-FFF2-40B4-BE49-F238E27FC236}">
                <a16:creationId xmlns:a16="http://schemas.microsoft.com/office/drawing/2014/main" id="{78632733-6A6A-044E-9CF2-50508AF11C49}"/>
              </a:ext>
              <a:ext uri="{C183D7F6-B498-43B3-948B-1728B52AA6E4}">
                <adec:decorative xmlns:adec="http://schemas.microsoft.com/office/drawing/2017/decorative" val="1"/>
              </a:ext>
            </a:extLst>
          </p:cNvPr>
          <p:cNvSpPr/>
          <p:nvPr/>
        </p:nvSpPr>
        <p:spPr>
          <a:xfrm flipV="1">
            <a:off x="4876953" y="9767294"/>
            <a:ext cx="14630401" cy="53208"/>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20" name="Oval 19">
            <a:extLst>
              <a:ext uri="{FF2B5EF4-FFF2-40B4-BE49-F238E27FC236}">
                <a16:creationId xmlns:a16="http://schemas.microsoft.com/office/drawing/2014/main" id="{01E0F915-7E45-C343-9A6A-5BF1E435B44D}"/>
              </a:ext>
              <a:ext uri="{C183D7F6-B498-43B3-948B-1728B52AA6E4}">
                <adec:decorative xmlns:adec="http://schemas.microsoft.com/office/drawing/2017/decorative" val="1"/>
              </a:ext>
            </a:extLst>
          </p:cNvPr>
          <p:cNvSpPr/>
          <p:nvPr/>
        </p:nvSpPr>
        <p:spPr>
          <a:xfrm>
            <a:off x="3981408" y="5865225"/>
            <a:ext cx="1907794" cy="19077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Oval 23">
            <a:extLst>
              <a:ext uri="{FF2B5EF4-FFF2-40B4-BE49-F238E27FC236}">
                <a16:creationId xmlns:a16="http://schemas.microsoft.com/office/drawing/2014/main" id="{D1C99622-12D0-4C42-BE18-14A8AF687325}"/>
              </a:ext>
              <a:ext uri="{C183D7F6-B498-43B3-948B-1728B52AA6E4}">
                <adec:decorative xmlns:adec="http://schemas.microsoft.com/office/drawing/2017/decorative" val="1"/>
              </a:ext>
            </a:extLst>
          </p:cNvPr>
          <p:cNvSpPr/>
          <p:nvPr/>
        </p:nvSpPr>
        <p:spPr>
          <a:xfrm>
            <a:off x="8819407" y="5865225"/>
            <a:ext cx="1907794" cy="19077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Folded Corner 20">
            <a:extLst>
              <a:ext uri="{FF2B5EF4-FFF2-40B4-BE49-F238E27FC236}">
                <a16:creationId xmlns:a16="http://schemas.microsoft.com/office/drawing/2014/main" id="{10478B8A-1E0F-004B-906B-A72102DE76B1}"/>
              </a:ext>
              <a:ext uri="{C183D7F6-B498-43B3-948B-1728B52AA6E4}">
                <adec:decorative xmlns:adec="http://schemas.microsoft.com/office/drawing/2017/decorative" val="1"/>
              </a:ext>
            </a:extLst>
          </p:cNvPr>
          <p:cNvSpPr/>
          <p:nvPr/>
        </p:nvSpPr>
        <p:spPr>
          <a:xfrm>
            <a:off x="0" y="-3189249"/>
            <a:ext cx="10725664" cy="2561174"/>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show to labeled icons on a timeline with a key message.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Place your icon either centered inside the light amber circle, or 1/3 of the icon just peaking out of the top of the circle.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Replace text placeholder with your own words.</a:t>
            </a: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
        <p:nvSpPr>
          <p:cNvPr id="12" name="Text Placeholder 34">
            <a:extLst>
              <a:ext uri="{FF2B5EF4-FFF2-40B4-BE49-F238E27FC236}">
                <a16:creationId xmlns:a16="http://schemas.microsoft.com/office/drawing/2014/main" id="{7A3228F9-5C33-5A43-A191-FB46C6C53D74}"/>
              </a:ext>
            </a:extLst>
          </p:cNvPr>
          <p:cNvSpPr>
            <a:spLocks noGrp="1"/>
          </p:cNvSpPr>
          <p:nvPr>
            <p:ph type="body" sz="quarter" idx="24" hasCustomPrompt="1"/>
          </p:nvPr>
        </p:nvSpPr>
        <p:spPr>
          <a:xfrm>
            <a:off x="12570510" y="8317280"/>
            <a:ext cx="4159442" cy="694004"/>
          </a:xfrm>
        </p:spPr>
        <p:txBody>
          <a:bodyPr>
            <a:noAutofit/>
          </a:bodyPr>
          <a:lstStyle>
            <a:lvl1pPr marL="0" indent="0" algn="ctr">
              <a:buFontTx/>
              <a:buNone/>
              <a:defRPr sz="5398"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13" name="Oval 12">
            <a:extLst>
              <a:ext uri="{FF2B5EF4-FFF2-40B4-BE49-F238E27FC236}">
                <a16:creationId xmlns:a16="http://schemas.microsoft.com/office/drawing/2014/main" id="{93F9FC3E-81DF-6A48-8A7F-69458F0D4469}"/>
              </a:ext>
              <a:ext uri="{C183D7F6-B498-43B3-948B-1728B52AA6E4}">
                <adec:decorative xmlns:adec="http://schemas.microsoft.com/office/drawing/2017/decorative" val="1"/>
              </a:ext>
            </a:extLst>
          </p:cNvPr>
          <p:cNvSpPr/>
          <p:nvPr/>
        </p:nvSpPr>
        <p:spPr>
          <a:xfrm>
            <a:off x="13657409" y="5865225"/>
            <a:ext cx="1907794" cy="19077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ext Placeholder 34">
            <a:extLst>
              <a:ext uri="{FF2B5EF4-FFF2-40B4-BE49-F238E27FC236}">
                <a16:creationId xmlns:a16="http://schemas.microsoft.com/office/drawing/2014/main" id="{D26D4825-42B8-7040-B522-6288FE48FC02}"/>
              </a:ext>
            </a:extLst>
          </p:cNvPr>
          <p:cNvSpPr>
            <a:spLocks noGrp="1"/>
          </p:cNvSpPr>
          <p:nvPr>
            <p:ph type="body" sz="quarter" idx="25" hasCustomPrompt="1"/>
          </p:nvPr>
        </p:nvSpPr>
        <p:spPr>
          <a:xfrm>
            <a:off x="17408650" y="8317280"/>
            <a:ext cx="4159442" cy="694004"/>
          </a:xfrm>
        </p:spPr>
        <p:txBody>
          <a:bodyPr>
            <a:noAutofit/>
          </a:bodyPr>
          <a:lstStyle>
            <a:lvl1pPr marL="0" indent="0" algn="ctr">
              <a:buFontTx/>
              <a:buNone/>
              <a:defRPr sz="5398"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15" name="Oval 14">
            <a:extLst>
              <a:ext uri="{FF2B5EF4-FFF2-40B4-BE49-F238E27FC236}">
                <a16:creationId xmlns:a16="http://schemas.microsoft.com/office/drawing/2014/main" id="{4B1A52A9-F8A4-1843-9225-6C2376633FC5}"/>
              </a:ext>
              <a:ext uri="{C183D7F6-B498-43B3-948B-1728B52AA6E4}">
                <adec:decorative xmlns:adec="http://schemas.microsoft.com/office/drawing/2017/decorative" val="1"/>
              </a:ext>
            </a:extLst>
          </p:cNvPr>
          <p:cNvSpPr/>
          <p:nvPr/>
        </p:nvSpPr>
        <p:spPr>
          <a:xfrm>
            <a:off x="18495409" y="5865225"/>
            <a:ext cx="1907794" cy="19077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8596822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itles 5 labeled timeline">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43" name="Text Placeholder 34">
            <a:extLst>
              <a:ext uri="{FF2B5EF4-FFF2-40B4-BE49-F238E27FC236}">
                <a16:creationId xmlns:a16="http://schemas.microsoft.com/office/drawing/2014/main" id="{4A9DBC9D-6FA4-1943-AA3C-07BB083B7FFC}"/>
              </a:ext>
            </a:extLst>
          </p:cNvPr>
          <p:cNvSpPr>
            <a:spLocks noGrp="1"/>
          </p:cNvSpPr>
          <p:nvPr>
            <p:ph type="body" sz="quarter" idx="19" hasCustomPrompt="1"/>
          </p:nvPr>
        </p:nvSpPr>
        <p:spPr>
          <a:xfrm>
            <a:off x="391885" y="8317280"/>
            <a:ext cx="4159442" cy="694004"/>
          </a:xfrm>
        </p:spPr>
        <p:txBody>
          <a:bodyPr>
            <a:noAutofit/>
          </a:bodyPr>
          <a:lstStyle>
            <a:lvl1pPr marL="0" indent="0" algn="ctr">
              <a:buFontTx/>
              <a:buNone/>
              <a:defRPr sz="48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44" name="Text Placeholder 34">
            <a:extLst>
              <a:ext uri="{FF2B5EF4-FFF2-40B4-BE49-F238E27FC236}">
                <a16:creationId xmlns:a16="http://schemas.microsoft.com/office/drawing/2014/main" id="{3DD6F5FC-7574-E541-9301-8A087662EBFD}"/>
              </a:ext>
            </a:extLst>
          </p:cNvPr>
          <p:cNvSpPr>
            <a:spLocks noGrp="1"/>
          </p:cNvSpPr>
          <p:nvPr>
            <p:ph type="body" sz="quarter" idx="21" hasCustomPrompt="1"/>
          </p:nvPr>
        </p:nvSpPr>
        <p:spPr>
          <a:xfrm>
            <a:off x="5256320" y="8317280"/>
            <a:ext cx="4159442" cy="694004"/>
          </a:xfrm>
        </p:spPr>
        <p:txBody>
          <a:bodyPr>
            <a:noAutofit/>
          </a:bodyPr>
          <a:lstStyle>
            <a:lvl1pPr marL="0" indent="0" algn="ctr">
              <a:buFontTx/>
              <a:buNone/>
              <a:defRPr sz="48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45" name="Text Placeholder 34">
            <a:extLst>
              <a:ext uri="{FF2B5EF4-FFF2-40B4-BE49-F238E27FC236}">
                <a16:creationId xmlns:a16="http://schemas.microsoft.com/office/drawing/2014/main" id="{E75EB895-B2FE-0740-8F48-D3449A89DC12}"/>
              </a:ext>
            </a:extLst>
          </p:cNvPr>
          <p:cNvSpPr>
            <a:spLocks noGrp="1"/>
          </p:cNvSpPr>
          <p:nvPr>
            <p:ph type="body" sz="quarter" idx="23" hasCustomPrompt="1"/>
          </p:nvPr>
        </p:nvSpPr>
        <p:spPr>
          <a:xfrm>
            <a:off x="19763205" y="8317280"/>
            <a:ext cx="4159442" cy="694004"/>
          </a:xfrm>
        </p:spPr>
        <p:txBody>
          <a:bodyPr>
            <a:noAutofit/>
          </a:bodyPr>
          <a:lstStyle>
            <a:lvl1pPr marL="0" indent="0" algn="ctr">
              <a:buFontTx/>
              <a:buNone/>
              <a:defRPr sz="48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18" name="Rectangle 17">
            <a:extLst>
              <a:ext uri="{FF2B5EF4-FFF2-40B4-BE49-F238E27FC236}">
                <a16:creationId xmlns:a16="http://schemas.microsoft.com/office/drawing/2014/main" id="{78632733-6A6A-044E-9CF2-50508AF11C49}"/>
              </a:ext>
              <a:ext uri="{C183D7F6-B498-43B3-948B-1728B52AA6E4}">
                <adec:decorative xmlns:adec="http://schemas.microsoft.com/office/drawing/2017/decorative" val="1"/>
              </a:ext>
            </a:extLst>
          </p:cNvPr>
          <p:cNvSpPr/>
          <p:nvPr/>
        </p:nvSpPr>
        <p:spPr>
          <a:xfrm flipV="1">
            <a:off x="2395012" y="9767294"/>
            <a:ext cx="19751039" cy="53208"/>
          </a:xfrm>
          <a:prstGeom prst="rect">
            <a:avLst/>
          </a:prstGeom>
          <a:solidFill>
            <a:srgbClr val="F3A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20" name="Oval 19">
            <a:extLst>
              <a:ext uri="{FF2B5EF4-FFF2-40B4-BE49-F238E27FC236}">
                <a16:creationId xmlns:a16="http://schemas.microsoft.com/office/drawing/2014/main" id="{01E0F915-7E45-C343-9A6A-5BF1E435B44D}"/>
              </a:ext>
              <a:ext uri="{C183D7F6-B498-43B3-948B-1728B52AA6E4}">
                <adec:decorative xmlns:adec="http://schemas.microsoft.com/office/drawing/2017/decorative" val="1"/>
              </a:ext>
            </a:extLst>
          </p:cNvPr>
          <p:cNvSpPr/>
          <p:nvPr/>
        </p:nvSpPr>
        <p:spPr>
          <a:xfrm>
            <a:off x="1525590" y="5865225"/>
            <a:ext cx="1907794" cy="19077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Oval 21">
            <a:extLst>
              <a:ext uri="{FF2B5EF4-FFF2-40B4-BE49-F238E27FC236}">
                <a16:creationId xmlns:a16="http://schemas.microsoft.com/office/drawing/2014/main" id="{EEE9EDE8-96C5-814E-82C9-179C0A28A0A5}"/>
              </a:ext>
              <a:ext uri="{C183D7F6-B498-43B3-948B-1728B52AA6E4}">
                <adec:decorative xmlns:adec="http://schemas.microsoft.com/office/drawing/2017/decorative" val="1"/>
              </a:ext>
            </a:extLst>
          </p:cNvPr>
          <p:cNvSpPr/>
          <p:nvPr/>
        </p:nvSpPr>
        <p:spPr>
          <a:xfrm>
            <a:off x="20877595" y="5865225"/>
            <a:ext cx="1907794" cy="19077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Oval 23">
            <a:extLst>
              <a:ext uri="{FF2B5EF4-FFF2-40B4-BE49-F238E27FC236}">
                <a16:creationId xmlns:a16="http://schemas.microsoft.com/office/drawing/2014/main" id="{D1C99622-12D0-4C42-BE18-14A8AF687325}"/>
              </a:ext>
              <a:ext uri="{C183D7F6-B498-43B3-948B-1728B52AA6E4}">
                <adec:decorative xmlns:adec="http://schemas.microsoft.com/office/drawing/2017/decorative" val="1"/>
              </a:ext>
            </a:extLst>
          </p:cNvPr>
          <p:cNvSpPr/>
          <p:nvPr/>
        </p:nvSpPr>
        <p:spPr>
          <a:xfrm>
            <a:off x="6363590" y="5865225"/>
            <a:ext cx="1907794" cy="19077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Folded Corner 20">
            <a:extLst>
              <a:ext uri="{FF2B5EF4-FFF2-40B4-BE49-F238E27FC236}">
                <a16:creationId xmlns:a16="http://schemas.microsoft.com/office/drawing/2014/main" id="{10478B8A-1E0F-004B-906B-A72102DE76B1}"/>
              </a:ext>
              <a:ext uri="{C183D7F6-B498-43B3-948B-1728B52AA6E4}">
                <adec:decorative xmlns:adec="http://schemas.microsoft.com/office/drawing/2017/decorative" val="1"/>
              </a:ext>
            </a:extLst>
          </p:cNvPr>
          <p:cNvSpPr/>
          <p:nvPr/>
        </p:nvSpPr>
        <p:spPr>
          <a:xfrm>
            <a:off x="0" y="-3189249"/>
            <a:ext cx="10725664" cy="2561174"/>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show to labeled icons on a timeline with a key message.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Place your icon either centered inside the light amber circle, or 1/3 of the icon just peaking out of the top of the circle.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Replace text placeholder with your own words.</a:t>
            </a: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
        <p:nvSpPr>
          <p:cNvPr id="12" name="Text Placeholder 34">
            <a:extLst>
              <a:ext uri="{FF2B5EF4-FFF2-40B4-BE49-F238E27FC236}">
                <a16:creationId xmlns:a16="http://schemas.microsoft.com/office/drawing/2014/main" id="{7A3228F9-5C33-5A43-A191-FB46C6C53D74}"/>
              </a:ext>
            </a:extLst>
          </p:cNvPr>
          <p:cNvSpPr>
            <a:spLocks noGrp="1"/>
          </p:cNvSpPr>
          <p:nvPr>
            <p:ph type="body" sz="quarter" idx="24" hasCustomPrompt="1"/>
          </p:nvPr>
        </p:nvSpPr>
        <p:spPr>
          <a:xfrm>
            <a:off x="10114693" y="8317280"/>
            <a:ext cx="4159442" cy="694004"/>
          </a:xfrm>
        </p:spPr>
        <p:txBody>
          <a:bodyPr>
            <a:noAutofit/>
          </a:bodyPr>
          <a:lstStyle>
            <a:lvl1pPr marL="0" indent="0" algn="ctr">
              <a:buFontTx/>
              <a:buNone/>
              <a:defRPr sz="48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13" name="Oval 12">
            <a:extLst>
              <a:ext uri="{FF2B5EF4-FFF2-40B4-BE49-F238E27FC236}">
                <a16:creationId xmlns:a16="http://schemas.microsoft.com/office/drawing/2014/main" id="{93F9FC3E-81DF-6A48-8A7F-69458F0D4469}"/>
              </a:ext>
              <a:ext uri="{C183D7F6-B498-43B3-948B-1728B52AA6E4}">
                <adec:decorative xmlns:adec="http://schemas.microsoft.com/office/drawing/2017/decorative" val="1"/>
              </a:ext>
            </a:extLst>
          </p:cNvPr>
          <p:cNvSpPr/>
          <p:nvPr/>
        </p:nvSpPr>
        <p:spPr>
          <a:xfrm>
            <a:off x="11201592" y="5865225"/>
            <a:ext cx="1907794" cy="19077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ext Placeholder 34">
            <a:extLst>
              <a:ext uri="{FF2B5EF4-FFF2-40B4-BE49-F238E27FC236}">
                <a16:creationId xmlns:a16="http://schemas.microsoft.com/office/drawing/2014/main" id="{D26D4825-42B8-7040-B522-6288FE48FC02}"/>
              </a:ext>
            </a:extLst>
          </p:cNvPr>
          <p:cNvSpPr>
            <a:spLocks noGrp="1"/>
          </p:cNvSpPr>
          <p:nvPr>
            <p:ph type="body" sz="quarter" idx="25" hasCustomPrompt="1"/>
          </p:nvPr>
        </p:nvSpPr>
        <p:spPr>
          <a:xfrm>
            <a:off x="14952832" y="8317280"/>
            <a:ext cx="4159442" cy="694004"/>
          </a:xfrm>
        </p:spPr>
        <p:txBody>
          <a:bodyPr>
            <a:noAutofit/>
          </a:bodyPr>
          <a:lstStyle>
            <a:lvl1pPr marL="0" indent="0" algn="ctr">
              <a:buFontTx/>
              <a:buNone/>
              <a:defRPr sz="48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Enter title</a:t>
            </a:r>
          </a:p>
        </p:txBody>
      </p:sp>
      <p:sp>
        <p:nvSpPr>
          <p:cNvPr id="15" name="Oval 14">
            <a:extLst>
              <a:ext uri="{FF2B5EF4-FFF2-40B4-BE49-F238E27FC236}">
                <a16:creationId xmlns:a16="http://schemas.microsoft.com/office/drawing/2014/main" id="{4B1A52A9-F8A4-1843-9225-6C2376633FC5}"/>
              </a:ext>
              <a:ext uri="{C183D7F6-B498-43B3-948B-1728B52AA6E4}">
                <adec:decorative xmlns:adec="http://schemas.microsoft.com/office/drawing/2017/decorative" val="1"/>
              </a:ext>
            </a:extLst>
          </p:cNvPr>
          <p:cNvSpPr/>
          <p:nvPr/>
        </p:nvSpPr>
        <p:spPr>
          <a:xfrm>
            <a:off x="16039591" y="5865225"/>
            <a:ext cx="1907794" cy="1907794"/>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91380846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titles 3 labeled headsho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4C559E2-B1C1-6347-A1CF-847D746DD275}"/>
              </a:ext>
            </a:extLst>
          </p:cNvPr>
          <p:cNvSpPr>
            <a:spLocks noGrp="1"/>
          </p:cNvSpPr>
          <p:nvPr>
            <p:ph type="title" hasCustomPrompt="1"/>
          </p:nvPr>
        </p:nvSpPr>
        <p:spPr/>
        <p:txBody>
          <a:bodyPr/>
          <a:lstStyle/>
          <a:p>
            <a:r>
              <a:rPr lang="en-US"/>
              <a:t>Enter slide title here</a:t>
            </a:r>
          </a:p>
        </p:txBody>
      </p:sp>
      <p:sp>
        <p:nvSpPr>
          <p:cNvPr id="24" name="Text Placeholder 8">
            <a:extLst>
              <a:ext uri="{FF2B5EF4-FFF2-40B4-BE49-F238E27FC236}">
                <a16:creationId xmlns:a16="http://schemas.microsoft.com/office/drawing/2014/main" id="{F438BD78-BBA8-9A44-B013-8160949F1732}"/>
              </a:ext>
            </a:extLst>
          </p:cNvPr>
          <p:cNvSpPr>
            <a:spLocks noGrp="1"/>
          </p:cNvSpPr>
          <p:nvPr>
            <p:ph type="body" sz="quarter" idx="17" hasCustomPrompt="1"/>
          </p:nvPr>
        </p:nvSpPr>
        <p:spPr>
          <a:xfrm>
            <a:off x="1441697" y="2429314"/>
            <a:ext cx="21611908" cy="904984"/>
          </a:xfrm>
        </p:spPr>
        <p:txBody>
          <a:bodyPr lIns="0"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of descriptor here</a:t>
            </a:r>
          </a:p>
        </p:txBody>
      </p:sp>
      <p:sp>
        <p:nvSpPr>
          <p:cNvPr id="38" name="Text Placeholder 5">
            <a:extLst>
              <a:ext uri="{FF2B5EF4-FFF2-40B4-BE49-F238E27FC236}">
                <a16:creationId xmlns:a16="http://schemas.microsoft.com/office/drawing/2014/main" id="{3BD5F1E4-AF9E-A945-B1E2-1D6918191880}"/>
              </a:ext>
            </a:extLst>
          </p:cNvPr>
          <p:cNvSpPr>
            <a:spLocks noGrp="1"/>
          </p:cNvSpPr>
          <p:nvPr>
            <p:ph type="body" sz="quarter" idx="37" hasCustomPrompt="1"/>
          </p:nvPr>
        </p:nvSpPr>
        <p:spPr>
          <a:xfrm>
            <a:off x="1563689" y="9960962"/>
            <a:ext cx="6667498" cy="714704"/>
          </a:xfrm>
        </p:spPr>
        <p:txBody>
          <a:bodyPr>
            <a:normAutofit/>
          </a:bodyPr>
          <a:lstStyle>
            <a:lvl1pPr marL="0" marR="0" indent="0" algn="ctr" defTabSz="1828434" rtl="0" eaLnBrk="1" fontAlgn="auto" latinLnBrk="0" hangingPunct="1">
              <a:lnSpc>
                <a:spcPct val="100000"/>
              </a:lnSpc>
              <a:spcBef>
                <a:spcPts val="2000"/>
              </a:spcBef>
              <a:spcAft>
                <a:spcPts val="0"/>
              </a:spcAft>
              <a:buClrTx/>
              <a:buSzTx/>
              <a:buFont typeface="Arial" panose="020B0604020202020204" pitchFamily="34" charset="0"/>
              <a:buNone/>
              <a:tabLst/>
              <a:defRPr sz="4400" b="1" i="0">
                <a:solidFill>
                  <a:schemeClr val="bg2"/>
                </a:solidFill>
                <a:latin typeface="Community Semibold" panose="02000303040000020003" pitchFamily="2" charset="0"/>
              </a:defRPr>
            </a:lvl1pPr>
          </a:lstStyle>
          <a:p>
            <a:pPr marL="0" marR="0" lvl="0" indent="0" algn="ctr"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Enter title here</a:t>
            </a:r>
          </a:p>
          <a:p>
            <a:pPr lvl="0"/>
            <a:endParaRPr lang="en-US"/>
          </a:p>
        </p:txBody>
      </p:sp>
      <p:sp>
        <p:nvSpPr>
          <p:cNvPr id="26" name="Text Placeholder 5">
            <a:extLst>
              <a:ext uri="{FF2B5EF4-FFF2-40B4-BE49-F238E27FC236}">
                <a16:creationId xmlns:a16="http://schemas.microsoft.com/office/drawing/2014/main" id="{8E353F34-B760-9C47-88A8-9DC24C5A6E2D}"/>
              </a:ext>
            </a:extLst>
          </p:cNvPr>
          <p:cNvSpPr>
            <a:spLocks noGrp="1"/>
          </p:cNvSpPr>
          <p:nvPr>
            <p:ph type="body" sz="quarter" idx="29" hasCustomPrompt="1"/>
          </p:nvPr>
        </p:nvSpPr>
        <p:spPr>
          <a:xfrm>
            <a:off x="1599729" y="10820401"/>
            <a:ext cx="6667498" cy="1371602"/>
          </a:xfrm>
        </p:spPr>
        <p:txBody>
          <a:bodyPr>
            <a:normAutofit/>
          </a:bodyPr>
          <a:lstStyle>
            <a:lvl1pPr marL="0" marR="0" indent="0" algn="ctr" defTabSz="1828434" rtl="0" eaLnBrk="1" fontAlgn="auto" latinLnBrk="0" hangingPunct="1">
              <a:lnSpc>
                <a:spcPct val="100000"/>
              </a:lnSpc>
              <a:spcBef>
                <a:spcPts val="2000"/>
              </a:spcBef>
              <a:spcAft>
                <a:spcPts val="0"/>
              </a:spcAft>
              <a:buClrTx/>
              <a:buSzTx/>
              <a:buFont typeface="Arial" panose="020B0604020202020204" pitchFamily="34" charset="0"/>
              <a:buNone/>
              <a:tabLst/>
              <a:defRPr sz="4400" b="0" i="0">
                <a:latin typeface="Community Light" panose="02000303040000020003" pitchFamily="2" charset="0"/>
              </a:defRPr>
            </a:lvl1pPr>
          </a:lstStyle>
          <a:p>
            <a:pPr marL="0" marR="0" lvl="0" indent="0" algn="ctr"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Enter description here, no more than two lines</a:t>
            </a:r>
          </a:p>
          <a:p>
            <a:pPr lvl="0"/>
            <a:endParaRPr lang="en-US"/>
          </a:p>
        </p:txBody>
      </p:sp>
      <p:sp>
        <p:nvSpPr>
          <p:cNvPr id="39" name="Text Placeholder 5">
            <a:extLst>
              <a:ext uri="{FF2B5EF4-FFF2-40B4-BE49-F238E27FC236}">
                <a16:creationId xmlns:a16="http://schemas.microsoft.com/office/drawing/2014/main" id="{C3CC90EA-C377-D84C-B86F-C691DFE57376}"/>
              </a:ext>
            </a:extLst>
          </p:cNvPr>
          <p:cNvSpPr>
            <a:spLocks noGrp="1"/>
          </p:cNvSpPr>
          <p:nvPr>
            <p:ph type="body" sz="quarter" idx="38" hasCustomPrompt="1"/>
          </p:nvPr>
        </p:nvSpPr>
        <p:spPr>
          <a:xfrm>
            <a:off x="8859841" y="9960962"/>
            <a:ext cx="6667498" cy="714704"/>
          </a:xfrm>
        </p:spPr>
        <p:txBody>
          <a:bodyPr>
            <a:normAutofit/>
          </a:bodyPr>
          <a:lstStyle>
            <a:lvl1pPr marL="0" marR="0" indent="0" algn="ctr" defTabSz="1828434" rtl="0" eaLnBrk="1" fontAlgn="auto" latinLnBrk="0" hangingPunct="1">
              <a:lnSpc>
                <a:spcPct val="100000"/>
              </a:lnSpc>
              <a:spcBef>
                <a:spcPts val="2000"/>
              </a:spcBef>
              <a:spcAft>
                <a:spcPts val="0"/>
              </a:spcAft>
              <a:buClrTx/>
              <a:buSzTx/>
              <a:buFont typeface="Arial" panose="020B0604020202020204" pitchFamily="34" charset="0"/>
              <a:buNone/>
              <a:tabLst/>
              <a:defRPr sz="4400" b="1" i="0">
                <a:solidFill>
                  <a:schemeClr val="bg2"/>
                </a:solidFill>
                <a:latin typeface="Community Semibold" panose="02000303040000020003" pitchFamily="2" charset="0"/>
              </a:defRPr>
            </a:lvl1pPr>
          </a:lstStyle>
          <a:p>
            <a:pPr marL="0" marR="0" lvl="0" indent="0" algn="ctr"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Enter title here</a:t>
            </a:r>
          </a:p>
          <a:p>
            <a:pPr lvl="0"/>
            <a:endParaRPr lang="en-US"/>
          </a:p>
        </p:txBody>
      </p:sp>
      <p:sp>
        <p:nvSpPr>
          <p:cNvPr id="27" name="Text Placeholder 5">
            <a:extLst>
              <a:ext uri="{FF2B5EF4-FFF2-40B4-BE49-F238E27FC236}">
                <a16:creationId xmlns:a16="http://schemas.microsoft.com/office/drawing/2014/main" id="{46B0600E-DE2D-1042-A744-3B1BB9C2A67C}"/>
              </a:ext>
            </a:extLst>
          </p:cNvPr>
          <p:cNvSpPr>
            <a:spLocks noGrp="1"/>
          </p:cNvSpPr>
          <p:nvPr>
            <p:ph type="body" sz="quarter" idx="30" hasCustomPrompt="1"/>
          </p:nvPr>
        </p:nvSpPr>
        <p:spPr>
          <a:xfrm>
            <a:off x="8914927" y="10820401"/>
            <a:ext cx="6667500" cy="1371602"/>
          </a:xfrm>
        </p:spPr>
        <p:txBody>
          <a:bodyPr/>
          <a:lstStyle>
            <a:lvl1pPr marL="0" marR="0" indent="0" algn="ctr" defTabSz="1828526" rtl="0" eaLnBrk="1" fontAlgn="auto" latinLnBrk="0" hangingPunct="1">
              <a:lnSpc>
                <a:spcPct val="100000"/>
              </a:lnSpc>
              <a:spcBef>
                <a:spcPts val="0"/>
              </a:spcBef>
              <a:spcAft>
                <a:spcPts val="1200"/>
              </a:spcAft>
              <a:buClr>
                <a:srgbClr val="0A66C2"/>
              </a:buClr>
              <a:buSzTx/>
              <a:buFontTx/>
              <a:buNone/>
              <a:tabLst/>
              <a:defRPr sz="4400" b="0" i="0">
                <a:latin typeface="Community Light" panose="02000303040000020003" pitchFamily="2" charset="0"/>
              </a:defRPr>
            </a:lvl1pPr>
          </a:lstStyle>
          <a:p>
            <a:pPr marL="0" marR="0" lvl="0" indent="0" algn="ctr" defTabSz="1828526" rtl="0" eaLnBrk="1" fontAlgn="auto" latinLnBrk="0" hangingPunct="1">
              <a:lnSpc>
                <a:spcPct val="90000"/>
              </a:lnSpc>
              <a:spcBef>
                <a:spcPts val="0"/>
              </a:spcBef>
              <a:spcAft>
                <a:spcPts val="1200"/>
              </a:spcAft>
              <a:buClr>
                <a:srgbClr val="0A66C2"/>
              </a:buClr>
              <a:buSzTx/>
              <a:buFontTx/>
              <a:buNone/>
              <a:tabLst/>
              <a:defRPr/>
            </a:pPr>
            <a:r>
              <a:rPr lang="en-US"/>
              <a:t>Enter description here, no more than two lines</a:t>
            </a:r>
          </a:p>
          <a:p>
            <a:pPr marL="0" marR="0" lvl="0" indent="0" algn="ctr" defTabSz="1828526" rtl="0" eaLnBrk="1" fontAlgn="auto" latinLnBrk="0" hangingPunct="1">
              <a:lnSpc>
                <a:spcPct val="90000"/>
              </a:lnSpc>
              <a:spcBef>
                <a:spcPts val="0"/>
              </a:spcBef>
              <a:spcAft>
                <a:spcPts val="1200"/>
              </a:spcAft>
              <a:buClr>
                <a:srgbClr val="0A66C2"/>
              </a:buClr>
              <a:buSzTx/>
              <a:buFontTx/>
              <a:buNone/>
              <a:tabLst/>
              <a:defRPr/>
            </a:pPr>
            <a:endParaRPr lang="en-US"/>
          </a:p>
        </p:txBody>
      </p:sp>
      <p:sp>
        <p:nvSpPr>
          <p:cNvPr id="40" name="Text Placeholder 5">
            <a:extLst>
              <a:ext uri="{FF2B5EF4-FFF2-40B4-BE49-F238E27FC236}">
                <a16:creationId xmlns:a16="http://schemas.microsoft.com/office/drawing/2014/main" id="{5B3C21EA-009D-F449-BF01-88C7604A178E}"/>
              </a:ext>
            </a:extLst>
          </p:cNvPr>
          <p:cNvSpPr>
            <a:spLocks noGrp="1"/>
          </p:cNvSpPr>
          <p:nvPr>
            <p:ph type="body" sz="quarter" idx="39" hasCustomPrompt="1"/>
          </p:nvPr>
        </p:nvSpPr>
        <p:spPr>
          <a:xfrm>
            <a:off x="16194089" y="9960962"/>
            <a:ext cx="6667498" cy="714704"/>
          </a:xfrm>
        </p:spPr>
        <p:txBody>
          <a:bodyPr>
            <a:normAutofit/>
          </a:bodyPr>
          <a:lstStyle>
            <a:lvl1pPr marL="0" marR="0" indent="0" algn="ctr" defTabSz="1828434" rtl="0" eaLnBrk="1" fontAlgn="auto" latinLnBrk="0" hangingPunct="1">
              <a:lnSpc>
                <a:spcPct val="100000"/>
              </a:lnSpc>
              <a:spcBef>
                <a:spcPts val="2000"/>
              </a:spcBef>
              <a:spcAft>
                <a:spcPts val="0"/>
              </a:spcAft>
              <a:buClrTx/>
              <a:buSzTx/>
              <a:buFont typeface="Arial" panose="020B0604020202020204" pitchFamily="34" charset="0"/>
              <a:buNone/>
              <a:tabLst/>
              <a:defRPr sz="4400" b="1" i="0">
                <a:solidFill>
                  <a:schemeClr val="bg2"/>
                </a:solidFill>
                <a:latin typeface="Community Semibold" panose="02000303040000020003" pitchFamily="2" charset="0"/>
              </a:defRPr>
            </a:lvl1pPr>
          </a:lstStyle>
          <a:p>
            <a:pPr marL="0" marR="0" lvl="0" indent="0" algn="ctr" defTabSz="1828434"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a:t>Enter title here</a:t>
            </a:r>
          </a:p>
          <a:p>
            <a:pPr lvl="0"/>
            <a:endParaRPr lang="en-US"/>
          </a:p>
        </p:txBody>
      </p:sp>
      <p:sp>
        <p:nvSpPr>
          <p:cNvPr id="28" name="Text Placeholder 5">
            <a:extLst>
              <a:ext uri="{FF2B5EF4-FFF2-40B4-BE49-F238E27FC236}">
                <a16:creationId xmlns:a16="http://schemas.microsoft.com/office/drawing/2014/main" id="{1DDF0277-0F3A-1A4A-922F-C8812C83C8A7}"/>
              </a:ext>
            </a:extLst>
          </p:cNvPr>
          <p:cNvSpPr>
            <a:spLocks noGrp="1"/>
          </p:cNvSpPr>
          <p:nvPr>
            <p:ph type="body" sz="quarter" idx="31" hasCustomPrompt="1"/>
          </p:nvPr>
        </p:nvSpPr>
        <p:spPr>
          <a:xfrm>
            <a:off x="16230128" y="10820401"/>
            <a:ext cx="6629401" cy="1371602"/>
          </a:xfrm>
        </p:spPr>
        <p:txBody>
          <a:bodyPr/>
          <a:lstStyle>
            <a:lvl1pPr marL="0" marR="0" indent="0" algn="ctr" defTabSz="1828526" rtl="0" eaLnBrk="1" fontAlgn="auto" latinLnBrk="0" hangingPunct="1">
              <a:lnSpc>
                <a:spcPct val="100000"/>
              </a:lnSpc>
              <a:spcBef>
                <a:spcPts val="0"/>
              </a:spcBef>
              <a:spcAft>
                <a:spcPts val="1200"/>
              </a:spcAft>
              <a:buClr>
                <a:srgbClr val="0A66C2"/>
              </a:buClr>
              <a:buSzTx/>
              <a:buFontTx/>
              <a:buNone/>
              <a:tabLst/>
              <a:defRPr sz="4400" b="0" i="0">
                <a:latin typeface="Community Light" panose="02000303040000020003" pitchFamily="2" charset="0"/>
              </a:defRPr>
            </a:lvl1pPr>
          </a:lstStyle>
          <a:p>
            <a:pPr marL="0" marR="0" lvl="0" indent="0" algn="ctr" defTabSz="1828526" rtl="0" eaLnBrk="1" fontAlgn="auto" latinLnBrk="0" hangingPunct="1">
              <a:lnSpc>
                <a:spcPct val="90000"/>
              </a:lnSpc>
              <a:spcBef>
                <a:spcPts val="0"/>
              </a:spcBef>
              <a:spcAft>
                <a:spcPts val="1200"/>
              </a:spcAft>
              <a:buClr>
                <a:srgbClr val="0A66C2"/>
              </a:buClr>
              <a:buSzTx/>
              <a:buFontTx/>
              <a:buNone/>
              <a:tabLst/>
              <a:defRPr/>
            </a:pPr>
            <a:r>
              <a:rPr lang="en-US"/>
              <a:t>Enter description here, no more than two lines</a:t>
            </a:r>
          </a:p>
          <a:p>
            <a:pPr marL="0" marR="0" lvl="0" indent="0" algn="ctr" defTabSz="1828526" rtl="0" eaLnBrk="1" fontAlgn="auto" latinLnBrk="0" hangingPunct="1">
              <a:lnSpc>
                <a:spcPct val="90000"/>
              </a:lnSpc>
              <a:spcBef>
                <a:spcPts val="0"/>
              </a:spcBef>
              <a:spcAft>
                <a:spcPts val="1200"/>
              </a:spcAft>
              <a:buClr>
                <a:srgbClr val="0A66C2"/>
              </a:buClr>
              <a:buSzTx/>
              <a:buFontTx/>
              <a:buNone/>
              <a:tabLst/>
              <a:defRPr/>
            </a:pPr>
            <a:endParaRPr lang="en-US"/>
          </a:p>
        </p:txBody>
      </p:sp>
      <p:sp>
        <p:nvSpPr>
          <p:cNvPr id="32" name="Picture Placeholder 18">
            <a:extLst>
              <a:ext uri="{FF2B5EF4-FFF2-40B4-BE49-F238E27FC236}">
                <a16:creationId xmlns:a16="http://schemas.microsoft.com/office/drawing/2014/main" id="{56149305-BED9-904C-9C63-F55FD64CC6D1}"/>
              </a:ext>
              <a:ext uri="{C183D7F6-B498-43B3-948B-1728B52AA6E4}">
                <adec:decorative xmlns:adec="http://schemas.microsoft.com/office/drawing/2017/decorative" val="1"/>
              </a:ext>
            </a:extLst>
          </p:cNvPr>
          <p:cNvSpPr>
            <a:spLocks noGrp="1" noChangeAspect="1"/>
          </p:cNvSpPr>
          <p:nvPr>
            <p:ph type="pic" sz="quarter" idx="34" hasCustomPrompt="1"/>
          </p:nvPr>
        </p:nvSpPr>
        <p:spPr>
          <a:xfrm>
            <a:off x="2611438" y="4495800"/>
            <a:ext cx="4571999" cy="4572000"/>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35" name="Picture Placeholder 18">
            <a:extLst>
              <a:ext uri="{FF2B5EF4-FFF2-40B4-BE49-F238E27FC236}">
                <a16:creationId xmlns:a16="http://schemas.microsoft.com/office/drawing/2014/main" id="{D40A7656-0BEF-5140-923B-16AA0E226F18}"/>
              </a:ext>
              <a:ext uri="{C183D7F6-B498-43B3-948B-1728B52AA6E4}">
                <adec:decorative xmlns:adec="http://schemas.microsoft.com/office/drawing/2017/decorative" val="1"/>
              </a:ext>
            </a:extLst>
          </p:cNvPr>
          <p:cNvSpPr>
            <a:spLocks noGrp="1" noChangeAspect="1"/>
          </p:cNvSpPr>
          <p:nvPr>
            <p:ph type="pic" sz="quarter" idx="35" hasCustomPrompt="1"/>
          </p:nvPr>
        </p:nvSpPr>
        <p:spPr>
          <a:xfrm>
            <a:off x="9907588" y="4495800"/>
            <a:ext cx="4571999" cy="4572000"/>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36" name="Picture Placeholder 18">
            <a:extLst>
              <a:ext uri="{FF2B5EF4-FFF2-40B4-BE49-F238E27FC236}">
                <a16:creationId xmlns:a16="http://schemas.microsoft.com/office/drawing/2014/main" id="{0006BD86-25A1-2B4B-8661-C3E85EA44587}"/>
              </a:ext>
              <a:ext uri="{C183D7F6-B498-43B3-948B-1728B52AA6E4}">
                <adec:decorative xmlns:adec="http://schemas.microsoft.com/office/drawing/2017/decorative" val="1"/>
              </a:ext>
            </a:extLst>
          </p:cNvPr>
          <p:cNvSpPr>
            <a:spLocks noGrp="1" noChangeAspect="1"/>
          </p:cNvSpPr>
          <p:nvPr>
            <p:ph type="pic" sz="quarter" idx="36" hasCustomPrompt="1"/>
          </p:nvPr>
        </p:nvSpPr>
        <p:spPr>
          <a:xfrm>
            <a:off x="17203738" y="4495800"/>
            <a:ext cx="4571999" cy="4572000"/>
          </a:xfrm>
          <a:prstGeom prst="ellipse">
            <a:avLst/>
          </a:prstGeom>
          <a:pattFill prst="wdUpDiag">
            <a:fgClr>
              <a:srgbClr val="FADFD9"/>
            </a:fgClr>
            <a:bgClr>
              <a:schemeClr val="bg1"/>
            </a:bgClr>
          </a:pattFill>
        </p:spPr>
        <p:txBody>
          <a:bodyPr anchor="ctr">
            <a:normAutofit/>
          </a:bodyPr>
          <a:lstStyle>
            <a:lvl1pPr marL="0" indent="0" algn="ctr">
              <a:buFontTx/>
              <a:buNone/>
              <a:defRPr sz="2400" b="1">
                <a:solidFill>
                  <a:schemeClr val="accent6"/>
                </a:solidFill>
              </a:defRPr>
            </a:lvl1pPr>
          </a:lstStyle>
          <a:p>
            <a:r>
              <a:rPr lang="en-US"/>
              <a:t>Drag and drop image here</a:t>
            </a:r>
          </a:p>
        </p:txBody>
      </p:sp>
      <p:sp>
        <p:nvSpPr>
          <p:cNvPr id="17" name="Folded Corner 16">
            <a:extLst>
              <a:ext uri="{FF2B5EF4-FFF2-40B4-BE49-F238E27FC236}">
                <a16:creationId xmlns:a16="http://schemas.microsoft.com/office/drawing/2014/main" id="{399AFD51-D319-F940-A582-607E99E03F1E}"/>
              </a:ext>
              <a:ext uri="{C183D7F6-B498-43B3-948B-1728B52AA6E4}">
                <adec:decorative xmlns:adec="http://schemas.microsoft.com/office/drawing/2017/decorative" val="1"/>
              </a:ext>
            </a:extLst>
          </p:cNvPr>
          <p:cNvSpPr/>
          <p:nvPr/>
        </p:nvSpPr>
        <p:spPr>
          <a:xfrm>
            <a:off x="29298" y="-2057400"/>
            <a:ext cx="13565186" cy="1657924"/>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show separate headshots with a key message.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Drag and drop images into placeholders. 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302994264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cSld name="title grid (2x6)">
    <p:bg>
      <p:bgPr>
        <a:solidFill>
          <a:schemeClr val="bg1"/>
        </a:solidFill>
        <a:effectLst/>
      </p:bgPr>
    </p:bg>
    <p:spTree>
      <p:nvGrpSpPr>
        <p:cNvPr id="1" name=""/>
        <p:cNvGrpSpPr/>
        <p:nvPr/>
      </p:nvGrpSpPr>
      <p:grpSpPr>
        <a:xfrm>
          <a:off x="0" y="0"/>
          <a:ext cx="0" cy="0"/>
          <a:chOff x="0" y="0"/>
          <a:chExt cx="0" cy="0"/>
        </a:xfrm>
      </p:grpSpPr>
      <p:sp>
        <p:nvSpPr>
          <p:cNvPr id="54" name="Title Placeholder 1">
            <a:extLst>
              <a:ext uri="{FF2B5EF4-FFF2-40B4-BE49-F238E27FC236}">
                <a16:creationId xmlns:a16="http://schemas.microsoft.com/office/drawing/2014/main" id="{DF491152-A407-BB43-B3D4-8A8E6A0380B5}"/>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grpSp>
        <p:nvGrpSpPr>
          <p:cNvPr id="2" name="Group 1">
            <a:extLst>
              <a:ext uri="{FF2B5EF4-FFF2-40B4-BE49-F238E27FC236}">
                <a16:creationId xmlns:a16="http://schemas.microsoft.com/office/drawing/2014/main" id="{D84AE7D8-658B-4340-AAD7-D6D5AB03006D}"/>
              </a:ext>
              <a:ext uri="{C183D7F6-B498-43B3-948B-1728B52AA6E4}">
                <adec:decorative xmlns:adec="http://schemas.microsoft.com/office/drawing/2017/decorative" val="1"/>
              </a:ext>
            </a:extLst>
          </p:cNvPr>
          <p:cNvGrpSpPr/>
          <p:nvPr/>
        </p:nvGrpSpPr>
        <p:grpSpPr>
          <a:xfrm>
            <a:off x="1525589" y="3740510"/>
            <a:ext cx="21259800" cy="6301860"/>
            <a:chOff x="1525588" y="3740510"/>
            <a:chExt cx="21259800" cy="6301860"/>
          </a:xfrm>
        </p:grpSpPr>
        <p:cxnSp>
          <p:nvCxnSpPr>
            <p:cNvPr id="36" name="Straight Connector 35">
              <a:extLst>
                <a:ext uri="{FF2B5EF4-FFF2-40B4-BE49-F238E27FC236}">
                  <a16:creationId xmlns:a16="http://schemas.microsoft.com/office/drawing/2014/main" id="{12598100-C2AE-A941-A0B6-104C7D7A05BB}"/>
                </a:ext>
                <a:ext uri="{C183D7F6-B498-43B3-948B-1728B52AA6E4}">
                  <adec:decorative xmlns:adec="http://schemas.microsoft.com/office/drawing/2017/decorative" val="1"/>
                </a:ext>
              </a:extLst>
            </p:cNvPr>
            <p:cNvCxnSpPr>
              <a:cxnSpLocks/>
            </p:cNvCxnSpPr>
            <p:nvPr/>
          </p:nvCxnSpPr>
          <p:spPr>
            <a:xfrm>
              <a:off x="1539253" y="3740511"/>
              <a:ext cx="0" cy="3122668"/>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921E30E-27E4-1D40-93FA-93F704373757}"/>
                </a:ext>
                <a:ext uri="{C183D7F6-B498-43B3-948B-1728B52AA6E4}">
                  <adec:decorative xmlns:adec="http://schemas.microsoft.com/office/drawing/2017/decorative" val="1"/>
                </a:ext>
              </a:extLst>
            </p:cNvPr>
            <p:cNvCxnSpPr>
              <a:cxnSpLocks/>
            </p:cNvCxnSpPr>
            <p:nvPr/>
          </p:nvCxnSpPr>
          <p:spPr>
            <a:xfrm>
              <a:off x="4997610" y="3740511"/>
              <a:ext cx="0" cy="3122668"/>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AC28C7E-CCEE-6449-84DD-4C1F31254EEF}"/>
                </a:ext>
                <a:ext uri="{C183D7F6-B498-43B3-948B-1728B52AA6E4}">
                  <adec:decorative xmlns:adec="http://schemas.microsoft.com/office/drawing/2017/decorative" val="1"/>
                </a:ext>
              </a:extLst>
            </p:cNvPr>
            <p:cNvCxnSpPr>
              <a:cxnSpLocks/>
            </p:cNvCxnSpPr>
            <p:nvPr/>
          </p:nvCxnSpPr>
          <p:spPr>
            <a:xfrm>
              <a:off x="8606279" y="3740511"/>
              <a:ext cx="0" cy="3122668"/>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C377378-56ED-D74D-BDA4-F1E84CA296BE}"/>
                </a:ext>
                <a:ext uri="{C183D7F6-B498-43B3-948B-1728B52AA6E4}">
                  <adec:decorative xmlns:adec="http://schemas.microsoft.com/office/drawing/2017/decorative" val="1"/>
                </a:ext>
              </a:extLst>
            </p:cNvPr>
            <p:cNvCxnSpPr>
              <a:cxnSpLocks/>
            </p:cNvCxnSpPr>
            <p:nvPr/>
          </p:nvCxnSpPr>
          <p:spPr>
            <a:xfrm>
              <a:off x="12214948" y="3740511"/>
              <a:ext cx="0" cy="3122668"/>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6BEA7C1-E917-7D41-B5AB-0FD34FFF59DC}"/>
                </a:ext>
                <a:ext uri="{C183D7F6-B498-43B3-948B-1728B52AA6E4}">
                  <adec:decorative xmlns:adec="http://schemas.microsoft.com/office/drawing/2017/decorative" val="1"/>
                </a:ext>
              </a:extLst>
            </p:cNvPr>
            <p:cNvCxnSpPr>
              <a:cxnSpLocks/>
            </p:cNvCxnSpPr>
            <p:nvPr/>
          </p:nvCxnSpPr>
          <p:spPr>
            <a:xfrm>
              <a:off x="22778451" y="3740510"/>
              <a:ext cx="0" cy="3285786"/>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795A17C-8DF4-7F44-9365-26EF53BE860C}"/>
                </a:ext>
                <a:ext uri="{C183D7F6-B498-43B3-948B-1728B52AA6E4}">
                  <adec:decorative xmlns:adec="http://schemas.microsoft.com/office/drawing/2017/decorative" val="1"/>
                </a:ext>
              </a:extLst>
            </p:cNvPr>
            <p:cNvCxnSpPr>
              <a:cxnSpLocks/>
            </p:cNvCxnSpPr>
            <p:nvPr/>
          </p:nvCxnSpPr>
          <p:spPr>
            <a:xfrm>
              <a:off x="15823617" y="3758630"/>
              <a:ext cx="0" cy="3122668"/>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2F26B43-6AD3-5A40-A0EB-D12E321A8548}"/>
                </a:ext>
                <a:ext uri="{C183D7F6-B498-43B3-948B-1728B52AA6E4}">
                  <adec:decorative xmlns:adec="http://schemas.microsoft.com/office/drawing/2017/decorative" val="1"/>
                </a:ext>
              </a:extLst>
            </p:cNvPr>
            <p:cNvCxnSpPr>
              <a:cxnSpLocks/>
            </p:cNvCxnSpPr>
            <p:nvPr/>
          </p:nvCxnSpPr>
          <p:spPr>
            <a:xfrm>
              <a:off x="19432286" y="3758630"/>
              <a:ext cx="0" cy="3122668"/>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8E31115-B6C3-2C47-A10B-F55BF26525BA}"/>
                </a:ext>
                <a:ext uri="{C183D7F6-B498-43B3-948B-1728B52AA6E4}">
                  <adec:decorative xmlns:adec="http://schemas.microsoft.com/office/drawing/2017/decorative" val="1"/>
                </a:ext>
              </a:extLst>
            </p:cNvPr>
            <p:cNvCxnSpPr>
              <a:cxnSpLocks/>
            </p:cNvCxnSpPr>
            <p:nvPr/>
          </p:nvCxnSpPr>
          <p:spPr>
            <a:xfrm>
              <a:off x="1539253" y="6867329"/>
              <a:ext cx="21246135" cy="0"/>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4CD8BC2-05C5-AF4D-B5C4-7E2C38DFB891}"/>
                </a:ext>
                <a:ext uri="{C183D7F6-B498-43B3-948B-1728B52AA6E4}">
                  <adec:decorative xmlns:adec="http://schemas.microsoft.com/office/drawing/2017/decorative" val="1"/>
                </a:ext>
              </a:extLst>
            </p:cNvPr>
            <p:cNvCxnSpPr>
              <a:cxnSpLocks/>
            </p:cNvCxnSpPr>
            <p:nvPr/>
          </p:nvCxnSpPr>
          <p:spPr>
            <a:xfrm>
              <a:off x="1525588" y="6901583"/>
              <a:ext cx="0" cy="3122668"/>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EAB0E7F-A642-FB48-A032-C8597E2FE78D}"/>
                </a:ext>
                <a:ext uri="{C183D7F6-B498-43B3-948B-1728B52AA6E4}">
                  <adec:decorative xmlns:adec="http://schemas.microsoft.com/office/drawing/2017/decorative" val="1"/>
                </a:ext>
              </a:extLst>
            </p:cNvPr>
            <p:cNvCxnSpPr>
              <a:cxnSpLocks/>
            </p:cNvCxnSpPr>
            <p:nvPr/>
          </p:nvCxnSpPr>
          <p:spPr>
            <a:xfrm>
              <a:off x="5002526" y="6901583"/>
              <a:ext cx="0" cy="3122668"/>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BA081EE-0B7F-FC43-8712-FE23F6D537F2}"/>
                </a:ext>
                <a:ext uri="{C183D7F6-B498-43B3-948B-1728B52AA6E4}">
                  <adec:decorative xmlns:adec="http://schemas.microsoft.com/office/drawing/2017/decorative" val="1"/>
                </a:ext>
              </a:extLst>
            </p:cNvPr>
            <p:cNvCxnSpPr>
              <a:cxnSpLocks/>
            </p:cNvCxnSpPr>
            <p:nvPr/>
          </p:nvCxnSpPr>
          <p:spPr>
            <a:xfrm>
              <a:off x="8611195" y="6901583"/>
              <a:ext cx="0" cy="3122668"/>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5D15CA0-5A1D-684B-B55E-00C3BA93CCA2}"/>
                </a:ext>
                <a:ext uri="{C183D7F6-B498-43B3-948B-1728B52AA6E4}">
                  <adec:decorative xmlns:adec="http://schemas.microsoft.com/office/drawing/2017/decorative" val="1"/>
                </a:ext>
              </a:extLst>
            </p:cNvPr>
            <p:cNvCxnSpPr>
              <a:cxnSpLocks/>
            </p:cNvCxnSpPr>
            <p:nvPr/>
          </p:nvCxnSpPr>
          <p:spPr>
            <a:xfrm>
              <a:off x="12219864" y="6901583"/>
              <a:ext cx="0" cy="3122668"/>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8FB891-1690-E24D-AD6A-78300009DAFE}"/>
                </a:ext>
                <a:ext uri="{C183D7F6-B498-43B3-948B-1728B52AA6E4}">
                  <adec:decorative xmlns:adec="http://schemas.microsoft.com/office/drawing/2017/decorative" val="1"/>
                </a:ext>
              </a:extLst>
            </p:cNvPr>
            <p:cNvCxnSpPr>
              <a:cxnSpLocks/>
            </p:cNvCxnSpPr>
            <p:nvPr/>
          </p:nvCxnSpPr>
          <p:spPr>
            <a:xfrm>
              <a:off x="22778451" y="7064700"/>
              <a:ext cx="0" cy="2977670"/>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90DC4FA-7BE1-9741-80C6-8A6A1BAC7098}"/>
                </a:ext>
                <a:ext uri="{C183D7F6-B498-43B3-948B-1728B52AA6E4}">
                  <adec:decorative xmlns:adec="http://schemas.microsoft.com/office/drawing/2017/decorative" val="1"/>
                </a:ext>
              </a:extLst>
            </p:cNvPr>
            <p:cNvCxnSpPr>
              <a:cxnSpLocks/>
            </p:cNvCxnSpPr>
            <p:nvPr/>
          </p:nvCxnSpPr>
          <p:spPr>
            <a:xfrm>
              <a:off x="15828533" y="6919702"/>
              <a:ext cx="0" cy="3122668"/>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8B31615-0009-6F45-B4C0-4AA0A1D46643}"/>
                </a:ext>
                <a:ext uri="{C183D7F6-B498-43B3-948B-1728B52AA6E4}">
                  <adec:decorative xmlns:adec="http://schemas.microsoft.com/office/drawing/2017/decorative" val="1"/>
                </a:ext>
              </a:extLst>
            </p:cNvPr>
            <p:cNvCxnSpPr>
              <a:cxnSpLocks/>
            </p:cNvCxnSpPr>
            <p:nvPr/>
          </p:nvCxnSpPr>
          <p:spPr>
            <a:xfrm>
              <a:off x="19437202" y="6919702"/>
              <a:ext cx="0" cy="3122668"/>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54FF3E5-E562-144E-BB9F-4A6203629557}"/>
                </a:ext>
                <a:ext uri="{C183D7F6-B498-43B3-948B-1728B52AA6E4}">
                  <adec:decorative xmlns:adec="http://schemas.microsoft.com/office/drawing/2017/decorative" val="1"/>
                </a:ext>
              </a:extLst>
            </p:cNvPr>
            <p:cNvCxnSpPr>
              <a:cxnSpLocks/>
            </p:cNvCxnSpPr>
            <p:nvPr/>
          </p:nvCxnSpPr>
          <p:spPr>
            <a:xfrm>
              <a:off x="1525588" y="10028513"/>
              <a:ext cx="21259800" cy="13692"/>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E97B4A7-8C93-A54A-9D0B-E5DC70D95084}"/>
                </a:ext>
                <a:ext uri="{C183D7F6-B498-43B3-948B-1728B52AA6E4}">
                  <adec:decorative xmlns:adec="http://schemas.microsoft.com/office/drawing/2017/decorative" val="1"/>
                </a:ext>
              </a:extLst>
            </p:cNvPr>
            <p:cNvCxnSpPr>
              <a:cxnSpLocks/>
            </p:cNvCxnSpPr>
            <p:nvPr/>
          </p:nvCxnSpPr>
          <p:spPr>
            <a:xfrm>
              <a:off x="1525588" y="3752974"/>
              <a:ext cx="21259800" cy="5656"/>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2" name="Folded Corner 21">
            <a:extLst>
              <a:ext uri="{FF2B5EF4-FFF2-40B4-BE49-F238E27FC236}">
                <a16:creationId xmlns:a16="http://schemas.microsoft.com/office/drawing/2014/main" id="{78FBF251-EFE3-5D42-A13A-6166ECA07C81}"/>
              </a:ext>
              <a:ext uri="{C183D7F6-B498-43B3-948B-1728B52AA6E4}">
                <adec:decorative xmlns:adec="http://schemas.microsoft.com/office/drawing/2017/decorative" val="1"/>
              </a:ext>
            </a:extLst>
          </p:cNvPr>
          <p:cNvSpPr/>
          <p:nvPr/>
        </p:nvSpPr>
        <p:spPr>
          <a:xfrm>
            <a:off x="0" y="-3189249"/>
            <a:ext cx="10725664" cy="2561174"/>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show separate icons with a key message.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Place your icon inside dotted lines.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210366139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itle grid (3x6)">
    <p:bg>
      <p:bgPr>
        <a:solidFill>
          <a:schemeClr val="bg1"/>
        </a:solidFill>
        <a:effectLst/>
      </p:bgPr>
    </p:bg>
    <p:spTree>
      <p:nvGrpSpPr>
        <p:cNvPr id="1" name=""/>
        <p:cNvGrpSpPr/>
        <p:nvPr/>
      </p:nvGrpSpPr>
      <p:grpSpPr>
        <a:xfrm>
          <a:off x="0" y="0"/>
          <a:ext cx="0" cy="0"/>
          <a:chOff x="0" y="0"/>
          <a:chExt cx="0" cy="0"/>
        </a:xfrm>
      </p:grpSpPr>
      <p:sp>
        <p:nvSpPr>
          <p:cNvPr id="32" name="Title Placeholder 1">
            <a:extLst>
              <a:ext uri="{FF2B5EF4-FFF2-40B4-BE49-F238E27FC236}">
                <a16:creationId xmlns:a16="http://schemas.microsoft.com/office/drawing/2014/main" id="{5271F159-C2E7-0946-BEF1-4A55FE275389}"/>
              </a:ext>
            </a:extLst>
          </p:cNvPr>
          <p:cNvSpPr>
            <a:spLocks noGrp="1"/>
          </p:cNvSpPr>
          <p:nvPr>
            <p:ph type="title" hasCustomPrompt="1"/>
          </p:nvPr>
        </p:nvSpPr>
        <p:spPr>
          <a:xfrm>
            <a:off x="1448014" y="1524001"/>
            <a:ext cx="21343555"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grpSp>
        <p:nvGrpSpPr>
          <p:cNvPr id="2" name="Group 1">
            <a:extLst>
              <a:ext uri="{FF2B5EF4-FFF2-40B4-BE49-F238E27FC236}">
                <a16:creationId xmlns:a16="http://schemas.microsoft.com/office/drawing/2014/main" id="{7AA82925-1379-B94C-8158-9502B4A2EB2B}"/>
              </a:ext>
            </a:extLst>
          </p:cNvPr>
          <p:cNvGrpSpPr/>
          <p:nvPr/>
        </p:nvGrpSpPr>
        <p:grpSpPr>
          <a:xfrm>
            <a:off x="1525588" y="3056020"/>
            <a:ext cx="21265981" cy="9380456"/>
            <a:chOff x="1525588" y="3056020"/>
            <a:chExt cx="21265981" cy="9380455"/>
          </a:xfrm>
        </p:grpSpPr>
        <p:cxnSp>
          <p:nvCxnSpPr>
            <p:cNvPr id="6" name="Straight Connector 5">
              <a:extLst>
                <a:ext uri="{FF2B5EF4-FFF2-40B4-BE49-F238E27FC236}">
                  <a16:creationId xmlns:a16="http://schemas.microsoft.com/office/drawing/2014/main" id="{8E9C36EE-755A-C348-ADE5-8B17FB667531}"/>
                </a:ext>
                <a:ext uri="{C183D7F6-B498-43B3-948B-1728B52AA6E4}">
                  <adec:decorative xmlns:adec="http://schemas.microsoft.com/office/drawing/2017/decorative" val="1"/>
                </a:ext>
              </a:extLst>
            </p:cNvPr>
            <p:cNvCxnSpPr>
              <a:cxnSpLocks/>
            </p:cNvCxnSpPr>
            <p:nvPr/>
          </p:nvCxnSpPr>
          <p:spPr>
            <a:xfrm>
              <a:off x="4997610"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A009C63-85A0-2F4B-BE23-A581B989BFB7}"/>
                </a:ext>
                <a:ext uri="{C183D7F6-B498-43B3-948B-1728B52AA6E4}">
                  <adec:decorative xmlns:adec="http://schemas.microsoft.com/office/drawing/2017/decorative" val="1"/>
                </a:ext>
              </a:extLst>
            </p:cNvPr>
            <p:cNvCxnSpPr>
              <a:cxnSpLocks/>
            </p:cNvCxnSpPr>
            <p:nvPr/>
          </p:nvCxnSpPr>
          <p:spPr>
            <a:xfrm>
              <a:off x="8606279"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3E10AFC-F6FD-F44B-9A85-538422EEB00E}"/>
                </a:ext>
                <a:ext uri="{C183D7F6-B498-43B3-948B-1728B52AA6E4}">
                  <adec:decorative xmlns:adec="http://schemas.microsoft.com/office/drawing/2017/decorative" val="1"/>
                </a:ext>
              </a:extLst>
            </p:cNvPr>
            <p:cNvCxnSpPr>
              <a:cxnSpLocks/>
            </p:cNvCxnSpPr>
            <p:nvPr/>
          </p:nvCxnSpPr>
          <p:spPr>
            <a:xfrm>
              <a:off x="12214948"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805AB2-452F-0041-9E4B-C20BAD0DFB40}"/>
                </a:ext>
                <a:ext uri="{C183D7F6-B498-43B3-948B-1728B52AA6E4}">
                  <adec:decorative xmlns:adec="http://schemas.microsoft.com/office/drawing/2017/decorative" val="1"/>
                </a:ext>
              </a:extLst>
            </p:cNvPr>
            <p:cNvCxnSpPr>
              <a:cxnSpLocks/>
            </p:cNvCxnSpPr>
            <p:nvPr/>
          </p:nvCxnSpPr>
          <p:spPr>
            <a:xfrm>
              <a:off x="22791569"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B02025E-F506-704C-802F-99F9B826A5ED}"/>
                </a:ext>
                <a:ext uri="{C183D7F6-B498-43B3-948B-1728B52AA6E4}">
                  <adec:decorative xmlns:adec="http://schemas.microsoft.com/office/drawing/2017/decorative" val="1"/>
                </a:ext>
              </a:extLst>
            </p:cNvPr>
            <p:cNvCxnSpPr>
              <a:cxnSpLocks/>
            </p:cNvCxnSpPr>
            <p:nvPr/>
          </p:nvCxnSpPr>
          <p:spPr>
            <a:xfrm>
              <a:off x="1525588" y="9309657"/>
              <a:ext cx="21265980" cy="0"/>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65BB55E-876E-844F-AA0E-B4989293173F}"/>
                </a:ext>
                <a:ext uri="{C183D7F6-B498-43B3-948B-1728B52AA6E4}">
                  <adec:decorative xmlns:adec="http://schemas.microsoft.com/office/drawing/2017/decorative" val="1"/>
                </a:ext>
              </a:extLst>
            </p:cNvPr>
            <p:cNvCxnSpPr>
              <a:cxnSpLocks/>
            </p:cNvCxnSpPr>
            <p:nvPr/>
          </p:nvCxnSpPr>
          <p:spPr>
            <a:xfrm>
              <a:off x="1525588" y="6182839"/>
              <a:ext cx="21265980" cy="0"/>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9A0870F-151D-9340-B941-6C02714B2FC1}"/>
                </a:ext>
                <a:ext uri="{C183D7F6-B498-43B3-948B-1728B52AA6E4}">
                  <adec:decorative xmlns:adec="http://schemas.microsoft.com/office/drawing/2017/decorative" val="1"/>
                </a:ext>
              </a:extLst>
            </p:cNvPr>
            <p:cNvCxnSpPr>
              <a:cxnSpLocks/>
            </p:cNvCxnSpPr>
            <p:nvPr/>
          </p:nvCxnSpPr>
          <p:spPr>
            <a:xfrm>
              <a:off x="15823617" y="3056020"/>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C6E3D3D-3C55-464D-8F51-BC021F9DD8CA}"/>
                </a:ext>
                <a:ext uri="{C183D7F6-B498-43B3-948B-1728B52AA6E4}">
                  <adec:decorative xmlns:adec="http://schemas.microsoft.com/office/drawing/2017/decorative" val="1"/>
                </a:ext>
              </a:extLst>
            </p:cNvPr>
            <p:cNvCxnSpPr>
              <a:cxnSpLocks/>
            </p:cNvCxnSpPr>
            <p:nvPr/>
          </p:nvCxnSpPr>
          <p:spPr>
            <a:xfrm>
              <a:off x="19432286" y="3056020"/>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4F389D-3A27-2C47-93E0-A67A49A3D569}"/>
                </a:ext>
                <a:ext uri="{C183D7F6-B498-43B3-948B-1728B52AA6E4}">
                  <adec:decorative xmlns:adec="http://schemas.microsoft.com/office/drawing/2017/decorative" val="1"/>
                </a:ext>
              </a:extLst>
            </p:cNvPr>
            <p:cNvCxnSpPr>
              <a:cxnSpLocks/>
            </p:cNvCxnSpPr>
            <p:nvPr/>
          </p:nvCxnSpPr>
          <p:spPr>
            <a:xfrm>
              <a:off x="1531818"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2EE8312-1522-804E-8401-C9FD0F1A8C92}"/>
                </a:ext>
                <a:ext uri="{C183D7F6-B498-43B3-948B-1728B52AA6E4}">
                  <adec:decorative xmlns:adec="http://schemas.microsoft.com/office/drawing/2017/decorative" val="1"/>
                </a:ext>
              </a:extLst>
            </p:cNvPr>
            <p:cNvCxnSpPr>
              <a:cxnSpLocks/>
            </p:cNvCxnSpPr>
            <p:nvPr/>
          </p:nvCxnSpPr>
          <p:spPr>
            <a:xfrm>
              <a:off x="4997610"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ED724E-22E6-9F4D-933B-F7F7F0B6C4A8}"/>
                </a:ext>
                <a:ext uri="{C183D7F6-B498-43B3-948B-1728B52AA6E4}">
                  <adec:decorative xmlns:adec="http://schemas.microsoft.com/office/drawing/2017/decorative" val="1"/>
                </a:ext>
              </a:extLst>
            </p:cNvPr>
            <p:cNvCxnSpPr>
              <a:cxnSpLocks/>
            </p:cNvCxnSpPr>
            <p:nvPr/>
          </p:nvCxnSpPr>
          <p:spPr>
            <a:xfrm>
              <a:off x="8606279"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3FD6C5B-7D72-4B41-BB95-40000A86F481}"/>
                </a:ext>
                <a:ext uri="{C183D7F6-B498-43B3-948B-1728B52AA6E4}">
                  <adec:decorative xmlns:adec="http://schemas.microsoft.com/office/drawing/2017/decorative" val="1"/>
                </a:ext>
              </a:extLst>
            </p:cNvPr>
            <p:cNvCxnSpPr>
              <a:cxnSpLocks/>
            </p:cNvCxnSpPr>
            <p:nvPr/>
          </p:nvCxnSpPr>
          <p:spPr>
            <a:xfrm>
              <a:off x="12214948"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9ABFB83-199D-8446-B0F7-8C93AE2D9AF9}"/>
                </a:ext>
                <a:ext uri="{C183D7F6-B498-43B3-948B-1728B52AA6E4}">
                  <adec:decorative xmlns:adec="http://schemas.microsoft.com/office/drawing/2017/decorative" val="1"/>
                </a:ext>
              </a:extLst>
            </p:cNvPr>
            <p:cNvCxnSpPr>
              <a:cxnSpLocks/>
            </p:cNvCxnSpPr>
            <p:nvPr/>
          </p:nvCxnSpPr>
          <p:spPr>
            <a:xfrm>
              <a:off x="1525588" y="12436474"/>
              <a:ext cx="21265980" cy="0"/>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6E0B132-7285-6C4A-8048-3CB82CF518BD}"/>
                </a:ext>
                <a:ext uri="{C183D7F6-B498-43B3-948B-1728B52AA6E4}">
                  <adec:decorative xmlns:adec="http://schemas.microsoft.com/office/drawing/2017/decorative" val="1"/>
                </a:ext>
              </a:extLst>
            </p:cNvPr>
            <p:cNvCxnSpPr>
              <a:cxnSpLocks/>
            </p:cNvCxnSpPr>
            <p:nvPr/>
          </p:nvCxnSpPr>
          <p:spPr>
            <a:xfrm>
              <a:off x="1525588" y="3056020"/>
              <a:ext cx="21265980" cy="0"/>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CBA4F2D-E008-EA4E-9766-A1A03921BCCB}"/>
                </a:ext>
                <a:ext uri="{C183D7F6-B498-43B3-948B-1728B52AA6E4}">
                  <adec:decorative xmlns:adec="http://schemas.microsoft.com/office/drawing/2017/decorative" val="1"/>
                </a:ext>
              </a:extLst>
            </p:cNvPr>
            <p:cNvCxnSpPr>
              <a:cxnSpLocks/>
            </p:cNvCxnSpPr>
            <p:nvPr/>
          </p:nvCxnSpPr>
          <p:spPr>
            <a:xfrm>
              <a:off x="15823617" y="3056020"/>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B581FCF-9AAD-D44D-B159-3AA9675D41C8}"/>
                </a:ext>
                <a:ext uri="{C183D7F6-B498-43B3-948B-1728B52AA6E4}">
                  <adec:decorative xmlns:adec="http://schemas.microsoft.com/office/drawing/2017/decorative" val="1"/>
                </a:ext>
              </a:extLst>
            </p:cNvPr>
            <p:cNvCxnSpPr>
              <a:cxnSpLocks/>
            </p:cNvCxnSpPr>
            <p:nvPr/>
          </p:nvCxnSpPr>
          <p:spPr>
            <a:xfrm>
              <a:off x="19432286" y="3056020"/>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5D4F1CE-7330-694E-AEE4-8D0703B2C50D}"/>
                </a:ext>
                <a:ext uri="{C183D7F6-B498-43B3-948B-1728B52AA6E4}">
                  <adec:decorative xmlns:adec="http://schemas.microsoft.com/office/drawing/2017/decorative" val="1"/>
                </a:ext>
              </a:extLst>
            </p:cNvPr>
            <p:cNvCxnSpPr>
              <a:cxnSpLocks/>
            </p:cNvCxnSpPr>
            <p:nvPr/>
          </p:nvCxnSpPr>
          <p:spPr>
            <a:xfrm>
              <a:off x="22791569"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A030A1-AF7F-AC48-9BC2-0927CCB7D74E}"/>
                </a:ext>
                <a:ext uri="{C183D7F6-B498-43B3-948B-1728B52AA6E4}">
                  <adec:decorative xmlns:adec="http://schemas.microsoft.com/office/drawing/2017/decorative" val="1"/>
                </a:ext>
              </a:extLst>
            </p:cNvPr>
            <p:cNvCxnSpPr>
              <a:cxnSpLocks/>
            </p:cNvCxnSpPr>
            <p:nvPr/>
          </p:nvCxnSpPr>
          <p:spPr>
            <a:xfrm>
              <a:off x="1531818"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9D5E961-70F1-1A46-8D42-96FC4D359122}"/>
                </a:ext>
                <a:ext uri="{C183D7F6-B498-43B3-948B-1728B52AA6E4}">
                  <adec:decorative xmlns:adec="http://schemas.microsoft.com/office/drawing/2017/decorative" val="1"/>
                </a:ext>
              </a:extLst>
            </p:cNvPr>
            <p:cNvCxnSpPr>
              <a:cxnSpLocks/>
            </p:cNvCxnSpPr>
            <p:nvPr/>
          </p:nvCxnSpPr>
          <p:spPr>
            <a:xfrm>
              <a:off x="4997610"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95D76FD-9B43-1444-8800-03FF03F40B1E}"/>
                </a:ext>
                <a:ext uri="{C183D7F6-B498-43B3-948B-1728B52AA6E4}">
                  <adec:decorative xmlns:adec="http://schemas.microsoft.com/office/drawing/2017/decorative" val="1"/>
                </a:ext>
              </a:extLst>
            </p:cNvPr>
            <p:cNvCxnSpPr>
              <a:cxnSpLocks/>
            </p:cNvCxnSpPr>
            <p:nvPr/>
          </p:nvCxnSpPr>
          <p:spPr>
            <a:xfrm>
              <a:off x="8606279"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7E9BD1B-AC19-6C44-845E-99FDDA823066}"/>
                </a:ext>
                <a:ext uri="{C183D7F6-B498-43B3-948B-1728B52AA6E4}">
                  <adec:decorative xmlns:adec="http://schemas.microsoft.com/office/drawing/2017/decorative" val="1"/>
                </a:ext>
              </a:extLst>
            </p:cNvPr>
            <p:cNvCxnSpPr>
              <a:cxnSpLocks/>
            </p:cNvCxnSpPr>
            <p:nvPr/>
          </p:nvCxnSpPr>
          <p:spPr>
            <a:xfrm>
              <a:off x="12214948" y="3056021"/>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42B022F-A0AA-5B4D-9688-78C8976B9EF2}"/>
                </a:ext>
                <a:ext uri="{C183D7F6-B498-43B3-948B-1728B52AA6E4}">
                  <adec:decorative xmlns:adec="http://schemas.microsoft.com/office/drawing/2017/decorative" val="1"/>
                </a:ext>
              </a:extLst>
            </p:cNvPr>
            <p:cNvCxnSpPr>
              <a:cxnSpLocks/>
            </p:cNvCxnSpPr>
            <p:nvPr/>
          </p:nvCxnSpPr>
          <p:spPr>
            <a:xfrm>
              <a:off x="1525588" y="12436474"/>
              <a:ext cx="21265980" cy="0"/>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630070F-77D7-F345-AC89-0DE7AFE6AEED}"/>
                </a:ext>
                <a:ext uri="{C183D7F6-B498-43B3-948B-1728B52AA6E4}">
                  <adec:decorative xmlns:adec="http://schemas.microsoft.com/office/drawing/2017/decorative" val="1"/>
                </a:ext>
              </a:extLst>
            </p:cNvPr>
            <p:cNvCxnSpPr>
              <a:cxnSpLocks/>
            </p:cNvCxnSpPr>
            <p:nvPr/>
          </p:nvCxnSpPr>
          <p:spPr>
            <a:xfrm>
              <a:off x="1525588" y="3056020"/>
              <a:ext cx="21265980" cy="0"/>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227F19E-20CE-7243-9EB4-DCD351807B19}"/>
                </a:ext>
                <a:ext uri="{C183D7F6-B498-43B3-948B-1728B52AA6E4}">
                  <adec:decorative xmlns:adec="http://schemas.microsoft.com/office/drawing/2017/decorative" val="1"/>
                </a:ext>
              </a:extLst>
            </p:cNvPr>
            <p:cNvCxnSpPr>
              <a:cxnSpLocks/>
            </p:cNvCxnSpPr>
            <p:nvPr/>
          </p:nvCxnSpPr>
          <p:spPr>
            <a:xfrm>
              <a:off x="15823617" y="3056020"/>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25C5827-EFD4-F54E-B790-2512B58E3B8D}"/>
                </a:ext>
                <a:ext uri="{C183D7F6-B498-43B3-948B-1728B52AA6E4}">
                  <adec:decorative xmlns:adec="http://schemas.microsoft.com/office/drawing/2017/decorative" val="1"/>
                </a:ext>
              </a:extLst>
            </p:cNvPr>
            <p:cNvCxnSpPr>
              <a:cxnSpLocks/>
            </p:cNvCxnSpPr>
            <p:nvPr/>
          </p:nvCxnSpPr>
          <p:spPr>
            <a:xfrm>
              <a:off x="19432286" y="3056020"/>
              <a:ext cx="0" cy="9380454"/>
            </a:xfrm>
            <a:prstGeom prst="line">
              <a:avLst/>
            </a:prstGeom>
            <a:ln w="38100">
              <a:solidFill>
                <a:schemeClr val="accent6">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7" name="Folded Corner 36">
            <a:extLst>
              <a:ext uri="{FF2B5EF4-FFF2-40B4-BE49-F238E27FC236}">
                <a16:creationId xmlns:a16="http://schemas.microsoft.com/office/drawing/2014/main" id="{1A380ED7-51F7-C745-B74F-C1F08A32CEC8}"/>
              </a:ext>
              <a:ext uri="{C183D7F6-B498-43B3-948B-1728B52AA6E4}">
                <adec:decorative xmlns:adec="http://schemas.microsoft.com/office/drawing/2017/decorative" val="1"/>
              </a:ext>
            </a:extLst>
          </p:cNvPr>
          <p:cNvSpPr/>
          <p:nvPr/>
        </p:nvSpPr>
        <p:spPr>
          <a:xfrm>
            <a:off x="0" y="-3189249"/>
            <a:ext cx="10725664" cy="2561174"/>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show separate icons with a key message.</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Place your icon inside dotted lines.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Replace text placeholder with your own words.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E9B348">
                  <a:lumMod val="25000"/>
                </a:srgbClr>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360952346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itles world map BG">
    <p:spTree>
      <p:nvGrpSpPr>
        <p:cNvPr id="1" name=""/>
        <p:cNvGrpSpPr/>
        <p:nvPr/>
      </p:nvGrpSpPr>
      <p:grpSpPr>
        <a:xfrm>
          <a:off x="0" y="0"/>
          <a:ext cx="0" cy="0"/>
          <a:chOff x="0" y="0"/>
          <a:chExt cx="0" cy="0"/>
        </a:xfrm>
      </p:grpSpPr>
      <p:pic>
        <p:nvPicPr>
          <p:cNvPr id="25" name="Picture 24" descr="World map as background">
            <a:extLst>
              <a:ext uri="{FF2B5EF4-FFF2-40B4-BE49-F238E27FC236}">
                <a16:creationId xmlns:a16="http://schemas.microsoft.com/office/drawing/2014/main" id="{3EA86540-381C-504A-8F11-05F3F636CE76}"/>
              </a:ext>
              <a:ext uri="{C183D7F6-B498-43B3-948B-1728B52AA6E4}">
                <adec:decorative xmlns:adec="http://schemas.microsoft.com/office/drawing/2017/decorative" val="0"/>
              </a:ext>
            </a:extLst>
          </p:cNvPr>
          <p:cNvPicPr>
            <a:picLocks noChangeAspect="1"/>
          </p:cNvPicPr>
          <p:nvPr/>
        </p:nvPicPr>
        <p:blipFill>
          <a:blip r:embed="rId2" cstate="screen">
            <a:alphaModFix amt="30000"/>
            <a:extLst>
              <a:ext uri="{28A0092B-C50C-407E-A947-70E740481C1C}">
                <a14:useLocalDpi xmlns:a14="http://schemas.microsoft.com/office/drawing/2010/main"/>
              </a:ext>
            </a:extLst>
          </a:blip>
          <a:stretch>
            <a:fillRect/>
          </a:stretch>
        </p:blipFill>
        <p:spPr>
          <a:xfrm>
            <a:off x="8432575" y="2067003"/>
            <a:ext cx="15080569" cy="9734546"/>
          </a:xfrm>
          <a:prstGeom prst="rect">
            <a:avLst/>
          </a:prstGeom>
          <a:noFill/>
        </p:spPr>
      </p:pic>
      <p:sp>
        <p:nvSpPr>
          <p:cNvPr id="10" name="Oval 9">
            <a:extLst>
              <a:ext uri="{FF2B5EF4-FFF2-40B4-BE49-F238E27FC236}">
                <a16:creationId xmlns:a16="http://schemas.microsoft.com/office/drawing/2014/main" id="{3802ECCA-3B04-244A-937B-297719CBCB37}"/>
              </a:ext>
              <a:ext uri="{C183D7F6-B498-43B3-948B-1728B52AA6E4}">
                <adec:decorative xmlns:adec="http://schemas.microsoft.com/office/drawing/2017/decorative" val="1"/>
              </a:ext>
            </a:extLst>
          </p:cNvPr>
          <p:cNvSpPr/>
          <p:nvPr/>
        </p:nvSpPr>
        <p:spPr>
          <a:xfrm>
            <a:off x="-2176724" y="2347666"/>
            <a:ext cx="9020668" cy="9020668"/>
          </a:xfrm>
          <a:prstGeom prst="ellipse">
            <a:avLst/>
          </a:prstGeom>
          <a:solidFill>
            <a:srgbClr val="FD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Title 1">
            <a:extLst>
              <a:ext uri="{FF2B5EF4-FFF2-40B4-BE49-F238E27FC236}">
                <a16:creationId xmlns:a16="http://schemas.microsoft.com/office/drawing/2014/main" id="{F1594A0A-3260-BF4E-9447-F8FCE66517B2}"/>
              </a:ext>
            </a:extLst>
          </p:cNvPr>
          <p:cNvSpPr>
            <a:spLocks noGrp="1"/>
          </p:cNvSpPr>
          <p:nvPr>
            <p:ph type="title" hasCustomPrompt="1"/>
          </p:nvPr>
        </p:nvSpPr>
        <p:spPr>
          <a:xfrm>
            <a:off x="1423990" y="4744996"/>
            <a:ext cx="7008584" cy="2478504"/>
          </a:xfrm>
          <a:noFill/>
        </p:spPr>
        <p:txBody>
          <a:bodyPr vert="horz" lIns="0" tIns="45720" rIns="0" bIns="45720" rtlCol="0" anchor="b" anchorCtr="0">
            <a:noAutofit/>
          </a:bodyPr>
          <a:lstStyle>
            <a:lvl1pPr>
              <a:defRPr lang="en-US" sz="8798">
                <a:ea typeface="+mn-ea"/>
                <a:cs typeface="+mn-cs"/>
              </a:defRPr>
            </a:lvl1pPr>
          </a:lstStyle>
          <a:p>
            <a:pPr lvl="0"/>
            <a:r>
              <a:rPr lang="en-US"/>
              <a:t>Enter slide title here in two lines</a:t>
            </a:r>
          </a:p>
        </p:txBody>
      </p:sp>
      <p:sp>
        <p:nvSpPr>
          <p:cNvPr id="12" name="Text Placeholder 30">
            <a:extLst>
              <a:ext uri="{FF2B5EF4-FFF2-40B4-BE49-F238E27FC236}">
                <a16:creationId xmlns:a16="http://schemas.microsoft.com/office/drawing/2014/main" id="{D9155DAF-E6C9-DF49-916E-C3F72FA1D446}"/>
              </a:ext>
            </a:extLst>
          </p:cNvPr>
          <p:cNvSpPr>
            <a:spLocks noGrp="1"/>
          </p:cNvSpPr>
          <p:nvPr>
            <p:ph type="body" sz="quarter" idx="11" hasCustomPrompt="1"/>
          </p:nvPr>
        </p:nvSpPr>
        <p:spPr>
          <a:xfrm>
            <a:off x="1474788" y="7430081"/>
            <a:ext cx="6186401" cy="1502394"/>
          </a:xfrm>
        </p:spPr>
        <p:txBody>
          <a:bodyPr>
            <a:noAutofit/>
          </a:bodyPr>
          <a:lstStyle>
            <a:lvl1pPr marL="0" indent="0">
              <a:buFontTx/>
              <a:buNone/>
              <a:defRPr sz="4400">
                <a:solidFill>
                  <a:srgbClr val="5B696B"/>
                </a:solidFill>
              </a:defRPr>
            </a:lvl1pPr>
            <a:lvl2pPr marL="914218" indent="0">
              <a:buFontTx/>
              <a:buNone/>
              <a:defRPr sz="3600"/>
            </a:lvl2pPr>
            <a:lvl3pPr marL="1828434" indent="0">
              <a:buFontTx/>
              <a:buNone/>
              <a:defRPr sz="3600"/>
            </a:lvl3pPr>
            <a:lvl4pPr marL="2742652" indent="0">
              <a:buFontTx/>
              <a:buNone/>
              <a:defRPr sz="3600"/>
            </a:lvl4pPr>
            <a:lvl5pPr marL="3656868" indent="0">
              <a:buFontTx/>
              <a:buNone/>
              <a:defRPr sz="3600"/>
            </a:lvl5pPr>
          </a:lstStyle>
          <a:p>
            <a:pPr lvl="0"/>
            <a:r>
              <a:rPr lang="en-US"/>
              <a:t>Enter your subtitle here,</a:t>
            </a:r>
            <a:br>
              <a:rPr lang="en-US"/>
            </a:br>
            <a:r>
              <a:rPr lang="en-US"/>
              <a:t>no more than two lines.</a:t>
            </a:r>
          </a:p>
        </p:txBody>
      </p:sp>
      <p:sp>
        <p:nvSpPr>
          <p:cNvPr id="9" name="Folded Corner 8">
            <a:extLst>
              <a:ext uri="{FF2B5EF4-FFF2-40B4-BE49-F238E27FC236}">
                <a16:creationId xmlns:a16="http://schemas.microsoft.com/office/drawing/2014/main" id="{B2369DF8-3270-F54C-B5DB-B9CF3770A6F8}"/>
              </a:ext>
              <a:ext uri="{C183D7F6-B498-43B3-948B-1728B52AA6E4}">
                <adec:decorative xmlns:adec="http://schemas.microsoft.com/office/drawing/2017/decorative" val="1"/>
              </a:ext>
            </a:extLst>
          </p:cNvPr>
          <p:cNvSpPr/>
          <p:nvPr/>
        </p:nvSpPr>
        <p:spPr>
          <a:xfrm>
            <a:off x="0" y="-2667001"/>
            <a:ext cx="13260386" cy="2084202"/>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 a map of the world with several countries called out with labels. </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a:t>
            </a:r>
            <a:r>
              <a:rPr lang="en-US" sz="2400">
                <a:solidFill>
                  <a:schemeClr val="tx1"/>
                </a:solidFill>
                <a:latin typeface="Source Sans Pro" panose="020B0503030403020204" pitchFamily="34" charset="77"/>
                <a:ea typeface="Source Sans Pro" charset="0"/>
                <a:cs typeface="Arial" panose="020B0604020202020204" pitchFamily="34" charset="0"/>
              </a:rPr>
              <a:t>Find editable map labels and pins on “Iconography and resources”. Copy and paste into your map. Enter the country name of your choice, and adjust the size of the rectangle if necessary.  </a:t>
            </a:r>
          </a:p>
        </p:txBody>
      </p:sp>
    </p:spTree>
    <p:extLst>
      <p:ext uri="{BB962C8B-B14F-4D97-AF65-F5344CB8AC3E}">
        <p14:creationId xmlns:p14="http://schemas.microsoft.com/office/powerpoint/2010/main" val="287156985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green_big idea centered">
    <p:bg>
      <p:bgPr>
        <a:solidFill>
          <a:srgbClr val="FDE3BA"/>
        </a:solidFill>
        <a:effectLst/>
      </p:bgPr>
    </p:bg>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2746924D-1596-134C-8C48-54D1CA5A18CB}"/>
              </a:ext>
              <a:ext uri="{C183D7F6-B498-43B3-948B-1728B52AA6E4}">
                <adec:decorative xmlns:adec="http://schemas.microsoft.com/office/drawing/2017/decorative" val="1"/>
              </a:ext>
            </a:extLst>
          </p:cNvPr>
          <p:cNvSpPr/>
          <p:nvPr/>
        </p:nvSpPr>
        <p:spPr>
          <a:xfrm rot="16200000">
            <a:off x="3066763" y="-2268825"/>
            <a:ext cx="18253654" cy="18253650"/>
          </a:xfrm>
          <a:prstGeom prst="ellipse">
            <a:avLst/>
          </a:prstGeom>
          <a:solidFill>
            <a:srgbClr val="FDFAF5"/>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4475969" y="5568610"/>
            <a:ext cx="15435238" cy="2578784"/>
          </a:xfrm>
        </p:spPr>
        <p:txBody>
          <a:bodyPr anchor="ctr" anchorCtr="0">
            <a:normAutofit/>
          </a:bodyPr>
          <a:lstStyle>
            <a:lvl1pPr algn="ctr">
              <a:defRPr lang="en-US" sz="11498" kern="1200" baseline="0" dirty="0" smtClean="0">
                <a:solidFill>
                  <a:schemeClr val="accent1"/>
                </a:solidFill>
                <a:latin typeface="Community Light" panose="02000303040000020003" pitchFamily="2" charset="0"/>
                <a:ea typeface="+mn-ea"/>
                <a:cs typeface="+mn-cs"/>
              </a:defRPr>
            </a:lvl1pPr>
          </a:lstStyle>
          <a:p>
            <a:pPr lvl="0"/>
            <a:r>
              <a:rPr lang="en-US"/>
              <a:t>Enter a big idea or statement here in two lines</a:t>
            </a:r>
          </a:p>
        </p:txBody>
      </p:sp>
      <p:sp>
        <p:nvSpPr>
          <p:cNvPr id="10" name="Folded Corner 9">
            <a:extLst>
              <a:ext uri="{FF2B5EF4-FFF2-40B4-BE49-F238E27FC236}">
                <a16:creationId xmlns:a16="http://schemas.microsoft.com/office/drawing/2014/main" id="{7A1C2934-10D2-924D-AC09-E17B3A6D1BF1}"/>
              </a:ext>
              <a:ext uri="{C183D7F6-B498-43B3-948B-1728B52AA6E4}">
                <adec:decorative xmlns:adec="http://schemas.microsoft.com/office/drawing/2017/decorative" val="1"/>
              </a:ext>
            </a:extLst>
          </p:cNvPr>
          <p:cNvSpPr/>
          <p:nvPr/>
        </p:nvSpPr>
        <p:spPr>
          <a:xfrm>
            <a:off x="-19194" y="-2667000"/>
            <a:ext cx="10288587" cy="2230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
        <p:nvSpPr>
          <p:cNvPr id="9" name="Rectangle 8">
            <a:extLst>
              <a:ext uri="{FF2B5EF4-FFF2-40B4-BE49-F238E27FC236}">
                <a16:creationId xmlns:a16="http://schemas.microsoft.com/office/drawing/2014/main" id="{D7E4844C-36DC-694A-A784-F5B94A4A06D8}"/>
              </a:ext>
              <a:ext uri="{C183D7F6-B498-43B3-948B-1728B52AA6E4}">
                <adec:decorative xmlns:adec="http://schemas.microsoft.com/office/drawing/2017/decorative" val="1"/>
              </a:ext>
            </a:extLst>
          </p:cNvPr>
          <p:cNvSpPr/>
          <p:nvPr/>
        </p:nvSpPr>
        <p:spPr>
          <a:xfrm flipV="1">
            <a:off x="10226676" y="9489989"/>
            <a:ext cx="3933824" cy="5320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Tree>
    <p:extLst>
      <p:ext uri="{BB962C8B-B14F-4D97-AF65-F5344CB8AC3E}">
        <p14:creationId xmlns:p14="http://schemas.microsoft.com/office/powerpoint/2010/main" val="344597103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amber_big idea centered">
    <p:bg>
      <p:bgPr>
        <a:solidFill>
          <a:srgbClr val="FCE2BA"/>
        </a:solidFill>
        <a:effectLst/>
      </p:bgPr>
    </p:bg>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2746924D-1596-134C-8C48-54D1CA5A18CB}"/>
              </a:ext>
              <a:ext uri="{C183D7F6-B498-43B3-948B-1728B52AA6E4}">
                <adec:decorative xmlns:adec="http://schemas.microsoft.com/office/drawing/2017/decorative" val="1"/>
              </a:ext>
            </a:extLst>
          </p:cNvPr>
          <p:cNvSpPr/>
          <p:nvPr/>
        </p:nvSpPr>
        <p:spPr>
          <a:xfrm rot="16200000">
            <a:off x="3066763" y="-2268825"/>
            <a:ext cx="18253654" cy="18253650"/>
          </a:xfrm>
          <a:prstGeom prst="ellipse">
            <a:avLst/>
          </a:prstGeom>
          <a:solidFill>
            <a:srgbClr val="FCF9F3"/>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4475969" y="5568610"/>
            <a:ext cx="15435238" cy="2578784"/>
          </a:xfrm>
        </p:spPr>
        <p:txBody>
          <a:bodyPr anchor="ctr" anchorCtr="0">
            <a:normAutofit/>
          </a:bodyPr>
          <a:lstStyle>
            <a:lvl1pPr algn="ctr">
              <a:defRPr lang="en-US" sz="11498" kern="1200" baseline="0" dirty="0" smtClean="0">
                <a:solidFill>
                  <a:schemeClr val="accent4"/>
                </a:solidFill>
                <a:latin typeface="Community Light" panose="02000303040000020003" pitchFamily="2" charset="0"/>
                <a:ea typeface="+mn-ea"/>
                <a:cs typeface="+mn-cs"/>
              </a:defRPr>
            </a:lvl1pPr>
          </a:lstStyle>
          <a:p>
            <a:pPr lvl="0"/>
            <a:r>
              <a:rPr lang="en-US"/>
              <a:t>Enter a big idea or statement here in two lines</a:t>
            </a:r>
          </a:p>
        </p:txBody>
      </p:sp>
      <p:sp>
        <p:nvSpPr>
          <p:cNvPr id="9" name="Rectangle 8">
            <a:extLst>
              <a:ext uri="{FF2B5EF4-FFF2-40B4-BE49-F238E27FC236}">
                <a16:creationId xmlns:a16="http://schemas.microsoft.com/office/drawing/2014/main" id="{D7E4844C-36DC-694A-A784-F5B94A4A06D8}"/>
              </a:ext>
              <a:ext uri="{C183D7F6-B498-43B3-948B-1728B52AA6E4}">
                <adec:decorative xmlns:adec="http://schemas.microsoft.com/office/drawing/2017/decorative" val="1"/>
              </a:ext>
            </a:extLst>
          </p:cNvPr>
          <p:cNvSpPr/>
          <p:nvPr/>
        </p:nvSpPr>
        <p:spPr>
          <a:xfrm flipV="1">
            <a:off x="10226676" y="9489989"/>
            <a:ext cx="3933824" cy="5320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6" name="Folded Corner 5">
            <a:extLst>
              <a:ext uri="{FF2B5EF4-FFF2-40B4-BE49-F238E27FC236}">
                <a16:creationId xmlns:a16="http://schemas.microsoft.com/office/drawing/2014/main" id="{86871362-1221-E24A-8B86-F169BD9474F6}"/>
              </a:ext>
              <a:ext uri="{C183D7F6-B498-43B3-948B-1728B52AA6E4}">
                <adec:decorative xmlns:adec="http://schemas.microsoft.com/office/drawing/2017/decorative" val="1"/>
              </a:ext>
            </a:extLst>
          </p:cNvPr>
          <p:cNvSpPr/>
          <p:nvPr/>
        </p:nvSpPr>
        <p:spPr>
          <a:xfrm>
            <a:off x="-19194" y="-2667000"/>
            <a:ext cx="10288587" cy="2230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130196107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red_big idea centered">
    <p:bg>
      <p:bgPr>
        <a:solidFill>
          <a:srgbClr val="FCE2BA"/>
        </a:solidFill>
        <a:effectLst/>
      </p:bgPr>
    </p:bg>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2746924D-1596-134C-8C48-54D1CA5A18CB}"/>
              </a:ext>
              <a:ext uri="{C183D7F6-B498-43B3-948B-1728B52AA6E4}">
                <adec:decorative xmlns:adec="http://schemas.microsoft.com/office/drawing/2017/decorative" val="1"/>
              </a:ext>
            </a:extLst>
          </p:cNvPr>
          <p:cNvSpPr/>
          <p:nvPr/>
        </p:nvSpPr>
        <p:spPr>
          <a:xfrm rot="16200000">
            <a:off x="3066763" y="-2268825"/>
            <a:ext cx="18253654" cy="18253650"/>
          </a:xfrm>
          <a:prstGeom prst="ellipse">
            <a:avLst/>
          </a:prstGeom>
          <a:solidFill>
            <a:schemeClr val="bg1"/>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4475969" y="5568610"/>
            <a:ext cx="15435238" cy="2578784"/>
          </a:xfrm>
        </p:spPr>
        <p:txBody>
          <a:bodyPr anchor="ctr" anchorCtr="0">
            <a:normAutofit/>
          </a:bodyPr>
          <a:lstStyle>
            <a:lvl1pPr algn="ctr">
              <a:defRPr lang="en-US" sz="11498" kern="1200" baseline="0" dirty="0" smtClean="0">
                <a:solidFill>
                  <a:schemeClr val="tx2"/>
                </a:solidFill>
                <a:latin typeface="Community Light" panose="02000303040000020003" pitchFamily="2" charset="0"/>
                <a:ea typeface="+mn-ea"/>
                <a:cs typeface="+mn-cs"/>
              </a:defRPr>
            </a:lvl1pPr>
          </a:lstStyle>
          <a:p>
            <a:pPr lvl="0"/>
            <a:r>
              <a:rPr lang="en-US"/>
              <a:t>Enter a big idea or statement here in two lines</a:t>
            </a:r>
          </a:p>
        </p:txBody>
      </p:sp>
      <p:sp>
        <p:nvSpPr>
          <p:cNvPr id="9" name="Rectangle 8">
            <a:extLst>
              <a:ext uri="{FF2B5EF4-FFF2-40B4-BE49-F238E27FC236}">
                <a16:creationId xmlns:a16="http://schemas.microsoft.com/office/drawing/2014/main" id="{D7E4844C-36DC-694A-A784-F5B94A4A06D8}"/>
              </a:ext>
              <a:ext uri="{C183D7F6-B498-43B3-948B-1728B52AA6E4}">
                <adec:decorative xmlns:adec="http://schemas.microsoft.com/office/drawing/2017/decorative" val="1"/>
              </a:ext>
            </a:extLst>
          </p:cNvPr>
          <p:cNvSpPr/>
          <p:nvPr/>
        </p:nvSpPr>
        <p:spPr>
          <a:xfrm flipV="1">
            <a:off x="10226676" y="9489989"/>
            <a:ext cx="3933824" cy="5320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7" name="Folded Corner 6">
            <a:extLst>
              <a:ext uri="{FF2B5EF4-FFF2-40B4-BE49-F238E27FC236}">
                <a16:creationId xmlns:a16="http://schemas.microsoft.com/office/drawing/2014/main" id="{4547C242-AA8D-8F45-B6B8-EC8C9B35F869}"/>
              </a:ext>
              <a:ext uri="{C183D7F6-B498-43B3-948B-1728B52AA6E4}">
                <adec:decorative xmlns:adec="http://schemas.microsoft.com/office/drawing/2017/decorative" val="1"/>
              </a:ext>
            </a:extLst>
          </p:cNvPr>
          <p:cNvSpPr/>
          <p:nvPr/>
        </p:nvSpPr>
        <p:spPr>
          <a:xfrm>
            <a:off x="-19194" y="-2667000"/>
            <a:ext cx="10288587" cy="2230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207442269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blue_big idea centered">
    <p:bg>
      <p:bgPr>
        <a:solidFill>
          <a:srgbClr val="FCE2BA"/>
        </a:solidFill>
        <a:effectLst/>
      </p:bgPr>
    </p:bg>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2746924D-1596-134C-8C48-54D1CA5A18CB}"/>
              </a:ext>
              <a:ext uri="{C183D7F6-B498-43B3-948B-1728B52AA6E4}">
                <adec:decorative xmlns:adec="http://schemas.microsoft.com/office/drawing/2017/decorative" val="1"/>
              </a:ext>
            </a:extLst>
          </p:cNvPr>
          <p:cNvSpPr/>
          <p:nvPr/>
        </p:nvSpPr>
        <p:spPr>
          <a:xfrm rot="16200000">
            <a:off x="3066763" y="-2268825"/>
            <a:ext cx="18253654" cy="18253650"/>
          </a:xfrm>
          <a:prstGeom prst="ellipse">
            <a:avLst/>
          </a:prstGeom>
          <a:solidFill>
            <a:schemeClr val="bg1"/>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4475969" y="5568610"/>
            <a:ext cx="15435238" cy="2578784"/>
          </a:xfrm>
        </p:spPr>
        <p:txBody>
          <a:bodyPr anchor="ctr" anchorCtr="0">
            <a:normAutofit/>
          </a:bodyPr>
          <a:lstStyle>
            <a:lvl1pPr algn="ctr">
              <a:defRPr lang="en-US" sz="11498" kern="1200" baseline="0" dirty="0" smtClean="0">
                <a:solidFill>
                  <a:schemeClr val="bg2"/>
                </a:solidFill>
                <a:latin typeface="Community Light" panose="02000303040000020003" pitchFamily="2" charset="0"/>
                <a:ea typeface="+mn-ea"/>
                <a:cs typeface="+mn-cs"/>
              </a:defRPr>
            </a:lvl1pPr>
          </a:lstStyle>
          <a:p>
            <a:pPr lvl="0"/>
            <a:r>
              <a:rPr lang="en-US"/>
              <a:t>Enter a big idea or statement here in two lines</a:t>
            </a:r>
          </a:p>
        </p:txBody>
      </p:sp>
      <p:sp>
        <p:nvSpPr>
          <p:cNvPr id="9" name="Rectangle 8">
            <a:extLst>
              <a:ext uri="{FF2B5EF4-FFF2-40B4-BE49-F238E27FC236}">
                <a16:creationId xmlns:a16="http://schemas.microsoft.com/office/drawing/2014/main" id="{D7E4844C-36DC-694A-A784-F5B94A4A06D8}"/>
              </a:ext>
              <a:ext uri="{C183D7F6-B498-43B3-948B-1728B52AA6E4}">
                <adec:decorative xmlns:adec="http://schemas.microsoft.com/office/drawing/2017/decorative" val="1"/>
              </a:ext>
            </a:extLst>
          </p:cNvPr>
          <p:cNvSpPr/>
          <p:nvPr/>
        </p:nvSpPr>
        <p:spPr>
          <a:xfrm flipV="1">
            <a:off x="10226676" y="9489989"/>
            <a:ext cx="3933824" cy="5320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6" name="Folded Corner 5">
            <a:extLst>
              <a:ext uri="{FF2B5EF4-FFF2-40B4-BE49-F238E27FC236}">
                <a16:creationId xmlns:a16="http://schemas.microsoft.com/office/drawing/2014/main" id="{D65FE803-F115-8F42-A2EA-E9CEDDCB874F}"/>
              </a:ext>
              <a:ext uri="{C183D7F6-B498-43B3-948B-1728B52AA6E4}">
                <adec:decorative xmlns:adec="http://schemas.microsoft.com/office/drawing/2017/decorative" val="1"/>
              </a:ext>
            </a:extLst>
          </p:cNvPr>
          <p:cNvSpPr/>
          <p:nvPr/>
        </p:nvSpPr>
        <p:spPr>
          <a:xfrm>
            <a:off x="-19194" y="-2667000"/>
            <a:ext cx="10288587" cy="2230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120248215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darkamber_big idea centered">
    <p:bg>
      <p:bgPr>
        <a:solidFill>
          <a:srgbClr val="FCE2BA"/>
        </a:solidFill>
        <a:effectLst/>
      </p:bgPr>
    </p:bg>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2746924D-1596-134C-8C48-54D1CA5A18CB}"/>
              </a:ext>
              <a:ext uri="{C183D7F6-B498-43B3-948B-1728B52AA6E4}">
                <adec:decorative xmlns:adec="http://schemas.microsoft.com/office/drawing/2017/decorative" val="1"/>
              </a:ext>
            </a:extLst>
          </p:cNvPr>
          <p:cNvSpPr/>
          <p:nvPr/>
        </p:nvSpPr>
        <p:spPr>
          <a:xfrm rot="16200000">
            <a:off x="3066763" y="-2268825"/>
            <a:ext cx="18253654" cy="18253650"/>
          </a:xfrm>
          <a:prstGeom prst="ellipse">
            <a:avLst/>
          </a:prstGeom>
          <a:solidFill>
            <a:schemeClr val="bg1"/>
          </a:solidFill>
          <a:ln w="12700" cap="flat" cmpd="sng" algn="ctr">
            <a:noFill/>
            <a:prstDash val="solid"/>
            <a:miter lim="800000"/>
          </a:ln>
          <a:effectLst/>
        </p:spPr>
        <p:txBody>
          <a:bodyPr rtlCol="0" anchor="ctr"/>
          <a:lstStyle/>
          <a:p>
            <a:pPr marL="0" marR="0" lvl="0" indent="0" algn="ctr" defTabSz="91421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ED6E1C-AE35-E249-A8E8-0D317F27C83D}"/>
              </a:ext>
            </a:extLst>
          </p:cNvPr>
          <p:cNvSpPr>
            <a:spLocks noGrp="1"/>
          </p:cNvSpPr>
          <p:nvPr>
            <p:ph type="title" hasCustomPrompt="1"/>
          </p:nvPr>
        </p:nvSpPr>
        <p:spPr>
          <a:xfrm>
            <a:off x="4475969" y="5568610"/>
            <a:ext cx="15435238" cy="2578784"/>
          </a:xfrm>
        </p:spPr>
        <p:txBody>
          <a:bodyPr anchor="ctr" anchorCtr="0">
            <a:normAutofit/>
          </a:bodyPr>
          <a:lstStyle>
            <a:lvl1pPr algn="ctr">
              <a:defRPr lang="en-US" sz="11498" kern="1200" baseline="0" dirty="0" smtClean="0">
                <a:solidFill>
                  <a:schemeClr val="accent2"/>
                </a:solidFill>
                <a:latin typeface="Community Light" panose="02000303040000020003" pitchFamily="2" charset="0"/>
                <a:ea typeface="+mn-ea"/>
                <a:cs typeface="+mn-cs"/>
              </a:defRPr>
            </a:lvl1pPr>
          </a:lstStyle>
          <a:p>
            <a:pPr lvl="0"/>
            <a:r>
              <a:rPr lang="en-US"/>
              <a:t>Enter a big idea or statement here in two lines</a:t>
            </a:r>
          </a:p>
        </p:txBody>
      </p:sp>
      <p:sp>
        <p:nvSpPr>
          <p:cNvPr id="9" name="Rectangle 8">
            <a:extLst>
              <a:ext uri="{FF2B5EF4-FFF2-40B4-BE49-F238E27FC236}">
                <a16:creationId xmlns:a16="http://schemas.microsoft.com/office/drawing/2014/main" id="{D7E4844C-36DC-694A-A784-F5B94A4A06D8}"/>
              </a:ext>
              <a:ext uri="{C183D7F6-B498-43B3-948B-1728B52AA6E4}">
                <adec:decorative xmlns:adec="http://schemas.microsoft.com/office/drawing/2017/decorative" val="1"/>
              </a:ext>
            </a:extLst>
          </p:cNvPr>
          <p:cNvSpPr/>
          <p:nvPr/>
        </p:nvSpPr>
        <p:spPr>
          <a:xfrm flipV="1">
            <a:off x="10226676" y="9489989"/>
            <a:ext cx="3933824" cy="5320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6" name="Folded Corner 5">
            <a:extLst>
              <a:ext uri="{FF2B5EF4-FFF2-40B4-BE49-F238E27FC236}">
                <a16:creationId xmlns:a16="http://schemas.microsoft.com/office/drawing/2014/main" id="{4920AB94-78E4-D74B-BEAA-55460A00D237}"/>
              </a:ext>
              <a:ext uri="{C183D7F6-B498-43B3-948B-1728B52AA6E4}">
                <adec:decorative xmlns:adec="http://schemas.microsoft.com/office/drawing/2017/decorative" val="1"/>
              </a:ext>
            </a:extLst>
          </p:cNvPr>
          <p:cNvSpPr/>
          <p:nvPr/>
        </p:nvSpPr>
        <p:spPr>
          <a:xfrm>
            <a:off x="-19194" y="-2667000"/>
            <a:ext cx="10288587" cy="2230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21010649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divider slide 1">
    <p:bg>
      <p:bgPr>
        <a:solidFill>
          <a:srgbClr val="F2EDE6"/>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B908B66-F50B-F444-8A48-1CC72021890C}"/>
              </a:ext>
            </a:extLst>
          </p:cNvPr>
          <p:cNvSpPr>
            <a:spLocks noGrp="1"/>
          </p:cNvSpPr>
          <p:nvPr>
            <p:ph type="body" sz="quarter" idx="10" hasCustomPrompt="1"/>
          </p:nvPr>
        </p:nvSpPr>
        <p:spPr>
          <a:xfrm>
            <a:off x="1310699" y="5029200"/>
            <a:ext cx="17919413" cy="3657600"/>
          </a:xfrm>
        </p:spPr>
        <p:txBody>
          <a:bodyPr/>
          <a:lstStyle>
            <a:lvl1pPr>
              <a:defRPr lang="en-US" sz="24996" kern="1200" smtClean="0">
                <a:solidFill>
                  <a:schemeClr val="accent2"/>
                </a:solidFill>
                <a:latin typeface="Community Light" panose="02000303040000020003" pitchFamily="2" charset="0"/>
                <a:ea typeface="Source Sans Pro ExtraLight" charset="0"/>
                <a:cs typeface="Source Sans Pro ExtraLight" charset="0"/>
              </a:defRPr>
            </a:lvl1pPr>
            <a:lvl2pPr>
              <a:defRPr lang="en-US" sz="24996" kern="1200" smtClean="0">
                <a:solidFill>
                  <a:srgbClr val="43712E"/>
                </a:solidFill>
                <a:latin typeface="Community Light" panose="02000303040000020003" pitchFamily="2" charset="0"/>
                <a:ea typeface="Source Sans Pro ExtraLight" charset="0"/>
                <a:cs typeface="Source Sans Pro ExtraLight" charset="0"/>
              </a:defRPr>
            </a:lvl2pPr>
          </a:lstStyle>
          <a:p>
            <a:pPr lvl="0"/>
            <a:r>
              <a:rPr lang="en-US"/>
              <a:t>Divider slide</a:t>
            </a:r>
          </a:p>
        </p:txBody>
      </p:sp>
    </p:spTree>
    <p:extLst>
      <p:ext uri="{BB962C8B-B14F-4D97-AF65-F5344CB8AC3E}">
        <p14:creationId xmlns:p14="http://schemas.microsoft.com/office/powerpoint/2010/main" val="428143499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divider slide 2">
    <p:bg>
      <p:bgPr>
        <a:solidFill>
          <a:srgbClr val="FDE3BA"/>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B908B66-F50B-F444-8A48-1CC72021890C}"/>
              </a:ext>
            </a:extLst>
          </p:cNvPr>
          <p:cNvSpPr>
            <a:spLocks noGrp="1"/>
          </p:cNvSpPr>
          <p:nvPr>
            <p:ph type="body" sz="quarter" idx="10" hasCustomPrompt="1"/>
          </p:nvPr>
        </p:nvSpPr>
        <p:spPr>
          <a:xfrm>
            <a:off x="1310699" y="5029200"/>
            <a:ext cx="17919413" cy="3657600"/>
          </a:xfrm>
        </p:spPr>
        <p:txBody>
          <a:bodyPr/>
          <a:lstStyle>
            <a:lvl1pPr>
              <a:defRPr lang="en-US" sz="24996" kern="1200" smtClean="0">
                <a:solidFill>
                  <a:schemeClr val="accent3"/>
                </a:solidFill>
                <a:latin typeface="Community Light" panose="02000303040000020003" pitchFamily="2" charset="0"/>
                <a:ea typeface="Source Sans Pro ExtraLight" charset="0"/>
                <a:cs typeface="Source Sans Pro ExtraLight" charset="0"/>
              </a:defRPr>
            </a:lvl1pPr>
            <a:lvl2pPr>
              <a:defRPr lang="en-US" sz="24996" kern="1200" smtClean="0">
                <a:solidFill>
                  <a:srgbClr val="43712E"/>
                </a:solidFill>
                <a:latin typeface="Community Light" panose="02000303040000020003" pitchFamily="2" charset="0"/>
                <a:ea typeface="Source Sans Pro ExtraLight" charset="0"/>
                <a:cs typeface="Source Sans Pro ExtraLight" charset="0"/>
              </a:defRPr>
            </a:lvl2pPr>
          </a:lstStyle>
          <a:p>
            <a:pPr lvl="0"/>
            <a:r>
              <a:rPr lang="en-US"/>
              <a:t>Divider slide</a:t>
            </a:r>
          </a:p>
        </p:txBody>
      </p:sp>
    </p:spTree>
    <p:extLst>
      <p:ext uri="{BB962C8B-B14F-4D97-AF65-F5344CB8AC3E}">
        <p14:creationId xmlns:p14="http://schemas.microsoft.com/office/powerpoint/2010/main" val="186830941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one big line 1">
    <p:bg>
      <p:bgPr>
        <a:solidFill>
          <a:srgbClr val="F2EDE6"/>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2AD4178-ACFA-F648-B604-6492FE5D62E5}"/>
              </a:ext>
            </a:extLst>
          </p:cNvPr>
          <p:cNvSpPr>
            <a:spLocks noGrp="1"/>
          </p:cNvSpPr>
          <p:nvPr>
            <p:ph type="body" sz="quarter" idx="10" hasCustomPrompt="1"/>
          </p:nvPr>
        </p:nvSpPr>
        <p:spPr>
          <a:xfrm>
            <a:off x="1525589" y="6234691"/>
            <a:ext cx="21259800" cy="5086454"/>
          </a:xfrm>
        </p:spPr>
        <p:txBody>
          <a:bodyPr/>
          <a:lstStyle>
            <a:lvl1pPr>
              <a:defRPr lang="en-US" sz="39992" kern="1200" smtClean="0">
                <a:solidFill>
                  <a:schemeClr val="accent2"/>
                </a:solidFill>
                <a:latin typeface="Community Light" panose="02000303040000020003" pitchFamily="2" charset="0"/>
                <a:ea typeface="+mn-ea"/>
                <a:cs typeface="+mn-cs"/>
                <a:sym typeface="LKN Sans"/>
              </a:defRPr>
            </a:lvl1pPr>
          </a:lstStyle>
          <a:p>
            <a:pPr lvl="0"/>
            <a:r>
              <a:rPr lang="en-US"/>
              <a:t>One line.</a:t>
            </a:r>
          </a:p>
        </p:txBody>
      </p:sp>
      <p:sp>
        <p:nvSpPr>
          <p:cNvPr id="3" name="Folded Corner 2">
            <a:extLst>
              <a:ext uri="{FF2B5EF4-FFF2-40B4-BE49-F238E27FC236}">
                <a16:creationId xmlns:a16="http://schemas.microsoft.com/office/drawing/2014/main" id="{6A0E3F99-35EB-AC4D-AEF0-EE704725E84D}"/>
              </a:ext>
              <a:ext uri="{C183D7F6-B498-43B3-948B-1728B52AA6E4}">
                <adec:decorative xmlns:adec="http://schemas.microsoft.com/office/drawing/2017/decorative" val="1"/>
              </a:ext>
            </a:extLst>
          </p:cNvPr>
          <p:cNvSpPr/>
          <p:nvPr/>
        </p:nvSpPr>
        <p:spPr>
          <a:xfrm>
            <a:off x="-19194" y="-2438400"/>
            <a:ext cx="7869383" cy="20017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2 words.</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268894850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one big line 2">
    <p:bg>
      <p:bgPr>
        <a:solidFill>
          <a:srgbClr val="FCE2BA"/>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2AD4178-ACFA-F648-B604-6492FE5D62E5}"/>
              </a:ext>
            </a:extLst>
          </p:cNvPr>
          <p:cNvSpPr>
            <a:spLocks noGrp="1"/>
          </p:cNvSpPr>
          <p:nvPr>
            <p:ph type="body" sz="quarter" idx="10" hasCustomPrompt="1"/>
          </p:nvPr>
        </p:nvSpPr>
        <p:spPr>
          <a:xfrm>
            <a:off x="1525589" y="6234690"/>
            <a:ext cx="21259800" cy="5021140"/>
          </a:xfrm>
        </p:spPr>
        <p:txBody>
          <a:bodyPr/>
          <a:lstStyle>
            <a:lvl1pPr>
              <a:defRPr lang="en-US" sz="39992" kern="1200" smtClean="0">
                <a:solidFill>
                  <a:srgbClr val="004083"/>
                </a:solidFill>
                <a:latin typeface="Community Light" panose="02000303040000020003" pitchFamily="2" charset="0"/>
                <a:ea typeface="+mn-ea"/>
                <a:cs typeface="+mn-cs"/>
                <a:sym typeface="LKN Sans"/>
              </a:defRPr>
            </a:lvl1pPr>
          </a:lstStyle>
          <a:p>
            <a:pPr lvl="0"/>
            <a:r>
              <a:rPr lang="en-US"/>
              <a:t>One line.</a:t>
            </a:r>
          </a:p>
        </p:txBody>
      </p:sp>
      <p:sp>
        <p:nvSpPr>
          <p:cNvPr id="3" name="Folded Corner 2">
            <a:extLst>
              <a:ext uri="{FF2B5EF4-FFF2-40B4-BE49-F238E27FC236}">
                <a16:creationId xmlns:a16="http://schemas.microsoft.com/office/drawing/2014/main" id="{B762A06C-F60B-0448-AE3A-9F66BF449F16}"/>
              </a:ext>
              <a:ext uri="{C183D7F6-B498-43B3-948B-1728B52AA6E4}">
                <adec:decorative xmlns:adec="http://schemas.microsoft.com/office/drawing/2017/decorative" val="1"/>
              </a:ext>
            </a:extLst>
          </p:cNvPr>
          <p:cNvSpPr/>
          <p:nvPr/>
        </p:nvSpPr>
        <p:spPr>
          <a:xfrm>
            <a:off x="-19194" y="-2438400"/>
            <a:ext cx="7869383" cy="20017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2 words.</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419124623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big statement 1">
    <p:bg>
      <p:bgPr>
        <a:solidFill>
          <a:srgbClr val="F2EDE6"/>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72BBE07-F008-B94F-9B92-E867E6F79BE2}"/>
              </a:ext>
            </a:extLst>
          </p:cNvPr>
          <p:cNvSpPr>
            <a:spLocks noGrp="1"/>
          </p:cNvSpPr>
          <p:nvPr>
            <p:ph type="body" sz="quarter" idx="10" hasCustomPrompt="1"/>
          </p:nvPr>
        </p:nvSpPr>
        <p:spPr>
          <a:xfrm>
            <a:off x="1438658" y="3259322"/>
            <a:ext cx="17597489" cy="6771084"/>
          </a:xfrm>
          <a:ln w="12700">
            <a:miter lim="400000"/>
          </a:ln>
        </p:spPr>
        <p:txBody>
          <a:bodyPr wrap="square" lIns="50800" tIns="50800" rIns="50800" bIns="50800" anchor="t">
            <a:spAutoFit/>
          </a:bodyPr>
          <a:lstStyle>
            <a:lvl1pPr>
              <a:lnSpc>
                <a:spcPts val="24996"/>
              </a:lnSpc>
              <a:spcBef>
                <a:spcPts val="0"/>
              </a:spcBef>
              <a:defRPr lang="en-US" sz="24996" smtClean="0">
                <a:solidFill>
                  <a:schemeClr val="accent2"/>
                </a:solidFill>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r>
              <a:rPr lang="en-US"/>
              <a:t>Big statement </a:t>
            </a:r>
          </a:p>
          <a:p>
            <a:pPr lvl="0"/>
            <a:r>
              <a:rPr lang="en-US"/>
              <a:t>on two lines.</a:t>
            </a:r>
          </a:p>
        </p:txBody>
      </p:sp>
      <p:sp>
        <p:nvSpPr>
          <p:cNvPr id="3" name="Folded Corner 2">
            <a:extLst>
              <a:ext uri="{FF2B5EF4-FFF2-40B4-BE49-F238E27FC236}">
                <a16:creationId xmlns:a16="http://schemas.microsoft.com/office/drawing/2014/main" id="{45A50143-06EF-CE46-A81B-81F2C506F853}"/>
              </a:ext>
              <a:ext uri="{C183D7F6-B498-43B3-948B-1728B52AA6E4}">
                <adec:decorative xmlns:adec="http://schemas.microsoft.com/office/drawing/2017/decorative" val="1"/>
              </a:ext>
            </a:extLst>
          </p:cNvPr>
          <p:cNvSpPr/>
          <p:nvPr/>
        </p:nvSpPr>
        <p:spPr>
          <a:xfrm>
            <a:off x="-19193" y="-2438400"/>
            <a:ext cx="8859983" cy="20017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t>
            </a:r>
            <a:r>
              <a:rPr kumimoji="0" lang="en-US" sz="2400" b="0" i="0" u="none" strike="noStrike" kern="0" cap="none" spc="0" normalizeH="0" baseline="0" noProof="0" err="1">
                <a:ln>
                  <a:noFill/>
                </a:ln>
                <a:solidFill>
                  <a:srgbClr val="000000"/>
                </a:solidFill>
                <a:effectLst/>
                <a:uLnTx/>
                <a:uFillTx/>
                <a:latin typeface="Source Sans Pro" charset="0"/>
                <a:ea typeface="Source Sans Pro" charset="0"/>
                <a:cs typeface="Source Sans Pro" charset="0"/>
              </a:rPr>
              <a:t>approx</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5 words.</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1031684176"/>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big statement 2">
    <p:bg>
      <p:bgPr>
        <a:solidFill>
          <a:srgbClr val="FCE2BA"/>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C94F418E-74A2-B549-B662-BAD5C588FFD2}"/>
              </a:ext>
            </a:extLst>
          </p:cNvPr>
          <p:cNvSpPr>
            <a:spLocks noGrp="1"/>
          </p:cNvSpPr>
          <p:nvPr>
            <p:ph type="body" sz="quarter" idx="10" hasCustomPrompt="1"/>
          </p:nvPr>
        </p:nvSpPr>
        <p:spPr>
          <a:xfrm>
            <a:off x="1438658" y="3259322"/>
            <a:ext cx="17597489" cy="6771084"/>
          </a:xfrm>
          <a:ln w="12700">
            <a:miter lim="400000"/>
          </a:ln>
        </p:spPr>
        <p:txBody>
          <a:bodyPr wrap="square" lIns="50800" tIns="50800" rIns="50800" bIns="50800" anchor="t">
            <a:spAutoFit/>
          </a:bodyPr>
          <a:lstStyle>
            <a:lvl1pPr>
              <a:lnSpc>
                <a:spcPts val="24996"/>
              </a:lnSpc>
              <a:spcBef>
                <a:spcPts val="0"/>
              </a:spcBef>
              <a:defRPr lang="en-US" sz="24996" smtClean="0">
                <a:solidFill>
                  <a:schemeClr val="accent3"/>
                </a:solidFill>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r>
              <a:rPr lang="en-US"/>
              <a:t>Big statement </a:t>
            </a:r>
          </a:p>
          <a:p>
            <a:pPr lvl="0"/>
            <a:r>
              <a:rPr lang="en-US"/>
              <a:t>on two lines.</a:t>
            </a:r>
          </a:p>
        </p:txBody>
      </p:sp>
      <p:sp>
        <p:nvSpPr>
          <p:cNvPr id="4" name="Folded Corner 3">
            <a:extLst>
              <a:ext uri="{FF2B5EF4-FFF2-40B4-BE49-F238E27FC236}">
                <a16:creationId xmlns:a16="http://schemas.microsoft.com/office/drawing/2014/main" id="{C979EA68-3093-D141-A858-23364C9794C4}"/>
              </a:ext>
              <a:ext uri="{C183D7F6-B498-43B3-948B-1728B52AA6E4}">
                <adec:decorative xmlns:adec="http://schemas.microsoft.com/office/drawing/2017/decorative" val="1"/>
              </a:ext>
            </a:extLst>
          </p:cNvPr>
          <p:cNvSpPr/>
          <p:nvPr/>
        </p:nvSpPr>
        <p:spPr>
          <a:xfrm>
            <a:off x="-19193" y="-2438400"/>
            <a:ext cx="8859983" cy="20017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t>
            </a:r>
            <a:r>
              <a:rPr kumimoji="0" lang="en-US" sz="2400" b="0" i="0" u="none" strike="noStrike" kern="0" cap="none" spc="0" normalizeH="0" baseline="0" noProof="0" err="1">
                <a:ln>
                  <a:noFill/>
                </a:ln>
                <a:solidFill>
                  <a:srgbClr val="000000"/>
                </a:solidFill>
                <a:effectLst/>
                <a:uLnTx/>
                <a:uFillTx/>
                <a:latin typeface="Source Sans Pro" charset="0"/>
                <a:ea typeface="Source Sans Pro" charset="0"/>
                <a:cs typeface="Source Sans Pro" charset="0"/>
              </a:rPr>
              <a:t>approx</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5 words.</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250897559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big stat 1">
    <p:bg>
      <p:bgPr>
        <a:solidFill>
          <a:srgbClr val="E9E5DF"/>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C94F418E-74A2-B549-B662-BAD5C588FFD2}"/>
              </a:ext>
            </a:extLst>
          </p:cNvPr>
          <p:cNvSpPr>
            <a:spLocks noGrp="1"/>
          </p:cNvSpPr>
          <p:nvPr>
            <p:ph type="body" sz="quarter" idx="10" hasCustomPrompt="1"/>
          </p:nvPr>
        </p:nvSpPr>
        <p:spPr>
          <a:xfrm>
            <a:off x="1588170" y="3167884"/>
            <a:ext cx="21363271" cy="10026372"/>
          </a:xfrm>
          <a:noFill/>
          <a:ln>
            <a:noFill/>
          </a:ln>
        </p:spPr>
        <p:txBody>
          <a:bodyPr lIns="0" tIns="0" rIns="0" bIns="0" anchor="ctr"/>
          <a:lstStyle>
            <a:lvl1pPr algn="l">
              <a:defRPr lang="en-US" sz="74986" kern="0" dirty="0">
                <a:solidFill>
                  <a:schemeClr val="accent2"/>
                </a:solidFill>
                <a:latin typeface="Community" panose="02000303040000020003" pitchFamily="2" charset="0"/>
                <a:ea typeface="Source Sans Pro" charset="0"/>
                <a:cs typeface="Source Sans Pro" charset="0"/>
              </a:defRPr>
            </a:lvl1pPr>
          </a:lstStyle>
          <a:p>
            <a:pPr lvl="0" algn="ctr" defTabSz="914166"/>
            <a:r>
              <a:rPr lang="en-US"/>
              <a:t>##%</a:t>
            </a:r>
          </a:p>
        </p:txBody>
      </p:sp>
      <p:sp>
        <p:nvSpPr>
          <p:cNvPr id="6" name="Title 5">
            <a:extLst>
              <a:ext uri="{FF2B5EF4-FFF2-40B4-BE49-F238E27FC236}">
                <a16:creationId xmlns:a16="http://schemas.microsoft.com/office/drawing/2014/main" id="{B21FC7F9-2325-DD44-B419-43E3213F4F27}"/>
              </a:ext>
            </a:extLst>
          </p:cNvPr>
          <p:cNvSpPr>
            <a:spLocks noGrp="1"/>
          </p:cNvSpPr>
          <p:nvPr>
            <p:ph type="title"/>
          </p:nvPr>
        </p:nvSpPr>
        <p:spPr/>
        <p:txBody>
          <a:bodyPr/>
          <a:lstStyle/>
          <a:p>
            <a:r>
              <a:rPr lang="en-US"/>
              <a:t>Click to edit Master title style</a:t>
            </a:r>
          </a:p>
        </p:txBody>
      </p:sp>
      <p:sp>
        <p:nvSpPr>
          <p:cNvPr id="4" name="Folded Corner 3">
            <a:extLst>
              <a:ext uri="{FF2B5EF4-FFF2-40B4-BE49-F238E27FC236}">
                <a16:creationId xmlns:a16="http://schemas.microsoft.com/office/drawing/2014/main" id="{7ADE2F85-DCD5-8B4C-B886-2841AE65F418}"/>
              </a:ext>
              <a:ext uri="{C183D7F6-B498-43B3-948B-1728B52AA6E4}">
                <adec:decorative xmlns:adec="http://schemas.microsoft.com/office/drawing/2017/decorative" val="1"/>
              </a:ext>
            </a:extLst>
          </p:cNvPr>
          <p:cNvSpPr/>
          <p:nvPr/>
        </p:nvSpPr>
        <p:spPr>
          <a:xfrm>
            <a:off x="-19194" y="-2209800"/>
            <a:ext cx="7945582" cy="17731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Highlight a key percentage statistic</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3504396558"/>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big stat 2">
    <p:bg>
      <p:bgPr>
        <a:solidFill>
          <a:srgbClr val="FCE2BA"/>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C94F418E-74A2-B549-B662-BAD5C588FFD2}"/>
              </a:ext>
            </a:extLst>
          </p:cNvPr>
          <p:cNvSpPr>
            <a:spLocks noGrp="1"/>
          </p:cNvSpPr>
          <p:nvPr>
            <p:ph type="body" sz="quarter" idx="10" hasCustomPrompt="1"/>
          </p:nvPr>
        </p:nvSpPr>
        <p:spPr>
          <a:xfrm>
            <a:off x="1588170" y="3167884"/>
            <a:ext cx="21363271" cy="10026372"/>
          </a:xfrm>
          <a:noFill/>
          <a:ln>
            <a:noFill/>
          </a:ln>
        </p:spPr>
        <p:txBody>
          <a:bodyPr lIns="0" tIns="0" rIns="0" bIns="0" anchor="ctr"/>
          <a:lstStyle>
            <a:lvl1pPr>
              <a:defRPr lang="en-US" sz="74986" kern="0" dirty="0">
                <a:solidFill>
                  <a:srgbClr val="004083"/>
                </a:solidFill>
                <a:latin typeface="Community" panose="02000303040000020003" pitchFamily="2" charset="0"/>
                <a:ea typeface="Source Sans Pro" charset="0"/>
                <a:cs typeface="Source Sans Pro" charset="0"/>
              </a:defRPr>
            </a:lvl1pPr>
          </a:lstStyle>
          <a:p>
            <a:pPr lvl="0" algn="ctr" defTabSz="914166"/>
            <a:r>
              <a:rPr lang="en-US"/>
              <a:t>##%</a:t>
            </a:r>
          </a:p>
        </p:txBody>
      </p:sp>
      <p:sp>
        <p:nvSpPr>
          <p:cNvPr id="6" name="Title 5">
            <a:extLst>
              <a:ext uri="{FF2B5EF4-FFF2-40B4-BE49-F238E27FC236}">
                <a16:creationId xmlns:a16="http://schemas.microsoft.com/office/drawing/2014/main" id="{B21FC7F9-2325-DD44-B419-43E3213F4F27}"/>
              </a:ext>
            </a:extLst>
          </p:cNvPr>
          <p:cNvSpPr>
            <a:spLocks noGrp="1"/>
          </p:cNvSpPr>
          <p:nvPr>
            <p:ph type="title"/>
          </p:nvPr>
        </p:nvSpPr>
        <p:spPr/>
        <p:txBody>
          <a:bodyPr/>
          <a:lstStyle/>
          <a:p>
            <a:r>
              <a:rPr lang="en-US"/>
              <a:t>Click to edit Master title style</a:t>
            </a:r>
          </a:p>
        </p:txBody>
      </p:sp>
      <p:sp>
        <p:nvSpPr>
          <p:cNvPr id="4" name="Folded Corner 3">
            <a:extLst>
              <a:ext uri="{FF2B5EF4-FFF2-40B4-BE49-F238E27FC236}">
                <a16:creationId xmlns:a16="http://schemas.microsoft.com/office/drawing/2014/main" id="{B811AE24-E23A-6D44-8DDA-55E7075C404C}"/>
              </a:ext>
              <a:ext uri="{C183D7F6-B498-43B3-948B-1728B52AA6E4}">
                <adec:decorative xmlns:adec="http://schemas.microsoft.com/office/drawing/2017/decorative" val="1"/>
              </a:ext>
            </a:extLst>
          </p:cNvPr>
          <p:cNvSpPr/>
          <p:nvPr/>
        </p:nvSpPr>
        <p:spPr>
          <a:xfrm>
            <a:off x="-19194" y="-2209800"/>
            <a:ext cx="7945582" cy="17731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Highlight a key percentage statistic</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281831071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s on circle">
    <p:bg>
      <p:bgPr>
        <a:solidFill>
          <a:schemeClr val="bg1"/>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4EC220BF-5702-E140-B084-436B86915FA9}"/>
              </a:ext>
              <a:ext uri="{C183D7F6-B498-43B3-948B-1728B52AA6E4}">
                <adec:decorative xmlns:adec="http://schemas.microsoft.com/office/drawing/2017/decorative" val="1"/>
              </a:ext>
            </a:extLst>
          </p:cNvPr>
          <p:cNvSpPr/>
          <p:nvPr/>
        </p:nvSpPr>
        <p:spPr>
          <a:xfrm>
            <a:off x="-2089932" y="3261864"/>
            <a:ext cx="7192272" cy="7192272"/>
          </a:xfrm>
          <a:prstGeom prst="ellipse">
            <a:avLst/>
          </a:pr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Title 2">
            <a:extLst>
              <a:ext uri="{FF2B5EF4-FFF2-40B4-BE49-F238E27FC236}">
                <a16:creationId xmlns:a16="http://schemas.microsoft.com/office/drawing/2014/main" id="{B357BD5F-2865-1A4D-8858-392495A70891}"/>
              </a:ext>
            </a:extLst>
          </p:cNvPr>
          <p:cNvSpPr>
            <a:spLocks noGrp="1"/>
          </p:cNvSpPr>
          <p:nvPr>
            <p:ph type="title" hasCustomPrompt="1"/>
          </p:nvPr>
        </p:nvSpPr>
        <p:spPr>
          <a:xfrm>
            <a:off x="1468437" y="5659394"/>
            <a:ext cx="14039852" cy="1564104"/>
          </a:xfrm>
          <a:noFill/>
        </p:spPr>
        <p:txBody>
          <a:bodyPr vert="horz" lIns="0" tIns="45720" rIns="0" bIns="45720" rtlCol="0" anchor="b" anchorCtr="0">
            <a:noAutofit/>
          </a:bodyPr>
          <a:lstStyle>
            <a:lvl1pPr>
              <a:defRPr lang="en-US" sz="11498">
                <a:ea typeface="+mn-ea"/>
                <a:cs typeface="+mn-cs"/>
              </a:defRPr>
            </a:lvl1pPr>
          </a:lstStyle>
          <a:p>
            <a:pPr lvl="0"/>
            <a:r>
              <a:rPr lang="en-US"/>
              <a:t>Enter slide title here</a:t>
            </a:r>
          </a:p>
        </p:txBody>
      </p:sp>
      <p:sp>
        <p:nvSpPr>
          <p:cNvPr id="27" name="Text Placeholder 30">
            <a:extLst>
              <a:ext uri="{FF2B5EF4-FFF2-40B4-BE49-F238E27FC236}">
                <a16:creationId xmlns:a16="http://schemas.microsoft.com/office/drawing/2014/main" id="{6595053C-D752-1745-BB77-A09561D3B4D9}"/>
              </a:ext>
            </a:extLst>
          </p:cNvPr>
          <p:cNvSpPr>
            <a:spLocks noGrp="1"/>
          </p:cNvSpPr>
          <p:nvPr>
            <p:ph type="body" sz="quarter" idx="11" hasCustomPrompt="1"/>
          </p:nvPr>
        </p:nvSpPr>
        <p:spPr>
          <a:xfrm>
            <a:off x="1524218" y="7430081"/>
            <a:ext cx="10364571" cy="1502394"/>
          </a:xfrm>
        </p:spPr>
        <p:txBody>
          <a:bodyPr>
            <a:noAutofit/>
          </a:bodyPr>
          <a:lstStyle>
            <a:lvl1pPr marL="0" indent="0">
              <a:buFontTx/>
              <a:buNone/>
              <a:defRPr sz="5398">
                <a:solidFill>
                  <a:srgbClr val="5B696B"/>
                </a:solidFill>
              </a:defRPr>
            </a:lvl1pPr>
            <a:lvl2pPr marL="914218" indent="0">
              <a:buFontTx/>
              <a:buNone/>
              <a:defRPr sz="3600"/>
            </a:lvl2pPr>
            <a:lvl3pPr marL="1828434" indent="0">
              <a:buFontTx/>
              <a:buNone/>
              <a:defRPr sz="3600"/>
            </a:lvl3pPr>
            <a:lvl4pPr marL="2742652" indent="0">
              <a:buFontTx/>
              <a:buNone/>
              <a:defRPr sz="3600"/>
            </a:lvl4pPr>
            <a:lvl5pPr marL="3656868" indent="0">
              <a:buFontTx/>
              <a:buNone/>
              <a:defRPr sz="3600"/>
            </a:lvl5pPr>
          </a:lstStyle>
          <a:p>
            <a:pPr lvl="0"/>
            <a:r>
              <a:rPr lang="en-US"/>
              <a:t>Enter your subtitle here, no more than two lines.</a:t>
            </a:r>
          </a:p>
        </p:txBody>
      </p:sp>
      <p:sp>
        <p:nvSpPr>
          <p:cNvPr id="7" name="Folded Corner 6">
            <a:extLst>
              <a:ext uri="{FF2B5EF4-FFF2-40B4-BE49-F238E27FC236}">
                <a16:creationId xmlns:a16="http://schemas.microsoft.com/office/drawing/2014/main" id="{509E1B02-CF01-B940-AADE-7D13697F9AE7}"/>
              </a:ext>
              <a:ext uri="{C183D7F6-B498-43B3-948B-1728B52AA6E4}">
                <adec:decorative xmlns:adec="http://schemas.microsoft.com/office/drawing/2017/decorative" val="1"/>
              </a:ext>
            </a:extLst>
          </p:cNvPr>
          <p:cNvSpPr/>
          <p:nvPr/>
        </p:nvSpPr>
        <p:spPr>
          <a:xfrm>
            <a:off x="1" y="-2051223"/>
            <a:ext cx="7512908" cy="1365422"/>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a:t>
            </a:r>
            <a:r>
              <a:rPr lang="en-US" sz="2400">
                <a:solidFill>
                  <a:schemeClr val="tx1"/>
                </a:solidFill>
                <a:latin typeface="Source Sans Pro" charset="0"/>
                <a:ea typeface="Source Sans Pro" charset="0"/>
                <a:cs typeface="Source Sans Pro" charset="0"/>
              </a:rPr>
              <a:t>Used to set up a section, or call out key point with subtitles</a:t>
            </a: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3972931718"/>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itles 6 section titles">
    <p:bg>
      <p:bgPr>
        <a:solidFill>
          <a:srgbClr val="FEFAF5"/>
        </a:solidFill>
        <a:effectLst/>
      </p:bgPr>
    </p:bg>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2461621D-109D-2040-8C3C-3AC7457C3556}"/>
              </a:ext>
              <a:ext uri="{C183D7F6-B498-43B3-948B-1728B52AA6E4}">
                <adec:decorative xmlns:adec="http://schemas.microsoft.com/office/drawing/2017/decorative" val="1"/>
              </a:ext>
            </a:extLst>
          </p:cNvPr>
          <p:cNvSpPr/>
          <p:nvPr/>
        </p:nvSpPr>
        <p:spPr>
          <a:xfrm>
            <a:off x="-2089932" y="3261864"/>
            <a:ext cx="7192272" cy="7192272"/>
          </a:xfrm>
          <a:prstGeom prst="ellipse">
            <a:avLst/>
          </a:pr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89180FB8-A02B-0143-BBAB-E8E04F8406BA}"/>
              </a:ext>
            </a:extLst>
          </p:cNvPr>
          <p:cNvSpPr>
            <a:spLocks noGrp="1"/>
          </p:cNvSpPr>
          <p:nvPr>
            <p:ph type="title" hasCustomPrompt="1"/>
          </p:nvPr>
        </p:nvSpPr>
        <p:spPr>
          <a:xfrm>
            <a:off x="1394298" y="4843851"/>
            <a:ext cx="6410761" cy="2379650"/>
          </a:xfrm>
        </p:spPr>
        <p:txBody>
          <a:bodyPr anchor="b" anchorCtr="0"/>
          <a:lstStyle>
            <a:lvl1pPr>
              <a:defRPr lang="en-US" sz="8798" kern="1200" baseline="0" smtClean="0">
                <a:solidFill>
                  <a:schemeClr val="accent2"/>
                </a:solidFill>
                <a:latin typeface="Community Light" panose="02000303040000020003" pitchFamily="2" charset="0"/>
                <a:ea typeface="+mn-ea"/>
                <a:cs typeface="+mn-cs"/>
              </a:defRPr>
            </a:lvl1pPr>
          </a:lstStyle>
          <a:p>
            <a:pPr lvl="0"/>
            <a:r>
              <a:rPr lang="en-US"/>
              <a:t>Enter slide title here in 2 lines</a:t>
            </a:r>
          </a:p>
        </p:txBody>
      </p:sp>
      <p:sp>
        <p:nvSpPr>
          <p:cNvPr id="27" name="Text Placeholder 30">
            <a:extLst>
              <a:ext uri="{FF2B5EF4-FFF2-40B4-BE49-F238E27FC236}">
                <a16:creationId xmlns:a16="http://schemas.microsoft.com/office/drawing/2014/main" id="{6595053C-D752-1745-BB77-A09561D3B4D9}"/>
              </a:ext>
            </a:extLst>
          </p:cNvPr>
          <p:cNvSpPr>
            <a:spLocks noGrp="1"/>
          </p:cNvSpPr>
          <p:nvPr>
            <p:ph type="body" sz="quarter" idx="11" hasCustomPrompt="1"/>
          </p:nvPr>
        </p:nvSpPr>
        <p:spPr>
          <a:xfrm>
            <a:off x="1474789" y="7430081"/>
            <a:ext cx="6092279" cy="1502394"/>
          </a:xfrm>
        </p:spPr>
        <p:txBody>
          <a:bodyPr>
            <a:noAutofit/>
          </a:bodyPr>
          <a:lstStyle>
            <a:lvl1pPr marL="0" indent="0">
              <a:buFontTx/>
              <a:buNone/>
              <a:defRPr sz="3600">
                <a:solidFill>
                  <a:srgbClr val="5B696B"/>
                </a:solidFill>
              </a:defRPr>
            </a:lvl1pPr>
            <a:lvl2pPr marL="914218" indent="0">
              <a:buFontTx/>
              <a:buNone/>
              <a:defRPr sz="3600"/>
            </a:lvl2pPr>
            <a:lvl3pPr marL="1828434" indent="0">
              <a:buFontTx/>
              <a:buNone/>
              <a:defRPr sz="3600"/>
            </a:lvl3pPr>
            <a:lvl4pPr marL="2742652" indent="0">
              <a:buFontTx/>
              <a:buNone/>
              <a:defRPr sz="3600"/>
            </a:lvl4pPr>
            <a:lvl5pPr marL="3656868" indent="0">
              <a:buFontTx/>
              <a:buNone/>
              <a:defRPr sz="3600"/>
            </a:lvl5pPr>
          </a:lstStyle>
          <a:p>
            <a:pPr lvl="0"/>
            <a:r>
              <a:rPr lang="en-US"/>
              <a:t>Enter your subtitle here,</a:t>
            </a:r>
            <a:br>
              <a:rPr lang="en-US"/>
            </a:br>
            <a:r>
              <a:rPr lang="en-US"/>
              <a:t>no more than two lines.</a:t>
            </a:r>
          </a:p>
        </p:txBody>
      </p:sp>
      <p:sp>
        <p:nvSpPr>
          <p:cNvPr id="18" name="Text Placeholder 5">
            <a:extLst>
              <a:ext uri="{FF2B5EF4-FFF2-40B4-BE49-F238E27FC236}">
                <a16:creationId xmlns:a16="http://schemas.microsoft.com/office/drawing/2014/main" id="{FD6FD422-B9DC-5C44-96D7-08AA4DE804B7}"/>
              </a:ext>
            </a:extLst>
          </p:cNvPr>
          <p:cNvSpPr>
            <a:spLocks noGrp="1"/>
          </p:cNvSpPr>
          <p:nvPr>
            <p:ph type="body" sz="quarter" idx="20" hasCustomPrompt="1"/>
          </p:nvPr>
        </p:nvSpPr>
        <p:spPr>
          <a:xfrm>
            <a:off x="8780920" y="3862375"/>
            <a:ext cx="1713293"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4" name="Text Placeholder 3">
            <a:extLst>
              <a:ext uri="{FF2B5EF4-FFF2-40B4-BE49-F238E27FC236}">
                <a16:creationId xmlns:a16="http://schemas.microsoft.com/office/drawing/2014/main" id="{FDDA4FDE-EFC5-2545-9D20-1F72ACCFEE41}"/>
              </a:ext>
            </a:extLst>
          </p:cNvPr>
          <p:cNvSpPr>
            <a:spLocks noGrp="1"/>
          </p:cNvSpPr>
          <p:nvPr>
            <p:ph type="body" sz="quarter" idx="12" hasCustomPrompt="1"/>
          </p:nvPr>
        </p:nvSpPr>
        <p:spPr>
          <a:xfrm>
            <a:off x="8845628" y="5218357"/>
            <a:ext cx="3117302"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19" name="Text Placeholder 5">
            <a:extLst>
              <a:ext uri="{FF2B5EF4-FFF2-40B4-BE49-F238E27FC236}">
                <a16:creationId xmlns:a16="http://schemas.microsoft.com/office/drawing/2014/main" id="{38412D3D-0BB9-4F46-A27D-029E72A790A0}"/>
              </a:ext>
            </a:extLst>
          </p:cNvPr>
          <p:cNvSpPr>
            <a:spLocks noGrp="1"/>
          </p:cNvSpPr>
          <p:nvPr>
            <p:ph type="body" sz="quarter" idx="21" hasCustomPrompt="1"/>
          </p:nvPr>
        </p:nvSpPr>
        <p:spPr>
          <a:xfrm>
            <a:off x="12384089" y="3862375"/>
            <a:ext cx="1713293"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28" name="Text Placeholder 3">
            <a:extLst>
              <a:ext uri="{FF2B5EF4-FFF2-40B4-BE49-F238E27FC236}">
                <a16:creationId xmlns:a16="http://schemas.microsoft.com/office/drawing/2014/main" id="{927AD6EC-8A53-2E45-94C5-2B94C423D850}"/>
              </a:ext>
            </a:extLst>
          </p:cNvPr>
          <p:cNvSpPr>
            <a:spLocks noGrp="1"/>
          </p:cNvSpPr>
          <p:nvPr>
            <p:ph type="body" sz="quarter" idx="14" hasCustomPrompt="1"/>
          </p:nvPr>
        </p:nvSpPr>
        <p:spPr>
          <a:xfrm>
            <a:off x="12414096" y="5218357"/>
            <a:ext cx="3117302"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20" name="Text Placeholder 5">
            <a:extLst>
              <a:ext uri="{FF2B5EF4-FFF2-40B4-BE49-F238E27FC236}">
                <a16:creationId xmlns:a16="http://schemas.microsoft.com/office/drawing/2014/main" id="{3D60AA63-99D7-FC42-8205-54E33798A33B}"/>
              </a:ext>
            </a:extLst>
          </p:cNvPr>
          <p:cNvSpPr>
            <a:spLocks noGrp="1"/>
          </p:cNvSpPr>
          <p:nvPr>
            <p:ph type="body" sz="quarter" idx="22" hasCustomPrompt="1"/>
          </p:nvPr>
        </p:nvSpPr>
        <p:spPr>
          <a:xfrm>
            <a:off x="16341045" y="3862375"/>
            <a:ext cx="1832655"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30" name="Text Placeholder 3">
            <a:extLst>
              <a:ext uri="{FF2B5EF4-FFF2-40B4-BE49-F238E27FC236}">
                <a16:creationId xmlns:a16="http://schemas.microsoft.com/office/drawing/2014/main" id="{F1CDD139-94AA-CB4F-8ED9-000727094CD9}"/>
              </a:ext>
            </a:extLst>
          </p:cNvPr>
          <p:cNvSpPr>
            <a:spLocks noGrp="1"/>
          </p:cNvSpPr>
          <p:nvPr>
            <p:ph type="body" sz="quarter" idx="16" hasCustomPrompt="1"/>
          </p:nvPr>
        </p:nvSpPr>
        <p:spPr>
          <a:xfrm>
            <a:off x="15933536" y="5218357"/>
            <a:ext cx="3117302"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22" name="Text Placeholder 5">
            <a:extLst>
              <a:ext uri="{FF2B5EF4-FFF2-40B4-BE49-F238E27FC236}">
                <a16:creationId xmlns:a16="http://schemas.microsoft.com/office/drawing/2014/main" id="{BA5D3888-8B4F-1347-8B9A-5E4982184F0D}"/>
              </a:ext>
            </a:extLst>
          </p:cNvPr>
          <p:cNvSpPr>
            <a:spLocks noGrp="1"/>
          </p:cNvSpPr>
          <p:nvPr>
            <p:ph type="body" sz="quarter" idx="24" hasCustomPrompt="1"/>
          </p:nvPr>
        </p:nvSpPr>
        <p:spPr>
          <a:xfrm>
            <a:off x="8780919" y="7832273"/>
            <a:ext cx="1794706"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25" name="Text Placeholder 3">
            <a:extLst>
              <a:ext uri="{FF2B5EF4-FFF2-40B4-BE49-F238E27FC236}">
                <a16:creationId xmlns:a16="http://schemas.microsoft.com/office/drawing/2014/main" id="{7EA01AD8-7B02-DE4D-B535-D9C3E904FC1A}"/>
              </a:ext>
            </a:extLst>
          </p:cNvPr>
          <p:cNvSpPr>
            <a:spLocks noGrp="1"/>
          </p:cNvSpPr>
          <p:nvPr>
            <p:ph type="body" sz="quarter" idx="13" hasCustomPrompt="1"/>
          </p:nvPr>
        </p:nvSpPr>
        <p:spPr>
          <a:xfrm>
            <a:off x="8845628" y="9170273"/>
            <a:ext cx="3117302"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23" name="Text Placeholder 5">
            <a:extLst>
              <a:ext uri="{FF2B5EF4-FFF2-40B4-BE49-F238E27FC236}">
                <a16:creationId xmlns:a16="http://schemas.microsoft.com/office/drawing/2014/main" id="{E204D10F-1E1E-A547-993B-CA48AA19C11F}"/>
              </a:ext>
            </a:extLst>
          </p:cNvPr>
          <p:cNvSpPr>
            <a:spLocks noGrp="1"/>
          </p:cNvSpPr>
          <p:nvPr>
            <p:ph type="body" sz="quarter" idx="25" hasCustomPrompt="1"/>
          </p:nvPr>
        </p:nvSpPr>
        <p:spPr>
          <a:xfrm>
            <a:off x="12384088" y="7832273"/>
            <a:ext cx="1794706"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29" name="Text Placeholder 3">
            <a:extLst>
              <a:ext uri="{FF2B5EF4-FFF2-40B4-BE49-F238E27FC236}">
                <a16:creationId xmlns:a16="http://schemas.microsoft.com/office/drawing/2014/main" id="{84DB555F-F80F-EC4F-B46A-CE3440A9A3F5}"/>
              </a:ext>
            </a:extLst>
          </p:cNvPr>
          <p:cNvSpPr>
            <a:spLocks noGrp="1"/>
          </p:cNvSpPr>
          <p:nvPr>
            <p:ph type="body" sz="quarter" idx="15" hasCustomPrompt="1"/>
          </p:nvPr>
        </p:nvSpPr>
        <p:spPr>
          <a:xfrm>
            <a:off x="12414096" y="9170273"/>
            <a:ext cx="3094191"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24" name="Text Placeholder 5">
            <a:extLst>
              <a:ext uri="{FF2B5EF4-FFF2-40B4-BE49-F238E27FC236}">
                <a16:creationId xmlns:a16="http://schemas.microsoft.com/office/drawing/2014/main" id="{407DBB96-3841-1B47-897E-7818A22EC97B}"/>
              </a:ext>
            </a:extLst>
          </p:cNvPr>
          <p:cNvSpPr>
            <a:spLocks noGrp="1"/>
          </p:cNvSpPr>
          <p:nvPr>
            <p:ph type="body" sz="quarter" idx="26" hasCustomPrompt="1"/>
          </p:nvPr>
        </p:nvSpPr>
        <p:spPr>
          <a:xfrm>
            <a:off x="16341045" y="7832273"/>
            <a:ext cx="1919742"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31" name="Text Placeholder 3">
            <a:extLst>
              <a:ext uri="{FF2B5EF4-FFF2-40B4-BE49-F238E27FC236}">
                <a16:creationId xmlns:a16="http://schemas.microsoft.com/office/drawing/2014/main" id="{9D92CEA0-FD5F-8748-A1E3-880335AB1523}"/>
              </a:ext>
            </a:extLst>
          </p:cNvPr>
          <p:cNvSpPr>
            <a:spLocks noGrp="1"/>
          </p:cNvSpPr>
          <p:nvPr>
            <p:ph type="body" sz="quarter" idx="17" hasCustomPrompt="1"/>
          </p:nvPr>
        </p:nvSpPr>
        <p:spPr>
          <a:xfrm>
            <a:off x="15933539" y="9170273"/>
            <a:ext cx="3171695"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32" name="Folded Corner 31">
            <a:extLst>
              <a:ext uri="{FF2B5EF4-FFF2-40B4-BE49-F238E27FC236}">
                <a16:creationId xmlns:a16="http://schemas.microsoft.com/office/drawing/2014/main" id="{273CEA9A-3C3E-F643-BE53-9A09B1390D97}"/>
              </a:ext>
              <a:ext uri="{C183D7F6-B498-43B3-948B-1728B52AA6E4}">
                <adec:decorative xmlns:adec="http://schemas.microsoft.com/office/drawing/2017/decorative" val="1"/>
              </a:ext>
            </a:extLst>
          </p:cNvPr>
          <p:cNvSpPr/>
          <p:nvPr/>
        </p:nvSpPr>
        <p:spPr>
          <a:xfrm>
            <a:off x="1" y="-2051223"/>
            <a:ext cx="7512908" cy="1365422"/>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a:t>
            </a:r>
            <a:r>
              <a:rPr lang="en-US" sz="2400">
                <a:solidFill>
                  <a:schemeClr val="tx1"/>
                </a:solidFill>
                <a:latin typeface="Source Sans Pro" charset="0"/>
                <a:ea typeface="Source Sans Pro" charset="0"/>
                <a:cs typeface="Source Sans Pro" charset="0"/>
              </a:rPr>
              <a:t>Used to highlight a key point with descriptor and 6 topics.</a:t>
            </a: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186559248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itles 8 section titles">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12EB8926-353D-D246-AC3C-1B6DB185A280}"/>
              </a:ext>
              <a:ext uri="{C183D7F6-B498-43B3-948B-1728B52AA6E4}">
                <adec:decorative xmlns:adec="http://schemas.microsoft.com/office/drawing/2017/decorative" val="1"/>
              </a:ext>
            </a:extLst>
          </p:cNvPr>
          <p:cNvSpPr/>
          <p:nvPr/>
        </p:nvSpPr>
        <p:spPr>
          <a:xfrm>
            <a:off x="-2089932" y="3261864"/>
            <a:ext cx="7192272" cy="7192272"/>
          </a:xfrm>
          <a:prstGeom prst="ellipse">
            <a:avLst/>
          </a:pr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893C57D4-0898-A84A-8A2C-E66EE5FF223A}"/>
              </a:ext>
            </a:extLst>
          </p:cNvPr>
          <p:cNvSpPr>
            <a:spLocks noGrp="1"/>
          </p:cNvSpPr>
          <p:nvPr>
            <p:ph type="title" hasCustomPrompt="1"/>
          </p:nvPr>
        </p:nvSpPr>
        <p:spPr>
          <a:xfrm>
            <a:off x="1423992" y="4744996"/>
            <a:ext cx="6237198" cy="2478504"/>
          </a:xfrm>
          <a:noFill/>
        </p:spPr>
        <p:txBody>
          <a:bodyPr vert="horz" lIns="0" tIns="45720" rIns="0" bIns="45720" rtlCol="0" anchor="b" anchorCtr="0">
            <a:noAutofit/>
          </a:bodyPr>
          <a:lstStyle>
            <a:lvl1pPr>
              <a:defRPr lang="en-US" sz="8798">
                <a:ea typeface="+mn-ea"/>
                <a:cs typeface="+mn-cs"/>
              </a:defRPr>
            </a:lvl1pPr>
          </a:lstStyle>
          <a:p>
            <a:pPr lvl="0"/>
            <a:r>
              <a:rPr lang="en-US"/>
              <a:t>Enter slide title here in 2 lines</a:t>
            </a:r>
          </a:p>
        </p:txBody>
      </p:sp>
      <p:sp>
        <p:nvSpPr>
          <p:cNvPr id="27" name="Text Placeholder 30">
            <a:extLst>
              <a:ext uri="{FF2B5EF4-FFF2-40B4-BE49-F238E27FC236}">
                <a16:creationId xmlns:a16="http://schemas.microsoft.com/office/drawing/2014/main" id="{6595053C-D752-1745-BB77-A09561D3B4D9}"/>
              </a:ext>
            </a:extLst>
          </p:cNvPr>
          <p:cNvSpPr>
            <a:spLocks noGrp="1"/>
          </p:cNvSpPr>
          <p:nvPr>
            <p:ph type="body" sz="quarter" idx="11" hasCustomPrompt="1"/>
          </p:nvPr>
        </p:nvSpPr>
        <p:spPr>
          <a:xfrm>
            <a:off x="1474788" y="7430081"/>
            <a:ext cx="6186401" cy="1502394"/>
          </a:xfrm>
        </p:spPr>
        <p:txBody>
          <a:bodyPr>
            <a:noAutofit/>
          </a:bodyPr>
          <a:lstStyle>
            <a:lvl1pPr marL="0" indent="0">
              <a:buFontTx/>
              <a:buNone/>
              <a:defRPr sz="3600">
                <a:solidFill>
                  <a:srgbClr val="5B696B"/>
                </a:solidFill>
              </a:defRPr>
            </a:lvl1pPr>
            <a:lvl2pPr marL="914218" indent="0">
              <a:buFontTx/>
              <a:buNone/>
              <a:defRPr sz="3600"/>
            </a:lvl2pPr>
            <a:lvl3pPr marL="1828434" indent="0">
              <a:buFontTx/>
              <a:buNone/>
              <a:defRPr sz="3600"/>
            </a:lvl3pPr>
            <a:lvl4pPr marL="2742652" indent="0">
              <a:buFontTx/>
              <a:buNone/>
              <a:defRPr sz="3600"/>
            </a:lvl4pPr>
            <a:lvl5pPr marL="3656868" indent="0">
              <a:buFontTx/>
              <a:buNone/>
              <a:defRPr sz="3600"/>
            </a:lvl5pPr>
          </a:lstStyle>
          <a:p>
            <a:pPr lvl="0"/>
            <a:r>
              <a:rPr lang="en-US"/>
              <a:t>Enter your subtitle here,</a:t>
            </a:r>
            <a:br>
              <a:rPr lang="en-US"/>
            </a:br>
            <a:r>
              <a:rPr lang="en-US"/>
              <a:t>no more than two lines.</a:t>
            </a:r>
          </a:p>
        </p:txBody>
      </p:sp>
      <p:sp>
        <p:nvSpPr>
          <p:cNvPr id="6" name="Text Placeholder 5">
            <a:extLst>
              <a:ext uri="{FF2B5EF4-FFF2-40B4-BE49-F238E27FC236}">
                <a16:creationId xmlns:a16="http://schemas.microsoft.com/office/drawing/2014/main" id="{951E50A6-4C34-1240-9BA3-75A67ED5F4C5}"/>
              </a:ext>
            </a:extLst>
          </p:cNvPr>
          <p:cNvSpPr>
            <a:spLocks noGrp="1"/>
          </p:cNvSpPr>
          <p:nvPr>
            <p:ph type="body" sz="quarter" idx="20" hasCustomPrompt="1"/>
          </p:nvPr>
        </p:nvSpPr>
        <p:spPr>
          <a:xfrm>
            <a:off x="8780920" y="3862375"/>
            <a:ext cx="1713293"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4" name="Text Placeholder 3">
            <a:extLst>
              <a:ext uri="{FF2B5EF4-FFF2-40B4-BE49-F238E27FC236}">
                <a16:creationId xmlns:a16="http://schemas.microsoft.com/office/drawing/2014/main" id="{FDDA4FDE-EFC5-2545-9D20-1F72ACCFEE41}"/>
              </a:ext>
            </a:extLst>
          </p:cNvPr>
          <p:cNvSpPr>
            <a:spLocks noGrp="1"/>
          </p:cNvSpPr>
          <p:nvPr>
            <p:ph type="body" sz="quarter" idx="12" hasCustomPrompt="1"/>
          </p:nvPr>
        </p:nvSpPr>
        <p:spPr>
          <a:xfrm>
            <a:off x="8771486" y="5218357"/>
            <a:ext cx="3117302"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24" name="Text Placeholder 5">
            <a:extLst>
              <a:ext uri="{FF2B5EF4-FFF2-40B4-BE49-F238E27FC236}">
                <a16:creationId xmlns:a16="http://schemas.microsoft.com/office/drawing/2014/main" id="{75A8E988-7757-6949-B4D9-1A21BC8DB176}"/>
              </a:ext>
            </a:extLst>
          </p:cNvPr>
          <p:cNvSpPr>
            <a:spLocks noGrp="1"/>
          </p:cNvSpPr>
          <p:nvPr>
            <p:ph type="body" sz="quarter" idx="21" hasCustomPrompt="1"/>
          </p:nvPr>
        </p:nvSpPr>
        <p:spPr>
          <a:xfrm>
            <a:off x="12384089" y="3862375"/>
            <a:ext cx="1713293"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28" name="Text Placeholder 3">
            <a:extLst>
              <a:ext uri="{FF2B5EF4-FFF2-40B4-BE49-F238E27FC236}">
                <a16:creationId xmlns:a16="http://schemas.microsoft.com/office/drawing/2014/main" id="{927AD6EC-8A53-2E45-94C5-2B94C423D850}"/>
              </a:ext>
            </a:extLst>
          </p:cNvPr>
          <p:cNvSpPr>
            <a:spLocks noGrp="1"/>
          </p:cNvSpPr>
          <p:nvPr>
            <p:ph type="body" sz="quarter" idx="14" hasCustomPrompt="1"/>
          </p:nvPr>
        </p:nvSpPr>
        <p:spPr>
          <a:xfrm>
            <a:off x="12414096" y="5218357"/>
            <a:ext cx="3117302"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26" name="Text Placeholder 5">
            <a:extLst>
              <a:ext uri="{FF2B5EF4-FFF2-40B4-BE49-F238E27FC236}">
                <a16:creationId xmlns:a16="http://schemas.microsoft.com/office/drawing/2014/main" id="{64DFD5F8-A3D0-664C-94D1-D576DA42BCCE}"/>
              </a:ext>
            </a:extLst>
          </p:cNvPr>
          <p:cNvSpPr>
            <a:spLocks noGrp="1"/>
          </p:cNvSpPr>
          <p:nvPr>
            <p:ph type="body" sz="quarter" idx="22" hasCustomPrompt="1"/>
          </p:nvPr>
        </p:nvSpPr>
        <p:spPr>
          <a:xfrm>
            <a:off x="16341045" y="3862375"/>
            <a:ext cx="1832655"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30" name="Text Placeholder 3">
            <a:extLst>
              <a:ext uri="{FF2B5EF4-FFF2-40B4-BE49-F238E27FC236}">
                <a16:creationId xmlns:a16="http://schemas.microsoft.com/office/drawing/2014/main" id="{F1CDD139-94AA-CB4F-8ED9-000727094CD9}"/>
              </a:ext>
            </a:extLst>
          </p:cNvPr>
          <p:cNvSpPr>
            <a:spLocks noGrp="1"/>
          </p:cNvSpPr>
          <p:nvPr>
            <p:ph type="body" sz="quarter" idx="16" hasCustomPrompt="1"/>
          </p:nvPr>
        </p:nvSpPr>
        <p:spPr>
          <a:xfrm>
            <a:off x="16353673" y="5218357"/>
            <a:ext cx="3117302"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34" name="Text Placeholder 5">
            <a:extLst>
              <a:ext uri="{FF2B5EF4-FFF2-40B4-BE49-F238E27FC236}">
                <a16:creationId xmlns:a16="http://schemas.microsoft.com/office/drawing/2014/main" id="{DF294109-5AAA-5F46-84E5-83269DED9181}"/>
              </a:ext>
            </a:extLst>
          </p:cNvPr>
          <p:cNvSpPr>
            <a:spLocks noGrp="1"/>
          </p:cNvSpPr>
          <p:nvPr>
            <p:ph type="body" sz="quarter" idx="23" hasCustomPrompt="1"/>
          </p:nvPr>
        </p:nvSpPr>
        <p:spPr>
          <a:xfrm>
            <a:off x="20270787" y="3862375"/>
            <a:ext cx="1832655"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32" name="Text Placeholder 3">
            <a:extLst>
              <a:ext uri="{FF2B5EF4-FFF2-40B4-BE49-F238E27FC236}">
                <a16:creationId xmlns:a16="http://schemas.microsoft.com/office/drawing/2014/main" id="{1EF996C7-BF41-BD40-B9FD-EAFF60BF4105}"/>
              </a:ext>
            </a:extLst>
          </p:cNvPr>
          <p:cNvSpPr>
            <a:spLocks noGrp="1"/>
          </p:cNvSpPr>
          <p:nvPr>
            <p:ph type="body" sz="quarter" idx="18" hasCustomPrompt="1"/>
          </p:nvPr>
        </p:nvSpPr>
        <p:spPr>
          <a:xfrm>
            <a:off x="20308238" y="5218357"/>
            <a:ext cx="3117302"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35" name="Text Placeholder 5">
            <a:extLst>
              <a:ext uri="{FF2B5EF4-FFF2-40B4-BE49-F238E27FC236}">
                <a16:creationId xmlns:a16="http://schemas.microsoft.com/office/drawing/2014/main" id="{E672886F-9B84-6D47-A941-4698D1B9B644}"/>
              </a:ext>
            </a:extLst>
          </p:cNvPr>
          <p:cNvSpPr>
            <a:spLocks noGrp="1"/>
          </p:cNvSpPr>
          <p:nvPr>
            <p:ph type="body" sz="quarter" idx="24" hasCustomPrompt="1"/>
          </p:nvPr>
        </p:nvSpPr>
        <p:spPr>
          <a:xfrm>
            <a:off x="8780919" y="7832273"/>
            <a:ext cx="1794706"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25" name="Text Placeholder 3">
            <a:extLst>
              <a:ext uri="{FF2B5EF4-FFF2-40B4-BE49-F238E27FC236}">
                <a16:creationId xmlns:a16="http://schemas.microsoft.com/office/drawing/2014/main" id="{7EA01AD8-7B02-DE4D-B535-D9C3E904FC1A}"/>
              </a:ext>
            </a:extLst>
          </p:cNvPr>
          <p:cNvSpPr>
            <a:spLocks noGrp="1"/>
          </p:cNvSpPr>
          <p:nvPr>
            <p:ph type="body" sz="quarter" idx="13" hasCustomPrompt="1"/>
          </p:nvPr>
        </p:nvSpPr>
        <p:spPr>
          <a:xfrm>
            <a:off x="8771486" y="9170273"/>
            <a:ext cx="3117302"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36" name="Text Placeholder 5">
            <a:extLst>
              <a:ext uri="{FF2B5EF4-FFF2-40B4-BE49-F238E27FC236}">
                <a16:creationId xmlns:a16="http://schemas.microsoft.com/office/drawing/2014/main" id="{BDC852F3-7389-FB4C-BB25-546FACFAE1A5}"/>
              </a:ext>
            </a:extLst>
          </p:cNvPr>
          <p:cNvSpPr>
            <a:spLocks noGrp="1"/>
          </p:cNvSpPr>
          <p:nvPr>
            <p:ph type="body" sz="quarter" idx="25" hasCustomPrompt="1"/>
          </p:nvPr>
        </p:nvSpPr>
        <p:spPr>
          <a:xfrm>
            <a:off x="12384088" y="7832273"/>
            <a:ext cx="1794706"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29" name="Text Placeholder 3">
            <a:extLst>
              <a:ext uri="{FF2B5EF4-FFF2-40B4-BE49-F238E27FC236}">
                <a16:creationId xmlns:a16="http://schemas.microsoft.com/office/drawing/2014/main" id="{84DB555F-F80F-EC4F-B46A-CE3440A9A3F5}"/>
              </a:ext>
            </a:extLst>
          </p:cNvPr>
          <p:cNvSpPr>
            <a:spLocks noGrp="1"/>
          </p:cNvSpPr>
          <p:nvPr>
            <p:ph type="body" sz="quarter" idx="15" hasCustomPrompt="1"/>
          </p:nvPr>
        </p:nvSpPr>
        <p:spPr>
          <a:xfrm>
            <a:off x="12414096" y="9170273"/>
            <a:ext cx="3094191"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37" name="Text Placeholder 5">
            <a:extLst>
              <a:ext uri="{FF2B5EF4-FFF2-40B4-BE49-F238E27FC236}">
                <a16:creationId xmlns:a16="http://schemas.microsoft.com/office/drawing/2014/main" id="{16CFBB50-1103-B54C-9488-0E1A0FE3F67A}"/>
              </a:ext>
            </a:extLst>
          </p:cNvPr>
          <p:cNvSpPr>
            <a:spLocks noGrp="1"/>
          </p:cNvSpPr>
          <p:nvPr>
            <p:ph type="body" sz="quarter" idx="26" hasCustomPrompt="1"/>
          </p:nvPr>
        </p:nvSpPr>
        <p:spPr>
          <a:xfrm>
            <a:off x="16341045" y="7832273"/>
            <a:ext cx="1919742"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31" name="Text Placeholder 3">
            <a:extLst>
              <a:ext uri="{FF2B5EF4-FFF2-40B4-BE49-F238E27FC236}">
                <a16:creationId xmlns:a16="http://schemas.microsoft.com/office/drawing/2014/main" id="{9D92CEA0-FD5F-8748-A1E3-880335AB1523}"/>
              </a:ext>
            </a:extLst>
          </p:cNvPr>
          <p:cNvSpPr>
            <a:spLocks noGrp="1"/>
          </p:cNvSpPr>
          <p:nvPr>
            <p:ph type="body" sz="quarter" idx="17" hasCustomPrompt="1"/>
          </p:nvPr>
        </p:nvSpPr>
        <p:spPr>
          <a:xfrm>
            <a:off x="16353676" y="9170273"/>
            <a:ext cx="3171695"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38" name="Text Placeholder 5">
            <a:extLst>
              <a:ext uri="{FF2B5EF4-FFF2-40B4-BE49-F238E27FC236}">
                <a16:creationId xmlns:a16="http://schemas.microsoft.com/office/drawing/2014/main" id="{6DBB723D-6DB6-5746-AC88-B33A6DBECFE3}"/>
              </a:ext>
            </a:extLst>
          </p:cNvPr>
          <p:cNvSpPr>
            <a:spLocks noGrp="1"/>
          </p:cNvSpPr>
          <p:nvPr>
            <p:ph type="body" sz="quarter" idx="27" hasCustomPrompt="1"/>
          </p:nvPr>
        </p:nvSpPr>
        <p:spPr>
          <a:xfrm>
            <a:off x="20270787" y="7832273"/>
            <a:ext cx="1919742" cy="1264798"/>
          </a:xfrm>
          <a:noFill/>
        </p:spPr>
        <p:txBody>
          <a:bodyPr wrap="square" lIns="0" tIns="0" rIns="0" bIns="0" rtlCol="0">
            <a:noAutofit/>
          </a:bodyPr>
          <a:lstStyle>
            <a:lvl1pPr>
              <a:defRPr lang="en-US" sz="8798" b="0" i="0" dirty="0">
                <a:solidFill>
                  <a:schemeClr val="accent2"/>
                </a:solidFill>
              </a:defRPr>
            </a:lvl1pPr>
          </a:lstStyle>
          <a:p>
            <a:pPr lvl="0" defTabSz="1828526"/>
            <a:r>
              <a:rPr lang="en-US"/>
              <a:t>#</a:t>
            </a:r>
          </a:p>
        </p:txBody>
      </p:sp>
      <p:sp>
        <p:nvSpPr>
          <p:cNvPr id="33" name="Text Placeholder 3">
            <a:extLst>
              <a:ext uri="{FF2B5EF4-FFF2-40B4-BE49-F238E27FC236}">
                <a16:creationId xmlns:a16="http://schemas.microsoft.com/office/drawing/2014/main" id="{11E749A5-1927-1E42-B89A-0FE620E3E052}"/>
              </a:ext>
            </a:extLst>
          </p:cNvPr>
          <p:cNvSpPr>
            <a:spLocks noGrp="1"/>
          </p:cNvSpPr>
          <p:nvPr>
            <p:ph type="body" sz="quarter" idx="19" hasCustomPrompt="1"/>
          </p:nvPr>
        </p:nvSpPr>
        <p:spPr>
          <a:xfrm>
            <a:off x="20308239" y="9170273"/>
            <a:ext cx="3128881" cy="1593850"/>
          </a:xfrm>
        </p:spPr>
        <p:txBody>
          <a:bodyPr>
            <a:noAutofit/>
          </a:bodyPr>
          <a:lstStyle>
            <a:lvl1pPr marL="0" indent="0" algn="l">
              <a:buNone/>
              <a:defRPr sz="3600">
                <a:solidFill>
                  <a:schemeClr val="accent6"/>
                </a:solidFill>
              </a:defRPr>
            </a:lvl1pPr>
            <a:lvl2pPr marL="914218" indent="0" algn="l">
              <a:buNone/>
              <a:defRPr sz="2600"/>
            </a:lvl2pPr>
            <a:lvl3pPr marL="1828434" indent="0" algn="l">
              <a:buNone/>
              <a:defRPr sz="2600"/>
            </a:lvl3pPr>
            <a:lvl4pPr marL="2742652" indent="0" algn="l">
              <a:buNone/>
              <a:defRPr sz="2600"/>
            </a:lvl4pPr>
            <a:lvl5pPr marL="3656868" indent="0" algn="l">
              <a:buNone/>
              <a:defRPr sz="2600"/>
            </a:lvl5pPr>
          </a:lstStyle>
          <a:p>
            <a:pPr lvl="0"/>
            <a:r>
              <a:rPr lang="en-US"/>
              <a:t>Enter section details here</a:t>
            </a:r>
          </a:p>
        </p:txBody>
      </p:sp>
      <p:sp>
        <p:nvSpPr>
          <p:cNvPr id="39" name="Folded Corner 38">
            <a:extLst>
              <a:ext uri="{FF2B5EF4-FFF2-40B4-BE49-F238E27FC236}">
                <a16:creationId xmlns:a16="http://schemas.microsoft.com/office/drawing/2014/main" id="{D0AFAB09-EAEA-164B-A952-FB4769F65C71}"/>
              </a:ext>
              <a:ext uri="{C183D7F6-B498-43B3-948B-1728B52AA6E4}">
                <adec:decorative xmlns:adec="http://schemas.microsoft.com/office/drawing/2017/decorative" val="1"/>
              </a:ext>
            </a:extLst>
          </p:cNvPr>
          <p:cNvSpPr/>
          <p:nvPr/>
        </p:nvSpPr>
        <p:spPr>
          <a:xfrm>
            <a:off x="1" y="-2051223"/>
            <a:ext cx="7512908" cy="1365422"/>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a:t>
            </a:r>
            <a:r>
              <a:rPr lang="en-US" sz="2400">
                <a:solidFill>
                  <a:schemeClr val="tx1"/>
                </a:solidFill>
                <a:latin typeface="Source Sans Pro" charset="0"/>
                <a:ea typeface="Source Sans Pro" charset="0"/>
                <a:cs typeface="Source Sans Pro" charset="0"/>
              </a:rPr>
              <a:t>Used to highlight a key point with descriptor and 8 topics.</a:t>
            </a: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375179442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titles bullet lis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03A7E-5BE6-9048-8CFD-802C9CCDF5D1}"/>
              </a:ext>
            </a:extLst>
          </p:cNvPr>
          <p:cNvSpPr>
            <a:spLocks noGrp="1"/>
          </p:cNvSpPr>
          <p:nvPr>
            <p:ph type="title" hasCustomPrompt="1"/>
          </p:nvPr>
        </p:nvSpPr>
        <p:spPr>
          <a:xfrm>
            <a:off x="1525587" y="4382266"/>
            <a:ext cx="8740418" cy="2769732"/>
          </a:xfrm>
          <a:noFill/>
        </p:spPr>
        <p:txBody>
          <a:bodyPr vert="horz" lIns="0" tIns="45720" rIns="0" bIns="45720" rtlCol="0" anchor="b" anchorCtr="0">
            <a:noAutofit/>
          </a:bodyPr>
          <a:lstStyle>
            <a:lvl1pPr>
              <a:lnSpc>
                <a:spcPts val="9598"/>
              </a:lnSpc>
              <a:defRPr lang="en-US" sz="9598">
                <a:ea typeface="+mn-ea"/>
                <a:cs typeface="+mn-cs"/>
              </a:defRPr>
            </a:lvl1pPr>
          </a:lstStyle>
          <a:p>
            <a:pPr lvl="0"/>
            <a:r>
              <a:rPr lang="en-US"/>
              <a:t>Enter slide title here in 2 lines</a:t>
            </a:r>
          </a:p>
        </p:txBody>
      </p:sp>
      <p:sp>
        <p:nvSpPr>
          <p:cNvPr id="44" name="Text Placeholder 30">
            <a:extLst>
              <a:ext uri="{FF2B5EF4-FFF2-40B4-BE49-F238E27FC236}">
                <a16:creationId xmlns:a16="http://schemas.microsoft.com/office/drawing/2014/main" id="{AD4B72B0-C721-884E-AFF1-C939116BF961}"/>
              </a:ext>
            </a:extLst>
          </p:cNvPr>
          <p:cNvSpPr>
            <a:spLocks noGrp="1"/>
          </p:cNvSpPr>
          <p:nvPr>
            <p:ph type="body" sz="quarter" idx="12" hasCustomPrompt="1"/>
          </p:nvPr>
        </p:nvSpPr>
        <p:spPr>
          <a:xfrm>
            <a:off x="1576384" y="7358578"/>
            <a:ext cx="8679724" cy="3233224"/>
          </a:xfrm>
        </p:spPr>
        <p:txBody>
          <a:bodyPr>
            <a:noAutofit/>
          </a:bodyPr>
          <a:lstStyle>
            <a:lvl1pPr marL="0" indent="0">
              <a:buFontTx/>
              <a:buNone/>
              <a:defRPr sz="5398">
                <a:solidFill>
                  <a:srgbClr val="5B696B"/>
                </a:solidFill>
              </a:defRPr>
            </a:lvl1pPr>
            <a:lvl2pPr marL="914218" indent="0">
              <a:buFontTx/>
              <a:buNone/>
              <a:defRPr sz="3600"/>
            </a:lvl2pPr>
            <a:lvl3pPr marL="1828434" indent="0">
              <a:buFontTx/>
              <a:buNone/>
              <a:defRPr sz="3600"/>
            </a:lvl3pPr>
            <a:lvl4pPr marL="2742652" indent="0">
              <a:buFontTx/>
              <a:buNone/>
              <a:defRPr sz="3600"/>
            </a:lvl4pPr>
            <a:lvl5pPr marL="3656868" indent="0">
              <a:buFontTx/>
              <a:buNone/>
              <a:defRPr sz="3600"/>
            </a:lvl5pPr>
          </a:lstStyle>
          <a:p>
            <a:pPr lvl="0"/>
            <a:r>
              <a:rPr lang="en-US"/>
              <a:t>Enter your subtitle here,</a:t>
            </a:r>
            <a:br>
              <a:rPr lang="en-US"/>
            </a:br>
            <a:r>
              <a:rPr lang="en-US"/>
              <a:t>no more than two lines.</a:t>
            </a:r>
          </a:p>
        </p:txBody>
      </p:sp>
      <p:sp>
        <p:nvSpPr>
          <p:cNvPr id="39" name="Rectangle 38">
            <a:extLst>
              <a:ext uri="{FF2B5EF4-FFF2-40B4-BE49-F238E27FC236}">
                <a16:creationId xmlns:a16="http://schemas.microsoft.com/office/drawing/2014/main" id="{4F3865DF-4F6A-C047-B00D-CF49AE21965C}"/>
              </a:ext>
              <a:ext uri="{C183D7F6-B498-43B3-948B-1728B52AA6E4}">
                <adec:decorative xmlns:adec="http://schemas.microsoft.com/office/drawing/2017/decorative" val="1"/>
              </a:ext>
            </a:extLst>
          </p:cNvPr>
          <p:cNvSpPr/>
          <p:nvPr/>
        </p:nvSpPr>
        <p:spPr>
          <a:xfrm>
            <a:off x="12193589" y="0"/>
            <a:ext cx="12193585" cy="13716000"/>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Text Placeholder 2">
            <a:extLst>
              <a:ext uri="{FF2B5EF4-FFF2-40B4-BE49-F238E27FC236}">
                <a16:creationId xmlns:a16="http://schemas.microsoft.com/office/drawing/2014/main" id="{4BEC7120-DA14-404C-9799-B9C7FA7EEA83}"/>
              </a:ext>
            </a:extLst>
          </p:cNvPr>
          <p:cNvSpPr>
            <a:spLocks noGrp="1"/>
          </p:cNvSpPr>
          <p:nvPr>
            <p:ph type="body" sz="quarter" idx="10" hasCustomPrompt="1"/>
          </p:nvPr>
        </p:nvSpPr>
        <p:spPr>
          <a:xfrm>
            <a:off x="13504237" y="4382266"/>
            <a:ext cx="7665704" cy="6895336"/>
          </a:xfrm>
        </p:spPr>
        <p:txBody>
          <a:bodyPr>
            <a:normAutofit/>
          </a:bodyPr>
          <a:lstStyle>
            <a:lvl1pPr marL="685662" indent="-685662">
              <a:buClr>
                <a:schemeClr val="bg2"/>
              </a:buClr>
              <a:buFont typeface="Arial" panose="020B0604020202020204" pitchFamily="34" charset="0"/>
              <a:buChar char="•"/>
              <a:defRPr sz="4800">
                <a:solidFill>
                  <a:schemeClr val="tx1"/>
                </a:solidFill>
              </a:defRPr>
            </a:lvl1pPr>
            <a:lvl3pPr marL="2399820" indent="-571386">
              <a:buClr>
                <a:schemeClr val="bg2"/>
              </a:buClr>
              <a:buFont typeface="Arial" panose="020B0604020202020204" pitchFamily="34" charset="0"/>
              <a:buChar char="•"/>
              <a:defRPr sz="4800">
                <a:solidFill>
                  <a:schemeClr val="tx1"/>
                </a:solidFill>
              </a:defRPr>
            </a:lvl3pPr>
            <a:lvl4pPr marL="3314038" indent="-571386">
              <a:buClr>
                <a:schemeClr val="bg2"/>
              </a:buClr>
              <a:buFont typeface="Arial" panose="020B0604020202020204" pitchFamily="34" charset="0"/>
              <a:buChar char="•"/>
              <a:defRPr sz="4800">
                <a:solidFill>
                  <a:schemeClr val="tx1"/>
                </a:solidFill>
              </a:defRPr>
            </a:lvl4pPr>
            <a:lvl5pPr marL="4228254" indent="-571386">
              <a:buClr>
                <a:schemeClr val="bg2"/>
              </a:buClr>
              <a:buFont typeface="Arial" panose="020B0604020202020204" pitchFamily="34" charset="0"/>
              <a:buChar char="•"/>
              <a:defRPr sz="4800">
                <a:solidFill>
                  <a:schemeClr val="tx1"/>
                </a:solidFill>
              </a:defRPr>
            </a:lvl5pPr>
          </a:lstStyle>
          <a:p>
            <a:pPr lvl="0"/>
            <a:r>
              <a:rPr lang="en-US"/>
              <a:t>Enter your list here</a:t>
            </a:r>
          </a:p>
          <a:p>
            <a:pPr lvl="0"/>
            <a:r>
              <a:rPr lang="en-US"/>
              <a:t>Second level</a:t>
            </a:r>
          </a:p>
          <a:p>
            <a:pPr lvl="2"/>
            <a:r>
              <a:rPr lang="en-US"/>
              <a:t>Third level</a:t>
            </a:r>
          </a:p>
          <a:p>
            <a:pPr lvl="3"/>
            <a:r>
              <a:rPr lang="en-US"/>
              <a:t>Fourth level</a:t>
            </a:r>
          </a:p>
          <a:p>
            <a:pPr lvl="4"/>
            <a:r>
              <a:rPr lang="en-US"/>
              <a:t>Fifth level</a:t>
            </a:r>
          </a:p>
        </p:txBody>
      </p:sp>
      <p:sp>
        <p:nvSpPr>
          <p:cNvPr id="6" name="Folded Corner 5">
            <a:extLst>
              <a:ext uri="{FF2B5EF4-FFF2-40B4-BE49-F238E27FC236}">
                <a16:creationId xmlns:a16="http://schemas.microsoft.com/office/drawing/2014/main" id="{CDDEBF8C-F471-414D-A751-30D4DB5A8FA4}"/>
              </a:ext>
              <a:ext uri="{C183D7F6-B498-43B3-948B-1728B52AA6E4}">
                <adec:decorative xmlns:adec="http://schemas.microsoft.com/office/drawing/2017/decorative" val="1"/>
              </a:ext>
            </a:extLst>
          </p:cNvPr>
          <p:cNvSpPr/>
          <p:nvPr/>
        </p:nvSpPr>
        <p:spPr>
          <a:xfrm>
            <a:off x="1" y="-2051223"/>
            <a:ext cx="7512908" cy="1365422"/>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a:t>
            </a:r>
            <a:r>
              <a:rPr lang="en-US" sz="2400">
                <a:solidFill>
                  <a:schemeClr val="tx1"/>
                </a:solidFill>
                <a:latin typeface="Source Sans Pro" charset="0"/>
                <a:ea typeface="Source Sans Pro" charset="0"/>
                <a:cs typeface="Source Sans Pro" charset="0"/>
              </a:rPr>
              <a:t>Used to highlight a key point with descriptor and a supporting text box module on right.</a:t>
            </a: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spTree>
    <p:extLst>
      <p:ext uri="{BB962C8B-B14F-4D97-AF65-F5344CB8AC3E}">
        <p14:creationId xmlns:p14="http://schemas.microsoft.com/office/powerpoint/2010/main" val="26481395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big number descriptor">
    <p:bg>
      <p:bgPr>
        <a:solidFill>
          <a:srgbClr val="FEFAF5"/>
        </a:solidFill>
        <a:effectLst/>
      </p:bgPr>
    </p:bg>
    <p:spTree>
      <p:nvGrpSpPr>
        <p:cNvPr id="1" name=""/>
        <p:cNvGrpSpPr/>
        <p:nvPr/>
      </p:nvGrpSpPr>
      <p:grpSpPr>
        <a:xfrm>
          <a:off x="0" y="0"/>
          <a:ext cx="0" cy="0"/>
          <a:chOff x="0" y="0"/>
          <a:chExt cx="0" cy="0"/>
        </a:xfrm>
      </p:grpSpPr>
      <p:sp>
        <p:nvSpPr>
          <p:cNvPr id="11" name="Oval 10">
            <a:extLst>
              <a:ext uri="{FF2B5EF4-FFF2-40B4-BE49-F238E27FC236}">
                <a16:creationId xmlns:a16="http://schemas.microsoft.com/office/drawing/2014/main" id="{FBFCFA93-363D-7742-9DD9-396B7E9A34D1}"/>
              </a:ext>
              <a:ext uri="{C183D7F6-B498-43B3-948B-1728B52AA6E4}">
                <adec:decorative xmlns:adec="http://schemas.microsoft.com/office/drawing/2017/decorative" val="1"/>
              </a:ext>
            </a:extLst>
          </p:cNvPr>
          <p:cNvSpPr/>
          <p:nvPr/>
        </p:nvSpPr>
        <p:spPr>
          <a:xfrm>
            <a:off x="-4677092" y="-1902344"/>
            <a:ext cx="17520687" cy="17520688"/>
          </a:xfrm>
          <a:prstGeom prst="ellipse">
            <a:avLst/>
          </a:prstGeom>
          <a:solidFill>
            <a:srgbClr val="E9E5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F40380F-E309-1E4E-BE4C-5861417A94C0}"/>
              </a:ext>
            </a:extLst>
          </p:cNvPr>
          <p:cNvSpPr>
            <a:spLocks noGrp="1"/>
          </p:cNvSpPr>
          <p:nvPr>
            <p:ph type="title" hasCustomPrompt="1"/>
          </p:nvPr>
        </p:nvSpPr>
        <p:spPr>
          <a:xfrm>
            <a:off x="1464422" y="3781176"/>
            <a:ext cx="8593981" cy="3763608"/>
          </a:xfrm>
          <a:noFill/>
        </p:spPr>
        <p:txBody>
          <a:bodyPr vert="horz" lIns="0" tIns="45720" rIns="0" bIns="45720" rtlCol="0" anchor="b" anchorCtr="0">
            <a:noAutofit/>
          </a:bodyPr>
          <a:lstStyle>
            <a:lvl1pPr>
              <a:defRPr lang="en-US" sz="27794" b="0" i="0">
                <a:solidFill>
                  <a:schemeClr val="bg2"/>
                </a:solidFill>
                <a:ea typeface="+mn-ea"/>
                <a:cs typeface="+mn-cs"/>
              </a:defRPr>
            </a:lvl1pPr>
          </a:lstStyle>
          <a:p>
            <a:pPr marL="0" lvl="0" indent="0">
              <a:spcBef>
                <a:spcPts val="2000"/>
              </a:spcBef>
              <a:buFont typeface="Arial" panose="020B0604020202020204" pitchFamily="34" charset="0"/>
            </a:pPr>
            <a:r>
              <a:rPr lang="en-US"/>
              <a:t>##M+</a:t>
            </a:r>
          </a:p>
        </p:txBody>
      </p:sp>
      <p:sp>
        <p:nvSpPr>
          <p:cNvPr id="16" name="Text Placeholder 2">
            <a:extLst>
              <a:ext uri="{FF2B5EF4-FFF2-40B4-BE49-F238E27FC236}">
                <a16:creationId xmlns:a16="http://schemas.microsoft.com/office/drawing/2014/main" id="{06BE4672-B180-CF4F-9153-F4E02DA2C6AD}"/>
              </a:ext>
            </a:extLst>
          </p:cNvPr>
          <p:cNvSpPr>
            <a:spLocks noGrp="1"/>
          </p:cNvSpPr>
          <p:nvPr>
            <p:ph type="body" sz="quarter" idx="12" hasCustomPrompt="1"/>
          </p:nvPr>
        </p:nvSpPr>
        <p:spPr>
          <a:xfrm>
            <a:off x="1519920" y="7755112"/>
            <a:ext cx="8542644" cy="2143568"/>
          </a:xfrm>
        </p:spPr>
        <p:txBody>
          <a:bodyPr>
            <a:noAutofit/>
          </a:bodyPr>
          <a:lstStyle>
            <a:lvl1pPr marL="0" indent="0">
              <a:buNone/>
              <a:defRPr sz="5398">
                <a:solidFill>
                  <a:schemeClr val="accent6"/>
                </a:solidFill>
              </a:defRPr>
            </a:lvl1pPr>
            <a:lvl2pPr marL="914218" indent="0">
              <a:buNone/>
              <a:defRPr sz="5398">
                <a:solidFill>
                  <a:schemeClr val="accent6"/>
                </a:solidFill>
              </a:defRPr>
            </a:lvl2pPr>
            <a:lvl3pPr marL="1828434" indent="0">
              <a:buNone/>
              <a:defRPr sz="5398">
                <a:solidFill>
                  <a:schemeClr val="accent6"/>
                </a:solidFill>
              </a:defRPr>
            </a:lvl3pPr>
            <a:lvl4pPr marL="2742652" indent="0">
              <a:buNone/>
              <a:defRPr sz="5398">
                <a:solidFill>
                  <a:schemeClr val="accent6"/>
                </a:solidFill>
              </a:defRPr>
            </a:lvl4pPr>
            <a:lvl5pPr marL="3656868" indent="0">
              <a:buNone/>
              <a:defRPr sz="5398">
                <a:solidFill>
                  <a:schemeClr val="accent6"/>
                </a:solidFill>
              </a:defRPr>
            </a:lvl5pPr>
          </a:lstStyle>
          <a:p>
            <a:pPr lvl="0"/>
            <a:r>
              <a:rPr lang="en-US"/>
              <a:t>Enter subtitle of label here</a:t>
            </a:r>
          </a:p>
        </p:txBody>
      </p:sp>
      <p:sp>
        <p:nvSpPr>
          <p:cNvPr id="4" name="Text Placeholder 3">
            <a:extLst>
              <a:ext uri="{FF2B5EF4-FFF2-40B4-BE49-F238E27FC236}">
                <a16:creationId xmlns:a16="http://schemas.microsoft.com/office/drawing/2014/main" id="{0987824F-A981-C846-A16C-EDA4212F9538}"/>
              </a:ext>
            </a:extLst>
          </p:cNvPr>
          <p:cNvSpPr>
            <a:spLocks noGrp="1"/>
          </p:cNvSpPr>
          <p:nvPr>
            <p:ph type="body" sz="quarter" idx="13" hasCustomPrompt="1"/>
          </p:nvPr>
        </p:nvSpPr>
        <p:spPr>
          <a:xfrm>
            <a:off x="14267281" y="4533900"/>
            <a:ext cx="7656513" cy="4648200"/>
          </a:xfrm>
        </p:spPr>
        <p:txBody>
          <a:bodyPr>
            <a:normAutofit/>
          </a:bodyPr>
          <a:lstStyle>
            <a:lvl1pPr>
              <a:defRPr sz="4800">
                <a:solidFill>
                  <a:schemeClr val="tx1"/>
                </a:solidFill>
              </a:defRPr>
            </a:lvl1pPr>
          </a:lstStyle>
          <a:p>
            <a:pPr lvl="0"/>
            <a:r>
              <a:rPr lang="en-US"/>
              <a:t>Lorem ipsum dolor sit </a:t>
            </a:r>
            <a:r>
              <a:rPr lang="en-US" err="1"/>
              <a:t>amet</a:t>
            </a:r>
            <a:r>
              <a:rPr lang="en-US"/>
              <a:t> </a:t>
            </a:r>
            <a:r>
              <a:rPr lang="en-US" err="1"/>
              <a:t>amet</a:t>
            </a:r>
            <a:r>
              <a:rPr lang="en-US"/>
              <a:t> </a:t>
            </a:r>
            <a:r>
              <a:rPr lang="en-US" err="1"/>
              <a:t>possimus</a:t>
            </a:r>
            <a:r>
              <a:rPr lang="en-US"/>
              <a:t> </a:t>
            </a:r>
            <a:r>
              <a:rPr lang="en-US" err="1"/>
              <a:t>fuga</a:t>
            </a:r>
            <a:r>
              <a:rPr lang="en-US"/>
              <a:t> </a:t>
            </a:r>
            <a:r>
              <a:rPr lang="en-US" err="1"/>
              <a:t>illo</a:t>
            </a:r>
            <a:r>
              <a:rPr lang="en-US"/>
              <a:t> non. </a:t>
            </a:r>
            <a:r>
              <a:rPr lang="en-US" err="1"/>
              <a:t>aut</a:t>
            </a:r>
            <a:r>
              <a:rPr lang="en-US"/>
              <a:t> id </a:t>
            </a:r>
            <a:r>
              <a:rPr lang="en-US" err="1"/>
              <a:t>unum</a:t>
            </a:r>
            <a:r>
              <a:rPr lang="en-US"/>
              <a:t> </a:t>
            </a:r>
            <a:r>
              <a:rPr lang="en-US" err="1"/>
              <a:t>enim</a:t>
            </a:r>
            <a:r>
              <a:rPr lang="en-US"/>
              <a:t> </a:t>
            </a:r>
            <a:r>
              <a:rPr lang="en-US" err="1"/>
              <a:t>quibusdam</a:t>
            </a:r>
            <a:r>
              <a:rPr lang="en-US"/>
              <a:t>. </a:t>
            </a:r>
            <a:r>
              <a:rPr lang="en-US" err="1"/>
              <a:t>voluptatem</a:t>
            </a:r>
            <a:r>
              <a:rPr lang="en-US"/>
              <a:t> </a:t>
            </a:r>
            <a:r>
              <a:rPr lang="en-US" err="1"/>
              <a:t>eaque</a:t>
            </a:r>
            <a:r>
              <a:rPr lang="en-US"/>
              <a:t> qui </a:t>
            </a:r>
            <a:r>
              <a:rPr lang="en-US" err="1"/>
              <a:t>pariatur</a:t>
            </a:r>
            <a:r>
              <a:rPr lang="en-US"/>
              <a:t> </a:t>
            </a:r>
            <a:r>
              <a:rPr lang="en-US" err="1"/>
              <a:t>officii</a:t>
            </a:r>
            <a:r>
              <a:rPr lang="en-US"/>
              <a:t>. quod Duis </a:t>
            </a:r>
            <a:r>
              <a:rPr lang="en-US" err="1"/>
              <a:t>Excepteur</a:t>
            </a:r>
            <a:r>
              <a:rPr lang="en-US"/>
              <a:t>, </a:t>
            </a:r>
            <a:r>
              <a:rPr lang="en-US" err="1"/>
              <a:t>tenetur</a:t>
            </a:r>
            <a:r>
              <a:rPr lang="en-US"/>
              <a:t> animi. et </a:t>
            </a:r>
            <a:r>
              <a:rPr lang="en-US" err="1"/>
              <a:t>laboris</a:t>
            </a:r>
            <a:r>
              <a:rPr lang="en-US"/>
              <a:t> </a:t>
            </a:r>
            <a:r>
              <a:rPr lang="en-US" err="1"/>
              <a:t>aut</a:t>
            </a:r>
            <a:r>
              <a:rPr lang="en-US"/>
              <a:t> </a:t>
            </a:r>
            <a:r>
              <a:rPr lang="en-US" err="1"/>
              <a:t>aspexerat</a:t>
            </a:r>
            <a:r>
              <a:rPr lang="en-US"/>
              <a:t> </a:t>
            </a:r>
            <a:r>
              <a:rPr lang="en-US" err="1"/>
              <a:t>fugiat</a:t>
            </a:r>
            <a:r>
              <a:rPr lang="en-US"/>
              <a:t>. </a:t>
            </a:r>
            <a:r>
              <a:rPr lang="en-US" err="1"/>
              <a:t>ipsa</a:t>
            </a:r>
            <a:r>
              <a:rPr lang="en-US"/>
              <a:t> </a:t>
            </a:r>
            <a:r>
              <a:rPr lang="en-US" err="1"/>
              <a:t>amet</a:t>
            </a:r>
            <a:endParaRPr lang="en-US"/>
          </a:p>
        </p:txBody>
      </p:sp>
      <p:sp>
        <p:nvSpPr>
          <p:cNvPr id="7" name="Folded Corner 6">
            <a:extLst>
              <a:ext uri="{FF2B5EF4-FFF2-40B4-BE49-F238E27FC236}">
                <a16:creationId xmlns:a16="http://schemas.microsoft.com/office/drawing/2014/main" id="{C118A5E8-CA41-CC46-B410-EE39EBC62EA5}"/>
              </a:ext>
              <a:ext uri="{C183D7F6-B498-43B3-948B-1728B52AA6E4}">
                <adec:decorative xmlns:adec="http://schemas.microsoft.com/office/drawing/2017/decorative" val="1"/>
              </a:ext>
            </a:extLst>
          </p:cNvPr>
          <p:cNvSpPr/>
          <p:nvPr/>
        </p:nvSpPr>
        <p:spPr>
          <a:xfrm>
            <a:off x="1" y="-2362200"/>
            <a:ext cx="14631987" cy="21336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one big statistic with the ability to add subtext for this statistic on the right. </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a:t>
            </a:r>
            <a:r>
              <a:rPr kumimoji="0" lang="en-US" sz="2400" b="0" i="0" u="none" strike="noStrike" kern="1200" cap="none" spc="0" normalizeH="0" baseline="0" noProof="0">
                <a:ln>
                  <a:noFill/>
                </a:ln>
                <a:solidFill>
                  <a:srgbClr val="000000"/>
                </a:solidFill>
                <a:effectLst/>
                <a:uLnTx/>
                <a:uFillTx/>
                <a:latin typeface="Source Sans Pro" panose="020B0503030403020204" pitchFamily="34" charset="77"/>
                <a:ea typeface="Source Sans Pro" charset="0"/>
                <a:cs typeface="Arial" panose="020B0604020202020204" pitchFamily="34" charset="0"/>
              </a:rPr>
              <a:t>This layout uses dramatic type size to call attention to the most important information on the slide. Use this layout sparingly, or for impact during  the most important moment in your presentation </a:t>
            </a:r>
          </a:p>
        </p:txBody>
      </p:sp>
    </p:spTree>
    <p:extLst>
      <p:ext uri="{BB962C8B-B14F-4D97-AF65-F5344CB8AC3E}">
        <p14:creationId xmlns:p14="http://schemas.microsoft.com/office/powerpoint/2010/main" val="916770126"/>
      </p:ext>
    </p:extLst>
  </p:cSld>
  <p:clrMapOvr>
    <a:overrideClrMapping bg1="lt1" tx1="dk1" bg2="lt2" tx2="dk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big number descriptor 2">
    <p:bg>
      <p:bgPr>
        <a:solidFill>
          <a:srgbClr val="FEFAF5"/>
        </a:solidFill>
        <a:effectLst/>
      </p:bgPr>
    </p:bg>
    <p:spTree>
      <p:nvGrpSpPr>
        <p:cNvPr id="1" name=""/>
        <p:cNvGrpSpPr/>
        <p:nvPr/>
      </p:nvGrpSpPr>
      <p:grpSpPr>
        <a:xfrm>
          <a:off x="0" y="0"/>
          <a:ext cx="0" cy="0"/>
          <a:chOff x="0" y="0"/>
          <a:chExt cx="0" cy="0"/>
        </a:xfrm>
      </p:grpSpPr>
      <p:sp>
        <p:nvSpPr>
          <p:cNvPr id="11" name="Oval 10">
            <a:extLst>
              <a:ext uri="{FF2B5EF4-FFF2-40B4-BE49-F238E27FC236}">
                <a16:creationId xmlns:a16="http://schemas.microsoft.com/office/drawing/2014/main" id="{FBFCFA93-363D-7742-9DD9-396B7E9A34D1}"/>
              </a:ext>
              <a:ext uri="{C183D7F6-B498-43B3-948B-1728B52AA6E4}">
                <adec:decorative xmlns:adec="http://schemas.microsoft.com/office/drawing/2017/decorative" val="1"/>
              </a:ext>
            </a:extLst>
          </p:cNvPr>
          <p:cNvSpPr/>
          <p:nvPr/>
        </p:nvSpPr>
        <p:spPr>
          <a:xfrm>
            <a:off x="-4677092" y="-1902344"/>
            <a:ext cx="17520687" cy="1752068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F40380F-E309-1E4E-BE4C-5861417A94C0}"/>
              </a:ext>
            </a:extLst>
          </p:cNvPr>
          <p:cNvSpPr>
            <a:spLocks noGrp="1"/>
          </p:cNvSpPr>
          <p:nvPr>
            <p:ph type="title" hasCustomPrompt="1"/>
          </p:nvPr>
        </p:nvSpPr>
        <p:spPr>
          <a:xfrm>
            <a:off x="1464422" y="3781176"/>
            <a:ext cx="8593981" cy="3763608"/>
          </a:xfrm>
          <a:noFill/>
        </p:spPr>
        <p:txBody>
          <a:bodyPr vert="horz" lIns="0" tIns="45720" rIns="0" bIns="45720" rtlCol="0" anchor="b" anchorCtr="0">
            <a:noAutofit/>
          </a:bodyPr>
          <a:lstStyle>
            <a:lvl1pPr>
              <a:defRPr lang="en-US" sz="27794" b="0" i="0">
                <a:solidFill>
                  <a:schemeClr val="accent2"/>
                </a:solidFill>
                <a:ea typeface="+mn-ea"/>
                <a:cs typeface="+mn-cs"/>
              </a:defRPr>
            </a:lvl1pPr>
          </a:lstStyle>
          <a:p>
            <a:pPr marL="0" lvl="0" indent="0">
              <a:spcBef>
                <a:spcPts val="2000"/>
              </a:spcBef>
              <a:buFont typeface="Arial" panose="020B0604020202020204" pitchFamily="34" charset="0"/>
            </a:pPr>
            <a:r>
              <a:rPr lang="en-US"/>
              <a:t>##M+</a:t>
            </a:r>
          </a:p>
        </p:txBody>
      </p:sp>
      <p:sp>
        <p:nvSpPr>
          <p:cNvPr id="16" name="Text Placeholder 2">
            <a:extLst>
              <a:ext uri="{FF2B5EF4-FFF2-40B4-BE49-F238E27FC236}">
                <a16:creationId xmlns:a16="http://schemas.microsoft.com/office/drawing/2014/main" id="{06BE4672-B180-CF4F-9153-F4E02DA2C6AD}"/>
              </a:ext>
            </a:extLst>
          </p:cNvPr>
          <p:cNvSpPr>
            <a:spLocks noGrp="1"/>
          </p:cNvSpPr>
          <p:nvPr>
            <p:ph type="body" sz="quarter" idx="12" hasCustomPrompt="1"/>
          </p:nvPr>
        </p:nvSpPr>
        <p:spPr>
          <a:xfrm>
            <a:off x="1519920" y="7755112"/>
            <a:ext cx="8542644" cy="2143568"/>
          </a:xfrm>
        </p:spPr>
        <p:txBody>
          <a:bodyPr>
            <a:noAutofit/>
          </a:bodyPr>
          <a:lstStyle>
            <a:lvl1pPr marL="0" indent="0">
              <a:buNone/>
              <a:defRPr sz="5398">
                <a:solidFill>
                  <a:schemeClr val="accent6"/>
                </a:solidFill>
              </a:defRPr>
            </a:lvl1pPr>
            <a:lvl2pPr marL="914218" indent="0">
              <a:buNone/>
              <a:defRPr sz="5398">
                <a:solidFill>
                  <a:schemeClr val="accent6"/>
                </a:solidFill>
              </a:defRPr>
            </a:lvl2pPr>
            <a:lvl3pPr marL="1828434" indent="0">
              <a:buNone/>
              <a:defRPr sz="5398">
                <a:solidFill>
                  <a:schemeClr val="accent6"/>
                </a:solidFill>
              </a:defRPr>
            </a:lvl3pPr>
            <a:lvl4pPr marL="2742652" indent="0">
              <a:buNone/>
              <a:defRPr sz="5398">
                <a:solidFill>
                  <a:schemeClr val="accent6"/>
                </a:solidFill>
              </a:defRPr>
            </a:lvl4pPr>
            <a:lvl5pPr marL="3656868" indent="0">
              <a:buNone/>
              <a:defRPr sz="5398">
                <a:solidFill>
                  <a:schemeClr val="accent6"/>
                </a:solidFill>
              </a:defRPr>
            </a:lvl5pPr>
          </a:lstStyle>
          <a:p>
            <a:pPr lvl="0"/>
            <a:r>
              <a:rPr lang="en-US"/>
              <a:t>Enter subtitle of label here</a:t>
            </a:r>
          </a:p>
        </p:txBody>
      </p:sp>
      <p:sp>
        <p:nvSpPr>
          <p:cNvPr id="4" name="Text Placeholder 3">
            <a:extLst>
              <a:ext uri="{FF2B5EF4-FFF2-40B4-BE49-F238E27FC236}">
                <a16:creationId xmlns:a16="http://schemas.microsoft.com/office/drawing/2014/main" id="{0987824F-A981-C846-A16C-EDA4212F9538}"/>
              </a:ext>
            </a:extLst>
          </p:cNvPr>
          <p:cNvSpPr>
            <a:spLocks noGrp="1"/>
          </p:cNvSpPr>
          <p:nvPr>
            <p:ph type="body" sz="quarter" idx="13" hasCustomPrompt="1"/>
          </p:nvPr>
        </p:nvSpPr>
        <p:spPr>
          <a:xfrm>
            <a:off x="14267281" y="4533900"/>
            <a:ext cx="7656513" cy="4648200"/>
          </a:xfrm>
        </p:spPr>
        <p:txBody>
          <a:bodyPr>
            <a:normAutofit/>
          </a:bodyPr>
          <a:lstStyle>
            <a:lvl1pPr>
              <a:defRPr sz="4800">
                <a:solidFill>
                  <a:schemeClr val="tx1"/>
                </a:solidFill>
              </a:defRPr>
            </a:lvl1pPr>
          </a:lstStyle>
          <a:p>
            <a:pPr lvl="0"/>
            <a:r>
              <a:rPr lang="en-US"/>
              <a:t>Lorem ipsum dolor sit </a:t>
            </a:r>
            <a:r>
              <a:rPr lang="en-US" err="1"/>
              <a:t>amet</a:t>
            </a:r>
            <a:r>
              <a:rPr lang="en-US"/>
              <a:t> </a:t>
            </a:r>
            <a:r>
              <a:rPr lang="en-US" err="1"/>
              <a:t>amet</a:t>
            </a:r>
            <a:r>
              <a:rPr lang="en-US"/>
              <a:t> </a:t>
            </a:r>
            <a:r>
              <a:rPr lang="en-US" err="1"/>
              <a:t>possimus</a:t>
            </a:r>
            <a:r>
              <a:rPr lang="en-US"/>
              <a:t> </a:t>
            </a:r>
            <a:r>
              <a:rPr lang="en-US" err="1"/>
              <a:t>fuga</a:t>
            </a:r>
            <a:r>
              <a:rPr lang="en-US"/>
              <a:t> </a:t>
            </a:r>
            <a:r>
              <a:rPr lang="en-US" err="1"/>
              <a:t>illo</a:t>
            </a:r>
            <a:r>
              <a:rPr lang="en-US"/>
              <a:t> non. </a:t>
            </a:r>
            <a:r>
              <a:rPr lang="en-US" err="1"/>
              <a:t>aut</a:t>
            </a:r>
            <a:r>
              <a:rPr lang="en-US"/>
              <a:t> id </a:t>
            </a:r>
            <a:r>
              <a:rPr lang="en-US" err="1"/>
              <a:t>unum</a:t>
            </a:r>
            <a:r>
              <a:rPr lang="en-US"/>
              <a:t> </a:t>
            </a:r>
            <a:r>
              <a:rPr lang="en-US" err="1"/>
              <a:t>enim</a:t>
            </a:r>
            <a:r>
              <a:rPr lang="en-US"/>
              <a:t> </a:t>
            </a:r>
            <a:r>
              <a:rPr lang="en-US" err="1"/>
              <a:t>quibusdam</a:t>
            </a:r>
            <a:r>
              <a:rPr lang="en-US"/>
              <a:t>. </a:t>
            </a:r>
            <a:r>
              <a:rPr lang="en-US" err="1"/>
              <a:t>voluptatem</a:t>
            </a:r>
            <a:r>
              <a:rPr lang="en-US"/>
              <a:t> </a:t>
            </a:r>
            <a:r>
              <a:rPr lang="en-US" err="1"/>
              <a:t>eaque</a:t>
            </a:r>
            <a:r>
              <a:rPr lang="en-US"/>
              <a:t> qui </a:t>
            </a:r>
            <a:r>
              <a:rPr lang="en-US" err="1"/>
              <a:t>pariatur</a:t>
            </a:r>
            <a:r>
              <a:rPr lang="en-US"/>
              <a:t> </a:t>
            </a:r>
            <a:r>
              <a:rPr lang="en-US" err="1"/>
              <a:t>officii</a:t>
            </a:r>
            <a:r>
              <a:rPr lang="en-US"/>
              <a:t>. quod Duis </a:t>
            </a:r>
            <a:r>
              <a:rPr lang="en-US" err="1"/>
              <a:t>Excepteur</a:t>
            </a:r>
            <a:r>
              <a:rPr lang="en-US"/>
              <a:t>, </a:t>
            </a:r>
            <a:r>
              <a:rPr lang="en-US" err="1"/>
              <a:t>tenetur</a:t>
            </a:r>
            <a:r>
              <a:rPr lang="en-US"/>
              <a:t> animi. et </a:t>
            </a:r>
            <a:r>
              <a:rPr lang="en-US" err="1"/>
              <a:t>laboris</a:t>
            </a:r>
            <a:r>
              <a:rPr lang="en-US"/>
              <a:t> </a:t>
            </a:r>
            <a:r>
              <a:rPr lang="en-US" err="1"/>
              <a:t>aut</a:t>
            </a:r>
            <a:r>
              <a:rPr lang="en-US"/>
              <a:t> </a:t>
            </a:r>
            <a:r>
              <a:rPr lang="en-US" err="1"/>
              <a:t>aspexerat</a:t>
            </a:r>
            <a:r>
              <a:rPr lang="en-US"/>
              <a:t> </a:t>
            </a:r>
            <a:r>
              <a:rPr lang="en-US" err="1"/>
              <a:t>fugiat</a:t>
            </a:r>
            <a:r>
              <a:rPr lang="en-US"/>
              <a:t>. </a:t>
            </a:r>
            <a:r>
              <a:rPr lang="en-US" err="1"/>
              <a:t>ipsa</a:t>
            </a:r>
            <a:r>
              <a:rPr lang="en-US"/>
              <a:t> </a:t>
            </a:r>
            <a:r>
              <a:rPr lang="en-US" err="1"/>
              <a:t>amet</a:t>
            </a:r>
            <a:endParaRPr lang="en-US"/>
          </a:p>
        </p:txBody>
      </p:sp>
      <p:sp>
        <p:nvSpPr>
          <p:cNvPr id="7" name="Folded Corner 6">
            <a:extLst>
              <a:ext uri="{FF2B5EF4-FFF2-40B4-BE49-F238E27FC236}">
                <a16:creationId xmlns:a16="http://schemas.microsoft.com/office/drawing/2014/main" id="{C118A5E8-CA41-CC46-B410-EE39EBC62EA5}"/>
              </a:ext>
              <a:ext uri="{C183D7F6-B498-43B3-948B-1728B52AA6E4}">
                <adec:decorative xmlns:adec="http://schemas.microsoft.com/office/drawing/2017/decorative" val="1"/>
              </a:ext>
            </a:extLst>
          </p:cNvPr>
          <p:cNvSpPr/>
          <p:nvPr/>
        </p:nvSpPr>
        <p:spPr>
          <a:xfrm>
            <a:off x="1" y="-2362200"/>
            <a:ext cx="14631987" cy="21336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one big statistic with the ability to add subtext for this statistic on the right. </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a:t>
            </a:r>
            <a:r>
              <a:rPr kumimoji="0" lang="en-US" sz="2400" b="0" i="0" u="none" strike="noStrike" kern="1200" cap="none" spc="0" normalizeH="0" baseline="0" noProof="0">
                <a:ln>
                  <a:noFill/>
                </a:ln>
                <a:solidFill>
                  <a:srgbClr val="000000"/>
                </a:solidFill>
                <a:effectLst/>
                <a:uLnTx/>
                <a:uFillTx/>
                <a:latin typeface="Source Sans Pro" panose="020B0503030403020204" pitchFamily="34" charset="77"/>
                <a:ea typeface="Source Sans Pro" charset="0"/>
                <a:cs typeface="Arial" panose="020B0604020202020204" pitchFamily="34" charset="0"/>
              </a:rPr>
              <a:t>This layout uses dramatic type size to call attention to the most important information on the slide. Use this layout sparingly, or for impact during  the most important moment in your presentation </a:t>
            </a:r>
          </a:p>
        </p:txBody>
      </p:sp>
    </p:spTree>
    <p:extLst>
      <p:ext uri="{BB962C8B-B14F-4D97-AF65-F5344CB8AC3E}">
        <p14:creationId xmlns:p14="http://schemas.microsoft.com/office/powerpoint/2010/main" val="68112297"/>
      </p:ext>
    </p:extLst>
  </p:cSld>
  <p:clrMapOvr>
    <a:overrideClrMapping bg1="lt1" tx1="dk1" bg2="lt2" tx2="dk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itles + 3 stats with labels">
    <p:bg>
      <p:bgPr>
        <a:solidFill>
          <a:schemeClr val="bg1"/>
        </a:solidFill>
        <a:effectLst/>
      </p:bgPr>
    </p:bg>
    <p:spTree>
      <p:nvGrpSpPr>
        <p:cNvPr id="1" name=""/>
        <p:cNvGrpSpPr/>
        <p:nvPr/>
      </p:nvGrpSpPr>
      <p:grpSpPr>
        <a:xfrm>
          <a:off x="0" y="0"/>
          <a:ext cx="0" cy="0"/>
          <a:chOff x="0" y="0"/>
          <a:chExt cx="0" cy="0"/>
        </a:xfrm>
      </p:grpSpPr>
      <p:sp>
        <p:nvSpPr>
          <p:cNvPr id="29" name="Oval 28">
            <a:extLst>
              <a:ext uri="{FF2B5EF4-FFF2-40B4-BE49-F238E27FC236}">
                <a16:creationId xmlns:a16="http://schemas.microsoft.com/office/drawing/2014/main" id="{73EC8F1F-FDB3-0F40-A1EE-8B2B7BBEA97C}"/>
              </a:ext>
              <a:ext uri="{C183D7F6-B498-43B3-948B-1728B52AA6E4}">
                <adec:decorative xmlns:adec="http://schemas.microsoft.com/office/drawing/2017/decorative" val="1"/>
              </a:ext>
            </a:extLst>
          </p:cNvPr>
          <p:cNvSpPr>
            <a:spLocks noChangeAspect="1"/>
          </p:cNvSpPr>
          <p:nvPr/>
        </p:nvSpPr>
        <p:spPr>
          <a:xfrm>
            <a:off x="9435106" y="3810000"/>
            <a:ext cx="5486400" cy="5486400"/>
          </a:xfrm>
          <a:prstGeom prst="ellipse">
            <a:avLst/>
          </a:prstGeom>
          <a:solidFill>
            <a:srgbClr val="7E8F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526"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04BF8081-F0E8-3542-AFD2-482A58D042BF}"/>
              </a:ext>
              <a:ext uri="{C183D7F6-B498-43B3-948B-1728B52AA6E4}">
                <adec:decorative xmlns:adec="http://schemas.microsoft.com/office/drawing/2017/decorative" val="1"/>
              </a:ext>
            </a:extLst>
          </p:cNvPr>
          <p:cNvSpPr>
            <a:spLocks noChangeAspect="1"/>
          </p:cNvSpPr>
          <p:nvPr/>
        </p:nvSpPr>
        <p:spPr>
          <a:xfrm>
            <a:off x="16706762" y="3810000"/>
            <a:ext cx="5486400" cy="5486400"/>
          </a:xfrm>
          <a:prstGeom prst="ellipse">
            <a:avLst/>
          </a:prstGeom>
          <a:solidFill>
            <a:srgbClr val="E7A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526"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E9C823BE-2F8C-5140-B70F-19E1B3279FD2}"/>
              </a:ext>
              <a:ext uri="{C183D7F6-B498-43B3-948B-1728B52AA6E4}">
                <adec:decorative xmlns:adec="http://schemas.microsoft.com/office/drawing/2017/decorative" val="1"/>
              </a:ext>
            </a:extLst>
          </p:cNvPr>
          <p:cNvSpPr>
            <a:spLocks noChangeAspect="1"/>
          </p:cNvSpPr>
          <p:nvPr/>
        </p:nvSpPr>
        <p:spPr>
          <a:xfrm>
            <a:off x="2163449" y="3810000"/>
            <a:ext cx="5486400" cy="54864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526"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7" y="2429315"/>
            <a:ext cx="21337376" cy="699478"/>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subtitle here</a:t>
            </a:r>
          </a:p>
        </p:txBody>
      </p:sp>
      <p:sp>
        <p:nvSpPr>
          <p:cNvPr id="3" name="Text Placeholder 2">
            <a:extLst>
              <a:ext uri="{FF2B5EF4-FFF2-40B4-BE49-F238E27FC236}">
                <a16:creationId xmlns:a16="http://schemas.microsoft.com/office/drawing/2014/main" id="{C6842F6C-340A-8A49-9680-86432C900238}"/>
              </a:ext>
            </a:extLst>
          </p:cNvPr>
          <p:cNvSpPr>
            <a:spLocks noGrp="1"/>
          </p:cNvSpPr>
          <p:nvPr>
            <p:ph type="body" sz="quarter" idx="24" hasCustomPrompt="1"/>
          </p:nvPr>
        </p:nvSpPr>
        <p:spPr>
          <a:xfrm>
            <a:off x="2205012" y="5503338"/>
            <a:ext cx="5486400" cy="2662268"/>
          </a:xfrm>
        </p:spPr>
        <p:txBody>
          <a:bodyPr>
            <a:noAutofit/>
          </a:bodyPr>
          <a:lstStyle>
            <a:lvl1pPr algn="ctr">
              <a:defRPr sz="16696">
                <a:solidFill>
                  <a:schemeClr val="bg1"/>
                </a:solidFill>
              </a:defRPr>
            </a:lvl1pPr>
            <a:lvl2pPr>
              <a:defRPr sz="16696"/>
            </a:lvl2pPr>
            <a:lvl3pPr>
              <a:defRPr sz="16696"/>
            </a:lvl3pPr>
            <a:lvl4pPr>
              <a:defRPr sz="16696"/>
            </a:lvl4pPr>
            <a:lvl5pPr>
              <a:defRPr sz="16696"/>
            </a:lvl5pPr>
          </a:lstStyle>
          <a:p>
            <a:pPr lvl="0"/>
            <a:r>
              <a:rPr lang="en-US"/>
              <a:t>##%</a:t>
            </a:r>
          </a:p>
        </p:txBody>
      </p:sp>
      <p:sp>
        <p:nvSpPr>
          <p:cNvPr id="6" name="Text Placeholder 5">
            <a:extLst>
              <a:ext uri="{FF2B5EF4-FFF2-40B4-BE49-F238E27FC236}">
                <a16:creationId xmlns:a16="http://schemas.microsoft.com/office/drawing/2014/main" id="{A0F4561A-17D3-4444-AF6F-E1ED6D4144CA}"/>
              </a:ext>
            </a:extLst>
          </p:cNvPr>
          <p:cNvSpPr>
            <a:spLocks noGrp="1"/>
          </p:cNvSpPr>
          <p:nvPr>
            <p:ph type="body" sz="quarter" idx="29" hasCustomPrompt="1"/>
          </p:nvPr>
        </p:nvSpPr>
        <p:spPr>
          <a:xfrm>
            <a:off x="1525589" y="9834534"/>
            <a:ext cx="6667500" cy="2662268"/>
          </a:xfrm>
        </p:spPr>
        <p:txBody>
          <a:bodyPr/>
          <a:lstStyle>
            <a:lvl1pPr algn="ctr">
              <a:defRPr b="0" i="0">
                <a:latin typeface="Community Light" panose="02000303040000020003" pitchFamily="2" charset="0"/>
              </a:defRPr>
            </a:lvl1pPr>
          </a:lstStyle>
          <a:p>
            <a:pPr lvl="0"/>
            <a:r>
              <a:rPr kumimoji="0" lang="en-US" sz="5998" b="1" i="0" u="none" strike="noStrike" kern="1200" cap="none" spc="0" normalizeH="0" baseline="0" noProof="0">
                <a:ln>
                  <a:noFill/>
                </a:ln>
                <a:solidFill>
                  <a:srgbClr val="935907"/>
                </a:solidFill>
                <a:effectLst/>
                <a:uLnTx/>
                <a:uFillTx/>
                <a:latin typeface="Community Semibold" panose="02000303040000020003" pitchFamily="2" charset="0"/>
                <a:ea typeface="Source Sans Pro Semibold" charset="0"/>
              </a:rPr>
              <a:t>Enter title</a:t>
            </a:r>
            <a:endParaRPr lang="en-US"/>
          </a:p>
          <a:p>
            <a:pPr lvl="0"/>
            <a:r>
              <a:rPr lang="en-US"/>
              <a:t>Enter description here, no more than two lines</a:t>
            </a:r>
          </a:p>
        </p:txBody>
      </p:sp>
      <p:sp>
        <p:nvSpPr>
          <p:cNvPr id="34" name="Text Placeholder 2">
            <a:extLst>
              <a:ext uri="{FF2B5EF4-FFF2-40B4-BE49-F238E27FC236}">
                <a16:creationId xmlns:a16="http://schemas.microsoft.com/office/drawing/2014/main" id="{AA190462-4926-274B-BB4F-354739C011FC}"/>
              </a:ext>
            </a:extLst>
          </p:cNvPr>
          <p:cNvSpPr>
            <a:spLocks noGrp="1"/>
          </p:cNvSpPr>
          <p:nvPr>
            <p:ph type="body" sz="quarter" idx="25" hasCustomPrompt="1"/>
          </p:nvPr>
        </p:nvSpPr>
        <p:spPr>
          <a:xfrm>
            <a:off x="9435106" y="5503338"/>
            <a:ext cx="5486400" cy="2662268"/>
          </a:xfrm>
        </p:spPr>
        <p:txBody>
          <a:bodyPr>
            <a:noAutofit/>
          </a:bodyPr>
          <a:lstStyle>
            <a:lvl1pPr algn="ctr">
              <a:defRPr sz="16696">
                <a:solidFill>
                  <a:schemeClr val="bg1"/>
                </a:solidFill>
              </a:defRPr>
            </a:lvl1pPr>
            <a:lvl2pPr>
              <a:defRPr sz="16696"/>
            </a:lvl2pPr>
            <a:lvl3pPr>
              <a:defRPr sz="16696"/>
            </a:lvl3pPr>
            <a:lvl4pPr>
              <a:defRPr sz="16696"/>
            </a:lvl4pPr>
            <a:lvl5pPr>
              <a:defRPr sz="16696"/>
            </a:lvl5pPr>
          </a:lstStyle>
          <a:p>
            <a:pPr lvl="0"/>
            <a:r>
              <a:rPr lang="en-US"/>
              <a:t>##M</a:t>
            </a:r>
          </a:p>
        </p:txBody>
      </p:sp>
      <p:sp>
        <p:nvSpPr>
          <p:cNvPr id="42" name="Text Placeholder 5">
            <a:extLst>
              <a:ext uri="{FF2B5EF4-FFF2-40B4-BE49-F238E27FC236}">
                <a16:creationId xmlns:a16="http://schemas.microsoft.com/office/drawing/2014/main" id="{2E330F41-8797-D84E-AC56-EB87BFC6553F}"/>
              </a:ext>
            </a:extLst>
          </p:cNvPr>
          <p:cNvSpPr>
            <a:spLocks noGrp="1"/>
          </p:cNvSpPr>
          <p:nvPr>
            <p:ph type="body" sz="quarter" idx="30" hasCustomPrompt="1"/>
          </p:nvPr>
        </p:nvSpPr>
        <p:spPr>
          <a:xfrm>
            <a:off x="8840787" y="9834534"/>
            <a:ext cx="6667500" cy="2662268"/>
          </a:xfrm>
        </p:spPr>
        <p:txBody>
          <a:bodyPr/>
          <a:lstStyle>
            <a:lvl1pPr marL="0" marR="0" indent="0" algn="ctr" defTabSz="1828526" rtl="0" eaLnBrk="1" fontAlgn="auto" latinLnBrk="0" hangingPunct="1">
              <a:lnSpc>
                <a:spcPct val="90000"/>
              </a:lnSpc>
              <a:spcBef>
                <a:spcPts val="0"/>
              </a:spcBef>
              <a:spcAft>
                <a:spcPts val="1200"/>
              </a:spcAft>
              <a:buClr>
                <a:srgbClr val="0A66C2"/>
              </a:buClr>
              <a:buSzTx/>
              <a:buFontTx/>
              <a:buNone/>
              <a:tabLst/>
              <a:defRPr b="0" i="0">
                <a:latin typeface="Community Light" panose="02000303040000020003" pitchFamily="2" charset="0"/>
              </a:defRPr>
            </a:lvl1pPr>
          </a:lstStyle>
          <a:p>
            <a:pPr marL="0" marR="0" lvl="0" indent="0" algn="ctr" defTabSz="1828526" rtl="0" eaLnBrk="1" fontAlgn="auto" latinLnBrk="0" hangingPunct="1">
              <a:lnSpc>
                <a:spcPct val="90000"/>
              </a:lnSpc>
              <a:spcBef>
                <a:spcPts val="0"/>
              </a:spcBef>
              <a:spcAft>
                <a:spcPts val="1200"/>
              </a:spcAft>
              <a:buClr>
                <a:srgbClr val="0A66C2"/>
              </a:buClr>
              <a:buSzTx/>
              <a:buFontTx/>
              <a:buNone/>
              <a:tabLst/>
              <a:defRPr/>
            </a:pPr>
            <a:r>
              <a:rPr kumimoji="0" lang="en-US" sz="5998" b="1" i="0" u="none" strike="noStrike" kern="1200" cap="none" spc="0" normalizeH="0" baseline="0" noProof="0">
                <a:ln>
                  <a:noFill/>
                </a:ln>
                <a:solidFill>
                  <a:srgbClr val="7E8F1D"/>
                </a:solidFill>
                <a:effectLst/>
                <a:uLnTx/>
                <a:uFillTx/>
                <a:latin typeface="Community Semibold" panose="02000303040000020003" pitchFamily="2" charset="0"/>
                <a:ea typeface="Source Sans Pro Semibold" charset="0"/>
                <a:cs typeface="Source Sans Pro Semibold" charset="0"/>
              </a:rPr>
              <a:t>Enter title</a:t>
            </a:r>
          </a:p>
          <a:p>
            <a:pPr lvl="0"/>
            <a:r>
              <a:rPr lang="en-US"/>
              <a:t>Enter description here, no more than two lines</a:t>
            </a:r>
          </a:p>
        </p:txBody>
      </p:sp>
      <p:sp>
        <p:nvSpPr>
          <p:cNvPr id="37" name="Text Placeholder 2">
            <a:extLst>
              <a:ext uri="{FF2B5EF4-FFF2-40B4-BE49-F238E27FC236}">
                <a16:creationId xmlns:a16="http://schemas.microsoft.com/office/drawing/2014/main" id="{54EDF573-C81D-FB46-87B2-6A4787DEAB3A}"/>
              </a:ext>
            </a:extLst>
          </p:cNvPr>
          <p:cNvSpPr>
            <a:spLocks noGrp="1"/>
          </p:cNvSpPr>
          <p:nvPr>
            <p:ph type="body" sz="quarter" idx="26" hasCustomPrompt="1"/>
          </p:nvPr>
        </p:nvSpPr>
        <p:spPr>
          <a:xfrm>
            <a:off x="16706762" y="5503338"/>
            <a:ext cx="5486400" cy="2662268"/>
          </a:xfrm>
        </p:spPr>
        <p:txBody>
          <a:bodyPr>
            <a:noAutofit/>
          </a:bodyPr>
          <a:lstStyle>
            <a:lvl1pPr algn="ctr">
              <a:defRPr sz="16696">
                <a:solidFill>
                  <a:schemeClr val="bg1"/>
                </a:solidFill>
              </a:defRPr>
            </a:lvl1pPr>
            <a:lvl2pPr>
              <a:defRPr sz="16696"/>
            </a:lvl2pPr>
            <a:lvl3pPr>
              <a:defRPr sz="16696"/>
            </a:lvl3pPr>
            <a:lvl4pPr>
              <a:defRPr sz="16696"/>
            </a:lvl4pPr>
            <a:lvl5pPr>
              <a:defRPr sz="16696"/>
            </a:lvl5pPr>
          </a:lstStyle>
          <a:p>
            <a:pPr lvl="0"/>
            <a:r>
              <a:rPr lang="en-US"/>
              <a:t>##B</a:t>
            </a:r>
          </a:p>
        </p:txBody>
      </p:sp>
      <p:sp>
        <p:nvSpPr>
          <p:cNvPr id="46" name="Text Placeholder 5">
            <a:extLst>
              <a:ext uri="{FF2B5EF4-FFF2-40B4-BE49-F238E27FC236}">
                <a16:creationId xmlns:a16="http://schemas.microsoft.com/office/drawing/2014/main" id="{97DACFD9-3FBD-0444-9CDC-266D7B1BE79B}"/>
              </a:ext>
            </a:extLst>
          </p:cNvPr>
          <p:cNvSpPr>
            <a:spLocks noGrp="1"/>
          </p:cNvSpPr>
          <p:nvPr>
            <p:ph type="body" sz="quarter" idx="31" hasCustomPrompt="1"/>
          </p:nvPr>
        </p:nvSpPr>
        <p:spPr>
          <a:xfrm>
            <a:off x="16155987" y="9834534"/>
            <a:ext cx="6667500" cy="2662268"/>
          </a:xfrm>
        </p:spPr>
        <p:txBody>
          <a:bodyPr/>
          <a:lstStyle>
            <a:lvl1pPr marL="0" marR="0" indent="0" algn="ctr" defTabSz="1828526" rtl="0" eaLnBrk="1" fontAlgn="auto" latinLnBrk="0" hangingPunct="1">
              <a:lnSpc>
                <a:spcPct val="90000"/>
              </a:lnSpc>
              <a:spcBef>
                <a:spcPts val="0"/>
              </a:spcBef>
              <a:spcAft>
                <a:spcPts val="1200"/>
              </a:spcAft>
              <a:buClr>
                <a:srgbClr val="0A66C2"/>
              </a:buClr>
              <a:buSzTx/>
              <a:buFontTx/>
              <a:buNone/>
              <a:tabLst/>
              <a:defRPr b="0" i="0">
                <a:solidFill>
                  <a:schemeClr val="accent6"/>
                </a:solidFill>
                <a:latin typeface="Community Light" panose="02000303040000020003" pitchFamily="2" charset="0"/>
              </a:defRPr>
            </a:lvl1pPr>
          </a:lstStyle>
          <a:p>
            <a:pPr marL="0" marR="0" lvl="0" indent="0" algn="ctr" defTabSz="1828526" rtl="0" eaLnBrk="1" fontAlgn="auto" latinLnBrk="0" hangingPunct="1">
              <a:lnSpc>
                <a:spcPct val="90000"/>
              </a:lnSpc>
              <a:spcBef>
                <a:spcPts val="0"/>
              </a:spcBef>
              <a:spcAft>
                <a:spcPts val="1200"/>
              </a:spcAft>
              <a:buClr>
                <a:srgbClr val="0A66C2"/>
              </a:buClr>
              <a:buSzTx/>
              <a:buFontTx/>
              <a:buNone/>
              <a:tabLst/>
              <a:defRPr/>
            </a:pPr>
            <a:r>
              <a:rPr kumimoji="0" lang="en-US" sz="5998" b="1" i="0" u="none" strike="noStrike" kern="1200" cap="none" spc="0" normalizeH="0" baseline="0" noProof="0">
                <a:ln>
                  <a:noFill/>
                </a:ln>
                <a:solidFill>
                  <a:srgbClr val="004183"/>
                </a:solidFill>
                <a:effectLst/>
                <a:uLnTx/>
                <a:uFillTx/>
                <a:latin typeface="Community Semibold" panose="02000303040000020003" pitchFamily="2" charset="0"/>
                <a:ea typeface="Source Sans Pro Semibold" charset="0"/>
                <a:cs typeface="Source Sans Pro Semibold" charset="0"/>
              </a:rPr>
              <a:t>Enter title</a:t>
            </a:r>
          </a:p>
          <a:p>
            <a:pPr lvl="0"/>
            <a:r>
              <a:rPr lang="en-US"/>
              <a:t>Enter description here, no more than two lines</a:t>
            </a:r>
          </a:p>
        </p:txBody>
      </p:sp>
      <p:sp>
        <p:nvSpPr>
          <p:cNvPr id="18" name="Folded Corner 17">
            <a:extLst>
              <a:ext uri="{FF2B5EF4-FFF2-40B4-BE49-F238E27FC236}">
                <a16:creationId xmlns:a16="http://schemas.microsoft.com/office/drawing/2014/main" id="{865F5269-81B8-8745-9FA0-8BF437EC2871}"/>
              </a:ext>
              <a:ext uri="{C183D7F6-B498-43B3-948B-1728B52AA6E4}">
                <adec:decorative xmlns:adec="http://schemas.microsoft.com/office/drawing/2017/decorative" val="1"/>
              </a:ext>
            </a:extLst>
          </p:cNvPr>
          <p:cNvSpPr/>
          <p:nvPr/>
        </p:nvSpPr>
        <p:spPr>
          <a:xfrm>
            <a:off x="0" y="-2971802"/>
            <a:ext cx="12498387" cy="22860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highlight 3 key stats with a key points and descriptors. </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a:t>
            </a:r>
            <a:r>
              <a:rPr kumimoji="0" lang="en-US" sz="2400" b="0" i="0" u="none" strike="noStrike" kern="1200" cap="none" spc="0" normalizeH="0" baseline="0" noProof="0">
                <a:ln>
                  <a:noFill/>
                </a:ln>
                <a:solidFill>
                  <a:srgbClr val="000000"/>
                </a:solidFill>
                <a:effectLst/>
                <a:uLnTx/>
                <a:uFillTx/>
                <a:latin typeface="Source Sans Pro" panose="020B0503030403020204" pitchFamily="34" charset="77"/>
                <a:ea typeface="Source Sans Pro" charset="0"/>
                <a:cs typeface="Arial" panose="020B0604020202020204" pitchFamily="34" charset="0"/>
              </a:rPr>
              <a:t>This layout uses dramatic type size to call attention to three important stats or facts. Use this layout sparingly, or for impact during  the an important moment in your presentation </a:t>
            </a:r>
          </a:p>
        </p:txBody>
      </p:sp>
    </p:spTree>
    <p:extLst>
      <p:ext uri="{BB962C8B-B14F-4D97-AF65-F5344CB8AC3E}">
        <p14:creationId xmlns:p14="http://schemas.microsoft.com/office/powerpoint/2010/main" val="379323132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large title 2 topics side by s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8CD89-1F8D-B04E-8B7B-D9B37205AFF8}"/>
              </a:ext>
            </a:extLst>
          </p:cNvPr>
          <p:cNvSpPr>
            <a:spLocks noGrp="1"/>
          </p:cNvSpPr>
          <p:nvPr>
            <p:ph type="title" hasCustomPrompt="1"/>
          </p:nvPr>
        </p:nvSpPr>
        <p:spPr>
          <a:xfrm>
            <a:off x="1545374" y="2490930"/>
            <a:ext cx="10468149" cy="2687404"/>
          </a:xfrm>
        </p:spPr>
        <p:txBody>
          <a:bodyPr/>
          <a:lstStyle>
            <a:lvl1pPr>
              <a:defRPr lang="en-US" sz="8798" b="0" i="0" kern="1200" baseline="0" smtClean="0">
                <a:solidFill>
                  <a:srgbClr val="56687A"/>
                </a:solidFill>
                <a:latin typeface="Community" panose="02000303040000020003" pitchFamily="2" charset="0"/>
                <a:ea typeface="+mn-ea"/>
                <a:cs typeface="+mn-cs"/>
              </a:defRPr>
            </a:lvl1pPr>
          </a:lstStyle>
          <a:p>
            <a:pPr lvl="0"/>
            <a:r>
              <a:rPr lang="en-US"/>
              <a:t>Enter slide title here, in no more than two lines</a:t>
            </a:r>
          </a:p>
        </p:txBody>
      </p:sp>
      <p:sp>
        <p:nvSpPr>
          <p:cNvPr id="22" name="Rectangle 21">
            <a:extLst>
              <a:ext uri="{FF2B5EF4-FFF2-40B4-BE49-F238E27FC236}">
                <a16:creationId xmlns:a16="http://schemas.microsoft.com/office/drawing/2014/main" id="{8C733DAA-201B-C74E-92CF-EC9A48F10AA2}"/>
              </a:ext>
              <a:ext uri="{C183D7F6-B498-43B3-948B-1728B52AA6E4}">
                <adec:decorative xmlns:adec="http://schemas.microsoft.com/office/drawing/2017/decorative" val="1"/>
              </a:ext>
            </a:extLst>
          </p:cNvPr>
          <p:cNvSpPr/>
          <p:nvPr/>
        </p:nvSpPr>
        <p:spPr>
          <a:xfrm flipV="1">
            <a:off x="1545374" y="6974400"/>
            <a:ext cx="1170358" cy="638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24" name="Rectangle 23">
            <a:extLst>
              <a:ext uri="{FF2B5EF4-FFF2-40B4-BE49-F238E27FC236}">
                <a16:creationId xmlns:a16="http://schemas.microsoft.com/office/drawing/2014/main" id="{6ABA7AB3-6E3E-F348-A2FD-4CAC3A189D11}"/>
              </a:ext>
              <a:ext uri="{C183D7F6-B498-43B3-948B-1728B52AA6E4}">
                <adec:decorative xmlns:adec="http://schemas.microsoft.com/office/drawing/2017/decorative" val="1"/>
              </a:ext>
            </a:extLst>
          </p:cNvPr>
          <p:cNvSpPr/>
          <p:nvPr/>
        </p:nvSpPr>
        <p:spPr>
          <a:xfrm flipV="1">
            <a:off x="12518175" y="6974400"/>
            <a:ext cx="1170358" cy="638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386" indent="-571386" algn="ctr">
              <a:buFont typeface="Arial" panose="020B0604020202020204" pitchFamily="34" charset="0"/>
              <a:buChar char="•"/>
            </a:pPr>
            <a:endParaRPr lang="en-US" sz="1800"/>
          </a:p>
        </p:txBody>
      </p:sp>
      <p:sp>
        <p:nvSpPr>
          <p:cNvPr id="8" name="Text Placeholder 7">
            <a:extLst>
              <a:ext uri="{FF2B5EF4-FFF2-40B4-BE49-F238E27FC236}">
                <a16:creationId xmlns:a16="http://schemas.microsoft.com/office/drawing/2014/main" id="{E490000A-F84D-C141-A67D-F8F96FB1B0A5}"/>
              </a:ext>
            </a:extLst>
          </p:cNvPr>
          <p:cNvSpPr>
            <a:spLocks noGrp="1"/>
          </p:cNvSpPr>
          <p:nvPr>
            <p:ph type="body" sz="quarter" idx="11" hasCustomPrompt="1"/>
          </p:nvPr>
        </p:nvSpPr>
        <p:spPr>
          <a:xfrm>
            <a:off x="1544638" y="5931540"/>
            <a:ext cx="10267951" cy="805180"/>
          </a:xfrm>
        </p:spPr>
        <p:txBody>
          <a:bodyPr>
            <a:normAutofit/>
          </a:bodyPr>
          <a:lstStyle>
            <a:lvl1pPr>
              <a:defRPr sz="5398" b="0" i="0">
                <a:solidFill>
                  <a:schemeClr val="bg2"/>
                </a:solidFill>
                <a:latin typeface="Community" panose="02000303040000020003" pitchFamily="2" charset="0"/>
              </a:defRPr>
            </a:lvl1pPr>
          </a:lstStyle>
          <a:p>
            <a:pPr lvl="0"/>
            <a:r>
              <a:rPr lang="en-US"/>
              <a:t>Enter title here</a:t>
            </a:r>
          </a:p>
        </p:txBody>
      </p:sp>
      <p:sp>
        <p:nvSpPr>
          <p:cNvPr id="10" name="Text Placeholder 9">
            <a:extLst>
              <a:ext uri="{FF2B5EF4-FFF2-40B4-BE49-F238E27FC236}">
                <a16:creationId xmlns:a16="http://schemas.microsoft.com/office/drawing/2014/main" id="{69554DDD-0712-3642-8308-CA0204A80E39}"/>
              </a:ext>
            </a:extLst>
          </p:cNvPr>
          <p:cNvSpPr>
            <a:spLocks noGrp="1"/>
          </p:cNvSpPr>
          <p:nvPr>
            <p:ph type="body" sz="quarter" idx="13" hasCustomPrompt="1"/>
          </p:nvPr>
        </p:nvSpPr>
        <p:spPr>
          <a:xfrm>
            <a:off x="1525590" y="7418812"/>
            <a:ext cx="10363199" cy="4114800"/>
          </a:xfrm>
        </p:spPr>
        <p:txBody>
          <a:bodyPr>
            <a:noAutofit/>
          </a:bodyPr>
          <a:lstStyle>
            <a:lvl1pPr>
              <a:defRPr sz="4800"/>
            </a:lvl1pPr>
          </a:lstStyle>
          <a:p>
            <a:pPr lvl="0"/>
            <a:r>
              <a:rPr lang="en-US"/>
              <a:t>Lorem ipsum dolor sit </a:t>
            </a:r>
            <a:r>
              <a:rPr lang="en-US" err="1"/>
              <a:t>amet</a:t>
            </a:r>
            <a:r>
              <a:rPr lang="en-US"/>
              <a:t> </a:t>
            </a:r>
            <a:r>
              <a:rPr lang="en-US" err="1"/>
              <a:t>amet</a:t>
            </a:r>
            <a:r>
              <a:rPr lang="en-US"/>
              <a:t> </a:t>
            </a:r>
            <a:r>
              <a:rPr lang="en-US" err="1"/>
              <a:t>possimus</a:t>
            </a:r>
            <a:r>
              <a:rPr lang="en-US"/>
              <a:t> </a:t>
            </a:r>
            <a:r>
              <a:rPr lang="en-US" err="1"/>
              <a:t>fuga</a:t>
            </a:r>
            <a:r>
              <a:rPr lang="en-US"/>
              <a:t> </a:t>
            </a:r>
            <a:r>
              <a:rPr lang="en-US" err="1"/>
              <a:t>illo</a:t>
            </a:r>
            <a:r>
              <a:rPr lang="en-US"/>
              <a:t> non. </a:t>
            </a:r>
            <a:r>
              <a:rPr lang="en-US" err="1"/>
              <a:t>aut</a:t>
            </a:r>
            <a:r>
              <a:rPr lang="en-US"/>
              <a:t> id </a:t>
            </a:r>
            <a:r>
              <a:rPr lang="en-US" err="1"/>
              <a:t>unum</a:t>
            </a:r>
            <a:r>
              <a:rPr lang="en-US"/>
              <a:t> </a:t>
            </a:r>
            <a:r>
              <a:rPr lang="en-US" err="1"/>
              <a:t>enim</a:t>
            </a:r>
            <a:r>
              <a:rPr lang="en-US"/>
              <a:t> </a:t>
            </a:r>
            <a:r>
              <a:rPr lang="en-US" err="1"/>
              <a:t>quibusdam</a:t>
            </a:r>
            <a:r>
              <a:rPr lang="en-US"/>
              <a:t>. </a:t>
            </a:r>
            <a:r>
              <a:rPr lang="en-US" err="1"/>
              <a:t>voluptatem</a:t>
            </a:r>
            <a:r>
              <a:rPr lang="en-US"/>
              <a:t> </a:t>
            </a:r>
            <a:r>
              <a:rPr lang="en-US" err="1"/>
              <a:t>eaque</a:t>
            </a:r>
            <a:r>
              <a:rPr lang="en-US"/>
              <a:t> qui </a:t>
            </a:r>
            <a:r>
              <a:rPr lang="en-US" err="1"/>
              <a:t>pariatur</a:t>
            </a:r>
            <a:r>
              <a:rPr lang="en-US"/>
              <a:t> </a:t>
            </a:r>
            <a:r>
              <a:rPr lang="en-US" err="1"/>
              <a:t>officii</a:t>
            </a:r>
            <a:r>
              <a:rPr lang="en-US"/>
              <a:t>. quod Duis </a:t>
            </a:r>
            <a:r>
              <a:rPr lang="en-US" err="1"/>
              <a:t>Excepteur</a:t>
            </a:r>
            <a:r>
              <a:rPr lang="en-US"/>
              <a:t>, </a:t>
            </a:r>
            <a:r>
              <a:rPr lang="en-US" err="1"/>
              <a:t>tenetur</a:t>
            </a:r>
            <a:r>
              <a:rPr lang="en-US"/>
              <a:t> animi.</a:t>
            </a:r>
          </a:p>
        </p:txBody>
      </p:sp>
      <p:sp>
        <p:nvSpPr>
          <p:cNvPr id="33" name="Text Placeholder 7">
            <a:extLst>
              <a:ext uri="{FF2B5EF4-FFF2-40B4-BE49-F238E27FC236}">
                <a16:creationId xmlns:a16="http://schemas.microsoft.com/office/drawing/2014/main" id="{9018D21B-E7D8-4A48-B916-4907AC81346D}"/>
              </a:ext>
            </a:extLst>
          </p:cNvPr>
          <p:cNvSpPr>
            <a:spLocks noGrp="1"/>
          </p:cNvSpPr>
          <p:nvPr>
            <p:ph type="body" sz="quarter" idx="12" hasCustomPrompt="1"/>
          </p:nvPr>
        </p:nvSpPr>
        <p:spPr>
          <a:xfrm>
            <a:off x="12517439" y="5931540"/>
            <a:ext cx="10267951" cy="805180"/>
          </a:xfrm>
        </p:spPr>
        <p:txBody>
          <a:bodyPr>
            <a:normAutofit/>
          </a:bodyPr>
          <a:lstStyle>
            <a:lvl1pPr>
              <a:defRPr sz="5398" b="0" i="0">
                <a:solidFill>
                  <a:schemeClr val="bg2"/>
                </a:solidFill>
                <a:latin typeface="Community" panose="02000303040000020003" pitchFamily="2" charset="0"/>
              </a:defRPr>
            </a:lvl1pPr>
          </a:lstStyle>
          <a:p>
            <a:pPr lvl="0"/>
            <a:r>
              <a:rPr lang="en-US"/>
              <a:t>Enter title here</a:t>
            </a:r>
          </a:p>
        </p:txBody>
      </p:sp>
      <p:sp>
        <p:nvSpPr>
          <p:cNvPr id="35" name="Text Placeholder 9">
            <a:extLst>
              <a:ext uri="{FF2B5EF4-FFF2-40B4-BE49-F238E27FC236}">
                <a16:creationId xmlns:a16="http://schemas.microsoft.com/office/drawing/2014/main" id="{0EEB1282-65C8-DA42-B84E-2C0948F8959A}"/>
              </a:ext>
            </a:extLst>
          </p:cNvPr>
          <p:cNvSpPr>
            <a:spLocks noGrp="1"/>
          </p:cNvSpPr>
          <p:nvPr>
            <p:ph type="body" sz="quarter" idx="14" hasCustomPrompt="1"/>
          </p:nvPr>
        </p:nvSpPr>
        <p:spPr>
          <a:xfrm>
            <a:off x="12498388" y="7418812"/>
            <a:ext cx="10363199" cy="4114800"/>
          </a:xfrm>
        </p:spPr>
        <p:txBody>
          <a:bodyPr>
            <a:noAutofit/>
          </a:bodyPr>
          <a:lstStyle>
            <a:lvl1pPr>
              <a:defRPr sz="4800"/>
            </a:lvl1pPr>
          </a:lstStyle>
          <a:p>
            <a:pPr lvl="0"/>
            <a:r>
              <a:rPr lang="en-US"/>
              <a:t>Lorem ipsum dolor sit </a:t>
            </a:r>
            <a:r>
              <a:rPr lang="en-US" err="1"/>
              <a:t>amet</a:t>
            </a:r>
            <a:r>
              <a:rPr lang="en-US"/>
              <a:t> </a:t>
            </a:r>
            <a:r>
              <a:rPr lang="en-US" err="1"/>
              <a:t>amet</a:t>
            </a:r>
            <a:r>
              <a:rPr lang="en-US"/>
              <a:t> </a:t>
            </a:r>
            <a:r>
              <a:rPr lang="en-US" err="1"/>
              <a:t>possimus</a:t>
            </a:r>
            <a:r>
              <a:rPr lang="en-US"/>
              <a:t> </a:t>
            </a:r>
            <a:r>
              <a:rPr lang="en-US" err="1"/>
              <a:t>fuga</a:t>
            </a:r>
            <a:r>
              <a:rPr lang="en-US"/>
              <a:t> </a:t>
            </a:r>
            <a:r>
              <a:rPr lang="en-US" err="1"/>
              <a:t>illo</a:t>
            </a:r>
            <a:r>
              <a:rPr lang="en-US"/>
              <a:t> non. </a:t>
            </a:r>
            <a:r>
              <a:rPr lang="en-US" err="1"/>
              <a:t>aut</a:t>
            </a:r>
            <a:r>
              <a:rPr lang="en-US"/>
              <a:t> id </a:t>
            </a:r>
            <a:r>
              <a:rPr lang="en-US" err="1"/>
              <a:t>unum</a:t>
            </a:r>
            <a:r>
              <a:rPr lang="en-US"/>
              <a:t> </a:t>
            </a:r>
            <a:r>
              <a:rPr lang="en-US" err="1"/>
              <a:t>enim</a:t>
            </a:r>
            <a:r>
              <a:rPr lang="en-US"/>
              <a:t> </a:t>
            </a:r>
            <a:r>
              <a:rPr lang="en-US" err="1"/>
              <a:t>quibusdam</a:t>
            </a:r>
            <a:r>
              <a:rPr lang="en-US"/>
              <a:t>. </a:t>
            </a:r>
            <a:r>
              <a:rPr lang="en-US" err="1"/>
              <a:t>voluptatem</a:t>
            </a:r>
            <a:r>
              <a:rPr lang="en-US"/>
              <a:t> </a:t>
            </a:r>
            <a:r>
              <a:rPr lang="en-US" err="1"/>
              <a:t>eaque</a:t>
            </a:r>
            <a:r>
              <a:rPr lang="en-US"/>
              <a:t> qui </a:t>
            </a:r>
            <a:r>
              <a:rPr lang="en-US" err="1"/>
              <a:t>pariatur</a:t>
            </a:r>
            <a:r>
              <a:rPr lang="en-US"/>
              <a:t> </a:t>
            </a:r>
            <a:r>
              <a:rPr lang="en-US" err="1"/>
              <a:t>officii</a:t>
            </a:r>
            <a:r>
              <a:rPr lang="en-US"/>
              <a:t>. quod Duis </a:t>
            </a:r>
            <a:r>
              <a:rPr lang="en-US" err="1"/>
              <a:t>Excepteur</a:t>
            </a:r>
            <a:r>
              <a:rPr lang="en-US"/>
              <a:t>, </a:t>
            </a:r>
            <a:r>
              <a:rPr lang="en-US" err="1"/>
              <a:t>tenetur</a:t>
            </a:r>
            <a:r>
              <a:rPr lang="en-US"/>
              <a:t> animi.</a:t>
            </a:r>
          </a:p>
        </p:txBody>
      </p:sp>
      <p:sp>
        <p:nvSpPr>
          <p:cNvPr id="9" name="Folded Corner 8">
            <a:extLst>
              <a:ext uri="{FF2B5EF4-FFF2-40B4-BE49-F238E27FC236}">
                <a16:creationId xmlns:a16="http://schemas.microsoft.com/office/drawing/2014/main" id="{CDDD7182-47FC-354E-BFA2-0F9DE2CC9BA0}"/>
              </a:ext>
              <a:ext uri="{C183D7F6-B498-43B3-948B-1728B52AA6E4}">
                <adec:decorative xmlns:adec="http://schemas.microsoft.com/office/drawing/2017/decorative" val="1"/>
              </a:ext>
            </a:extLst>
          </p:cNvPr>
          <p:cNvSpPr/>
          <p:nvPr/>
        </p:nvSpPr>
        <p:spPr>
          <a:xfrm>
            <a:off x="0" y="-2438400"/>
            <a:ext cx="12498387" cy="17526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To make a main point, supported by two key sections with titles.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a:t>
            </a:r>
            <a:r>
              <a:rPr kumimoji="0" lang="en-US" sz="2400" b="0" i="0" u="none" strike="noStrike" kern="1200" cap="none" spc="0" normalizeH="0" baseline="0" noProof="0">
                <a:ln>
                  <a:noFill/>
                </a:ln>
                <a:solidFill>
                  <a:srgbClr val="000000"/>
                </a:solidFill>
                <a:effectLst/>
                <a:uLnTx/>
                <a:uFillTx/>
                <a:latin typeface="Source Sans Pro" panose="020B0503030403020204" pitchFamily="34" charset="77"/>
                <a:ea typeface="Source Sans Pro" charset="0"/>
                <a:cs typeface="Arial" panose="020B0604020202020204" pitchFamily="34" charset="0"/>
              </a:rPr>
              <a:t>This all text font should be compelling in content best suited for longer-form reading.</a:t>
            </a:r>
          </a:p>
        </p:txBody>
      </p:sp>
    </p:spTree>
    <p:extLst>
      <p:ext uri="{BB962C8B-B14F-4D97-AF65-F5344CB8AC3E}">
        <p14:creationId xmlns:p14="http://schemas.microsoft.com/office/powerpoint/2010/main" val="44702322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titles on large image">
    <p:spTree>
      <p:nvGrpSpPr>
        <p:cNvPr id="1" name=""/>
        <p:cNvGrpSpPr/>
        <p:nvPr/>
      </p:nvGrpSpPr>
      <p:grpSpPr>
        <a:xfrm>
          <a:off x="0" y="0"/>
          <a:ext cx="0" cy="0"/>
          <a:chOff x="0" y="0"/>
          <a:chExt cx="0" cy="0"/>
        </a:xfrm>
      </p:grpSpPr>
      <p:sp>
        <p:nvSpPr>
          <p:cNvPr id="11" name="Oval 10">
            <a:extLst>
              <a:ext uri="{FF2B5EF4-FFF2-40B4-BE49-F238E27FC236}">
                <a16:creationId xmlns:a16="http://schemas.microsoft.com/office/drawing/2014/main" id="{FBFCFA93-363D-7742-9DD9-396B7E9A34D1}"/>
              </a:ext>
              <a:ext uri="{C183D7F6-B498-43B3-948B-1728B52AA6E4}">
                <adec:decorative xmlns:adec="http://schemas.microsoft.com/office/drawing/2017/decorative" val="1"/>
              </a:ext>
            </a:extLst>
          </p:cNvPr>
          <p:cNvSpPr/>
          <p:nvPr/>
        </p:nvSpPr>
        <p:spPr>
          <a:xfrm>
            <a:off x="-4677092" y="-1902344"/>
            <a:ext cx="17520687" cy="17520688"/>
          </a:xfrm>
          <a:prstGeom prst="ellipse">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Picture Placeholder 7" descr="Image placeholder">
            <a:extLst>
              <a:ext uri="{FF2B5EF4-FFF2-40B4-BE49-F238E27FC236}">
                <a16:creationId xmlns:a16="http://schemas.microsoft.com/office/drawing/2014/main" id="{86DD7381-FEE2-5142-849D-5F6B03AB734B}"/>
              </a:ext>
            </a:extLst>
          </p:cNvPr>
          <p:cNvSpPr>
            <a:spLocks noGrp="1"/>
          </p:cNvSpPr>
          <p:nvPr>
            <p:ph type="pic" sz="quarter" idx="10" hasCustomPrompt="1"/>
          </p:nvPr>
        </p:nvSpPr>
        <p:spPr>
          <a:xfrm>
            <a:off x="9530819" y="-1"/>
            <a:ext cx="14856358" cy="13716002"/>
          </a:xfrm>
          <a:custGeom>
            <a:avLst/>
            <a:gdLst>
              <a:gd name="connsiteX0" fmla="*/ 0 w 14856359"/>
              <a:gd name="connsiteY0" fmla="*/ 0 h 13716001"/>
              <a:gd name="connsiteX1" fmla="*/ 14856359 w 14856359"/>
              <a:gd name="connsiteY1" fmla="*/ 0 h 13716001"/>
              <a:gd name="connsiteX2" fmla="*/ 14856359 w 14856359"/>
              <a:gd name="connsiteY2" fmla="*/ 13716001 h 13716001"/>
              <a:gd name="connsiteX3" fmla="*/ 1 w 14856359"/>
              <a:gd name="connsiteY3" fmla="*/ 13716001 h 13716001"/>
              <a:gd name="connsiteX4" fmla="*/ 124826 w 14856359"/>
              <a:gd name="connsiteY4" fmla="*/ 13617908 h 13716001"/>
              <a:gd name="connsiteX5" fmla="*/ 3312778 w 14856359"/>
              <a:gd name="connsiteY5" fmla="*/ 6858001 h 13716001"/>
              <a:gd name="connsiteX6" fmla="*/ 124826 w 14856359"/>
              <a:gd name="connsiteY6" fmla="*/ 98094 h 1371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56359" h="13716001">
                <a:moveTo>
                  <a:pt x="0" y="0"/>
                </a:moveTo>
                <a:lnTo>
                  <a:pt x="14856359" y="0"/>
                </a:lnTo>
                <a:lnTo>
                  <a:pt x="14856359" y="13716001"/>
                </a:lnTo>
                <a:lnTo>
                  <a:pt x="1" y="13716001"/>
                </a:lnTo>
                <a:lnTo>
                  <a:pt x="124826" y="13617908"/>
                </a:lnTo>
                <a:cubicBezTo>
                  <a:pt x="2071788" y="12011132"/>
                  <a:pt x="3312778" y="9579491"/>
                  <a:pt x="3312778" y="6858001"/>
                </a:cubicBezTo>
                <a:cubicBezTo>
                  <a:pt x="3312778" y="4136511"/>
                  <a:pt x="2071788" y="1704870"/>
                  <a:pt x="124826" y="98094"/>
                </a:cubicBezTo>
                <a:close/>
              </a:path>
            </a:pathLst>
          </a:custGeom>
          <a:pattFill prst="wdUpDiag">
            <a:fgClr>
              <a:srgbClr val="FADFD9"/>
            </a:fgClr>
            <a:bgClr>
              <a:schemeClr val="bg1"/>
            </a:bgClr>
          </a:pattFill>
        </p:spPr>
        <p:txBody>
          <a:bodyPr wrap="square" lIns="8503920" rIns="2834640" anchor="ctr">
            <a:noAutofit/>
          </a:bodyPr>
          <a:lstStyle>
            <a:lvl1pPr marL="0" indent="0" algn="r">
              <a:buFontTx/>
              <a:buNone/>
              <a:defRPr sz="4400"/>
            </a:lvl1pPr>
          </a:lstStyle>
          <a:p>
            <a:r>
              <a:rPr lang="en-US"/>
              <a:t>Drag and drop image here</a:t>
            </a:r>
          </a:p>
        </p:txBody>
      </p:sp>
      <p:sp>
        <p:nvSpPr>
          <p:cNvPr id="7" name="Title 1">
            <a:extLst>
              <a:ext uri="{FF2B5EF4-FFF2-40B4-BE49-F238E27FC236}">
                <a16:creationId xmlns:a16="http://schemas.microsoft.com/office/drawing/2014/main" id="{EF6A0D7F-082A-3248-91D9-53919F556DC0}"/>
              </a:ext>
            </a:extLst>
          </p:cNvPr>
          <p:cNvSpPr>
            <a:spLocks noGrp="1"/>
          </p:cNvSpPr>
          <p:nvPr>
            <p:ph type="title" hasCustomPrompt="1"/>
          </p:nvPr>
        </p:nvSpPr>
        <p:spPr>
          <a:xfrm>
            <a:off x="1440942" y="4816477"/>
            <a:ext cx="9235214" cy="2041526"/>
          </a:xfrm>
          <a:noFill/>
        </p:spPr>
        <p:txBody>
          <a:bodyPr vert="horz" lIns="0" tIns="45720" rIns="0" bIns="45720" rtlCol="0" anchor="b" anchorCtr="0">
            <a:noAutofit/>
          </a:bodyPr>
          <a:lstStyle>
            <a:lvl1pPr>
              <a:defRPr lang="en-US" sz="11498" dirty="0">
                <a:ea typeface="+mn-ea"/>
                <a:cs typeface="+mn-cs"/>
              </a:defRPr>
            </a:lvl1pPr>
          </a:lstStyle>
          <a:p>
            <a:pPr lvl="0"/>
            <a:r>
              <a:rPr lang="en-US"/>
              <a:t>Enter slide title here in two lines</a:t>
            </a:r>
          </a:p>
        </p:txBody>
      </p:sp>
      <p:sp>
        <p:nvSpPr>
          <p:cNvPr id="16" name="Text Placeholder 2">
            <a:extLst>
              <a:ext uri="{FF2B5EF4-FFF2-40B4-BE49-F238E27FC236}">
                <a16:creationId xmlns:a16="http://schemas.microsoft.com/office/drawing/2014/main" id="{06BE4672-B180-CF4F-9153-F4E02DA2C6AD}"/>
              </a:ext>
            </a:extLst>
          </p:cNvPr>
          <p:cNvSpPr>
            <a:spLocks noGrp="1"/>
          </p:cNvSpPr>
          <p:nvPr>
            <p:ph type="body" sz="quarter" idx="12" hasCustomPrompt="1"/>
          </p:nvPr>
        </p:nvSpPr>
        <p:spPr>
          <a:xfrm>
            <a:off x="1421063" y="7285546"/>
            <a:ext cx="9235214" cy="2143568"/>
          </a:xfrm>
        </p:spPr>
        <p:txBody>
          <a:bodyPr>
            <a:noAutofit/>
          </a:bodyPr>
          <a:lstStyle>
            <a:lvl1pPr marL="0" indent="0">
              <a:buNone/>
              <a:defRPr sz="5398">
                <a:solidFill>
                  <a:schemeClr val="accent6"/>
                </a:solidFill>
              </a:defRPr>
            </a:lvl1pPr>
            <a:lvl2pPr marL="914218" indent="0">
              <a:buNone/>
              <a:defRPr sz="5398">
                <a:solidFill>
                  <a:schemeClr val="accent6"/>
                </a:solidFill>
              </a:defRPr>
            </a:lvl2pPr>
            <a:lvl3pPr marL="1828434" indent="0">
              <a:buNone/>
              <a:defRPr sz="5398">
                <a:solidFill>
                  <a:schemeClr val="accent6"/>
                </a:solidFill>
              </a:defRPr>
            </a:lvl3pPr>
            <a:lvl4pPr marL="2742652" indent="0">
              <a:buNone/>
              <a:defRPr sz="5398">
                <a:solidFill>
                  <a:schemeClr val="accent6"/>
                </a:solidFill>
              </a:defRPr>
            </a:lvl4pPr>
            <a:lvl5pPr marL="3656868" indent="0">
              <a:buNone/>
              <a:defRPr sz="5398">
                <a:solidFill>
                  <a:schemeClr val="accent6"/>
                </a:solidFill>
              </a:defRPr>
            </a:lvl5pPr>
          </a:lstStyle>
          <a:p>
            <a:pPr lvl="0"/>
            <a:r>
              <a:rPr lang="en-US"/>
              <a:t>Enter your subtitle here,</a:t>
            </a:r>
            <a:br>
              <a:rPr lang="en-US"/>
            </a:br>
            <a:r>
              <a:rPr lang="en-US"/>
              <a:t>up to three lines</a:t>
            </a:r>
          </a:p>
        </p:txBody>
      </p:sp>
      <p:sp>
        <p:nvSpPr>
          <p:cNvPr id="6" name="Folded Corner 5">
            <a:extLst>
              <a:ext uri="{FF2B5EF4-FFF2-40B4-BE49-F238E27FC236}">
                <a16:creationId xmlns:a16="http://schemas.microsoft.com/office/drawing/2014/main" id="{3DD3AFC8-6F22-EF4D-96B6-644B4422994B}"/>
              </a:ext>
              <a:ext uri="{C183D7F6-B498-43B3-948B-1728B52AA6E4}">
                <adec:decorative xmlns:adec="http://schemas.microsoft.com/office/drawing/2017/decorative" val="1"/>
              </a:ext>
            </a:extLst>
          </p:cNvPr>
          <p:cNvSpPr/>
          <p:nvPr/>
        </p:nvSpPr>
        <p:spPr>
          <a:xfrm>
            <a:off x="0" y="-1295400"/>
            <a:ext cx="12193588" cy="9906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This title has visual impact with dramatic typography and image use.</a:t>
            </a:r>
          </a:p>
        </p:txBody>
      </p:sp>
    </p:spTree>
    <p:extLst>
      <p:ext uri="{BB962C8B-B14F-4D97-AF65-F5344CB8AC3E}">
        <p14:creationId xmlns:p14="http://schemas.microsoft.com/office/powerpoint/2010/main" val="153745570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title slide: one speak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723485-C88B-AA45-8E0D-9DB938AC4606}"/>
              </a:ext>
              <a:ext uri="{C183D7F6-B498-43B3-948B-1728B52AA6E4}">
                <adec:decorative xmlns:adec="http://schemas.microsoft.com/office/drawing/2017/decorative" val="1"/>
              </a:ext>
            </a:extLst>
          </p:cNvPr>
          <p:cNvSpPr/>
          <p:nvPr/>
        </p:nvSpPr>
        <p:spPr>
          <a:xfrm>
            <a:off x="0" y="0"/>
            <a:ext cx="24387175" cy="6858000"/>
          </a:xfrm>
          <a:prstGeom prst="rect">
            <a:avLst/>
          </a:pr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a:ln>
                <a:solidFill>
                  <a:sysClr val="windowText" lastClr="000000"/>
                </a:solidFill>
              </a:ln>
            </a:endParaRPr>
          </a:p>
        </p:txBody>
      </p:sp>
      <p:pic>
        <p:nvPicPr>
          <p:cNvPr id="17" name="Picture 16">
            <a:extLst>
              <a:ext uri="{FF2B5EF4-FFF2-40B4-BE49-F238E27FC236}">
                <a16:creationId xmlns:a16="http://schemas.microsoft.com/office/drawing/2014/main" id="{9825146B-1FC1-D04B-93CD-25738B47D45A}"/>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11388" y="1581324"/>
            <a:ext cx="2182620" cy="552276"/>
          </a:xfrm>
          <a:prstGeom prst="rect">
            <a:avLst/>
          </a:prstGeom>
        </p:spPr>
      </p:pic>
      <p:sp>
        <p:nvSpPr>
          <p:cNvPr id="2" name="Title 1">
            <a:extLst>
              <a:ext uri="{FF2B5EF4-FFF2-40B4-BE49-F238E27FC236}">
                <a16:creationId xmlns:a16="http://schemas.microsoft.com/office/drawing/2014/main" id="{D3D1E1EB-A2EE-A74C-A3A9-D279BC79C3AF}"/>
              </a:ext>
            </a:extLst>
          </p:cNvPr>
          <p:cNvSpPr>
            <a:spLocks noGrp="1"/>
          </p:cNvSpPr>
          <p:nvPr>
            <p:ph type="title" hasCustomPrompt="1"/>
          </p:nvPr>
        </p:nvSpPr>
        <p:spPr>
          <a:xfrm>
            <a:off x="2211389" y="3104392"/>
            <a:ext cx="19274723" cy="1192320"/>
          </a:xfrm>
        </p:spPr>
        <p:txBody>
          <a:bodyPr/>
          <a:lstStyle>
            <a:lvl1pPr>
              <a:defRPr lang="en-US" sz="7998" b="0" i="0" kern="1200" baseline="0">
                <a:solidFill>
                  <a:schemeClr val="bg2"/>
                </a:solidFill>
                <a:latin typeface="Community Light" panose="02000303040000020003" pitchFamily="2" charset="0"/>
                <a:ea typeface="+mn-ea"/>
                <a:cs typeface="+mn-cs"/>
              </a:defRPr>
            </a:lvl1pPr>
          </a:lstStyle>
          <a:p>
            <a:pPr lvl="0"/>
            <a:r>
              <a:rPr lang="en-US"/>
              <a:t>Enter presentation title here</a:t>
            </a:r>
          </a:p>
        </p:txBody>
      </p:sp>
      <p:sp>
        <p:nvSpPr>
          <p:cNvPr id="33" name="Text Placeholder 28">
            <a:extLst>
              <a:ext uri="{FF2B5EF4-FFF2-40B4-BE49-F238E27FC236}">
                <a16:creationId xmlns:a16="http://schemas.microsoft.com/office/drawing/2014/main" id="{B2F347B6-7545-EC4C-B88E-DA7A06BBDF88}"/>
              </a:ext>
            </a:extLst>
          </p:cNvPr>
          <p:cNvSpPr>
            <a:spLocks noGrp="1"/>
          </p:cNvSpPr>
          <p:nvPr>
            <p:ph type="body" sz="quarter" idx="18" hasCustomPrompt="1"/>
          </p:nvPr>
        </p:nvSpPr>
        <p:spPr>
          <a:xfrm>
            <a:off x="2211389" y="4431159"/>
            <a:ext cx="19274723" cy="928246"/>
          </a:xfrm>
        </p:spPr>
        <p:txBody>
          <a:bodyPr>
            <a:normAutofit/>
          </a:bodyPr>
          <a:lstStyle>
            <a:lvl1pPr marL="0" indent="0">
              <a:buFontTx/>
              <a:buNone/>
              <a:defRPr sz="5398" b="0" i="0">
                <a:solidFill>
                  <a:schemeClr val="bg2"/>
                </a:solidFill>
                <a:latin typeface="Community Light" panose="02000303040000020003" pitchFamily="2" charset="0"/>
              </a:defRPr>
            </a:lvl1pPr>
            <a:lvl2pPr marL="914218" indent="0">
              <a:buNone/>
              <a:defRPr/>
            </a:lvl2pPr>
          </a:lstStyle>
          <a:p>
            <a:pPr lvl="0"/>
            <a:r>
              <a:rPr lang="en-US"/>
              <a:t>Enter subtitle here</a:t>
            </a:r>
          </a:p>
        </p:txBody>
      </p:sp>
      <p:sp>
        <p:nvSpPr>
          <p:cNvPr id="19" name="Picture Placeholder 18">
            <a:extLst>
              <a:ext uri="{FF2B5EF4-FFF2-40B4-BE49-F238E27FC236}">
                <a16:creationId xmlns:a16="http://schemas.microsoft.com/office/drawing/2014/main" id="{4C4C94BE-4BC2-DD45-94FD-56EB7662DE99}"/>
              </a:ext>
              <a:ext uri="{C183D7F6-B498-43B3-948B-1728B52AA6E4}">
                <adec:decorative xmlns:adec="http://schemas.microsoft.com/office/drawing/2017/decorative" val="1"/>
              </a:ext>
            </a:extLst>
          </p:cNvPr>
          <p:cNvSpPr>
            <a:spLocks noGrp="1"/>
          </p:cNvSpPr>
          <p:nvPr>
            <p:ph type="pic" sz="quarter" idx="11" hasCustomPrompt="1"/>
          </p:nvPr>
        </p:nvSpPr>
        <p:spPr>
          <a:xfrm>
            <a:off x="2024287" y="7354243"/>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36" name="Text Placeholder 34">
            <a:extLst>
              <a:ext uri="{FF2B5EF4-FFF2-40B4-BE49-F238E27FC236}">
                <a16:creationId xmlns:a16="http://schemas.microsoft.com/office/drawing/2014/main" id="{FBB340B1-D705-3F41-B639-FFF0474B6667}"/>
              </a:ext>
            </a:extLst>
          </p:cNvPr>
          <p:cNvSpPr>
            <a:spLocks noGrp="1"/>
          </p:cNvSpPr>
          <p:nvPr>
            <p:ph type="body" sz="quarter" idx="19" hasCustomPrompt="1"/>
          </p:nvPr>
        </p:nvSpPr>
        <p:spPr>
          <a:xfrm>
            <a:off x="1573249" y="11058747"/>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7" name="Text Placeholder 34">
            <a:extLst>
              <a:ext uri="{FF2B5EF4-FFF2-40B4-BE49-F238E27FC236}">
                <a16:creationId xmlns:a16="http://schemas.microsoft.com/office/drawing/2014/main" id="{7BD425B7-63EC-7F46-9A52-C6CF81CF13F3}"/>
              </a:ext>
            </a:extLst>
          </p:cNvPr>
          <p:cNvSpPr>
            <a:spLocks noGrp="1"/>
          </p:cNvSpPr>
          <p:nvPr>
            <p:ph type="body" sz="quarter" idx="20" hasCustomPrompt="1"/>
          </p:nvPr>
        </p:nvSpPr>
        <p:spPr>
          <a:xfrm>
            <a:off x="1573249" y="11690499"/>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11" name="Folded Corner 10">
            <a:extLst>
              <a:ext uri="{FF2B5EF4-FFF2-40B4-BE49-F238E27FC236}">
                <a16:creationId xmlns:a16="http://schemas.microsoft.com/office/drawing/2014/main" id="{CF10B45B-0924-054D-9F26-8E81EE63E9C7}"/>
              </a:ext>
              <a:ext uri="{C183D7F6-B498-43B3-948B-1728B52AA6E4}">
                <adec:decorative xmlns:adec="http://schemas.microsoft.com/office/drawing/2017/decorative" val="1"/>
              </a:ext>
            </a:extLst>
          </p:cNvPr>
          <p:cNvSpPr/>
          <p:nvPr/>
        </p:nvSpPr>
        <p:spPr>
          <a:xfrm>
            <a:off x="1" y="-2743200"/>
            <a:ext cx="9069387" cy="22860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This title is for topic panels with one speaker.</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 </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Drag and drop images into image placeholder, and replace text placeholders with your own words.</a:t>
            </a:r>
            <a:endPar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2535220456"/>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itle slide: 2 speakers">
    <p:bg>
      <p:bgPr>
        <a:solidFill>
          <a:srgbClr val="FDFA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D98565-7254-EE44-B43E-57FC83F9388F}"/>
              </a:ext>
              <a:ext uri="{C183D7F6-B498-43B3-948B-1728B52AA6E4}">
                <adec:decorative xmlns:adec="http://schemas.microsoft.com/office/drawing/2017/decorative" val="1"/>
              </a:ext>
            </a:extLst>
          </p:cNvPr>
          <p:cNvSpPr/>
          <p:nvPr/>
        </p:nvSpPr>
        <p:spPr>
          <a:xfrm>
            <a:off x="0" y="0"/>
            <a:ext cx="24387175" cy="6858000"/>
          </a:xfrm>
          <a:prstGeom prst="rect">
            <a:avLst/>
          </a:pr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a:p>
        </p:txBody>
      </p:sp>
      <p:pic>
        <p:nvPicPr>
          <p:cNvPr id="20" name="Picture 19">
            <a:extLst>
              <a:ext uri="{FF2B5EF4-FFF2-40B4-BE49-F238E27FC236}">
                <a16:creationId xmlns:a16="http://schemas.microsoft.com/office/drawing/2014/main" id="{CB4128AB-A1B8-B547-A96C-24176DF38925}"/>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11388" y="1581324"/>
            <a:ext cx="2182620" cy="552276"/>
          </a:xfrm>
          <a:prstGeom prst="rect">
            <a:avLst/>
          </a:prstGeom>
        </p:spPr>
      </p:pic>
      <p:sp>
        <p:nvSpPr>
          <p:cNvPr id="27" name="Title 1">
            <a:extLst>
              <a:ext uri="{FF2B5EF4-FFF2-40B4-BE49-F238E27FC236}">
                <a16:creationId xmlns:a16="http://schemas.microsoft.com/office/drawing/2014/main" id="{38AB22FF-3E15-4343-B689-705FABA33615}"/>
              </a:ext>
            </a:extLst>
          </p:cNvPr>
          <p:cNvSpPr>
            <a:spLocks noGrp="1"/>
          </p:cNvSpPr>
          <p:nvPr>
            <p:ph type="title" hasCustomPrompt="1"/>
          </p:nvPr>
        </p:nvSpPr>
        <p:spPr>
          <a:xfrm>
            <a:off x="2211389" y="3104392"/>
            <a:ext cx="19274723" cy="1192320"/>
          </a:xfrm>
        </p:spPr>
        <p:txBody>
          <a:bodyPr/>
          <a:lstStyle>
            <a:lvl1pPr>
              <a:defRPr lang="en-US" sz="7998" b="0" i="0" kern="1200" baseline="0">
                <a:solidFill>
                  <a:schemeClr val="bg2"/>
                </a:solidFill>
                <a:latin typeface="Community Light" panose="02000303040000020003" pitchFamily="2" charset="0"/>
                <a:ea typeface="+mn-ea"/>
                <a:cs typeface="+mn-cs"/>
              </a:defRPr>
            </a:lvl1pPr>
          </a:lstStyle>
          <a:p>
            <a:pPr lvl="0"/>
            <a:r>
              <a:rPr lang="en-US"/>
              <a:t>Enter presentation title here</a:t>
            </a:r>
          </a:p>
        </p:txBody>
      </p:sp>
      <p:sp>
        <p:nvSpPr>
          <p:cNvPr id="23" name="Text Placeholder 28">
            <a:extLst>
              <a:ext uri="{FF2B5EF4-FFF2-40B4-BE49-F238E27FC236}">
                <a16:creationId xmlns:a16="http://schemas.microsoft.com/office/drawing/2014/main" id="{5859809C-2FC3-5946-9ADA-4337F868F863}"/>
              </a:ext>
            </a:extLst>
          </p:cNvPr>
          <p:cNvSpPr>
            <a:spLocks noGrp="1"/>
          </p:cNvSpPr>
          <p:nvPr>
            <p:ph type="body" sz="quarter" idx="18" hasCustomPrompt="1"/>
          </p:nvPr>
        </p:nvSpPr>
        <p:spPr>
          <a:xfrm>
            <a:off x="2211389" y="4431159"/>
            <a:ext cx="19274723" cy="928246"/>
          </a:xfrm>
        </p:spPr>
        <p:txBody>
          <a:bodyPr>
            <a:normAutofit/>
          </a:bodyPr>
          <a:lstStyle>
            <a:lvl1pPr marL="0" indent="0">
              <a:buFontTx/>
              <a:buNone/>
              <a:defRPr sz="5398" b="0" i="0">
                <a:solidFill>
                  <a:schemeClr val="bg2"/>
                </a:solidFill>
                <a:latin typeface="Community Light" panose="02000303040000020003" pitchFamily="2" charset="0"/>
              </a:defRPr>
            </a:lvl1pPr>
            <a:lvl2pPr marL="914218" indent="0">
              <a:buNone/>
              <a:defRPr/>
            </a:lvl2pPr>
          </a:lstStyle>
          <a:p>
            <a:pPr lvl="0"/>
            <a:r>
              <a:rPr lang="en-US"/>
              <a:t>Enter subtitle here</a:t>
            </a:r>
          </a:p>
        </p:txBody>
      </p:sp>
      <p:sp>
        <p:nvSpPr>
          <p:cNvPr id="19" name="Picture Placeholder 18">
            <a:extLst>
              <a:ext uri="{FF2B5EF4-FFF2-40B4-BE49-F238E27FC236}">
                <a16:creationId xmlns:a16="http://schemas.microsoft.com/office/drawing/2014/main" id="{4C4C94BE-4BC2-DD45-94FD-56EB7662DE99}"/>
              </a:ext>
              <a:ext uri="{C183D7F6-B498-43B3-948B-1728B52AA6E4}">
                <adec:decorative xmlns:adec="http://schemas.microsoft.com/office/drawing/2017/decorative" val="1"/>
              </a:ext>
            </a:extLst>
          </p:cNvPr>
          <p:cNvSpPr>
            <a:spLocks noGrp="1"/>
          </p:cNvSpPr>
          <p:nvPr>
            <p:ph type="pic" sz="quarter" idx="11" hasCustomPrompt="1"/>
          </p:nvPr>
        </p:nvSpPr>
        <p:spPr>
          <a:xfrm>
            <a:off x="2024287" y="7343357"/>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36" name="Text Placeholder 34">
            <a:extLst>
              <a:ext uri="{FF2B5EF4-FFF2-40B4-BE49-F238E27FC236}">
                <a16:creationId xmlns:a16="http://schemas.microsoft.com/office/drawing/2014/main" id="{FBB340B1-D705-3F41-B639-FFF0474B6667}"/>
              </a:ext>
            </a:extLst>
          </p:cNvPr>
          <p:cNvSpPr>
            <a:spLocks noGrp="1"/>
          </p:cNvSpPr>
          <p:nvPr>
            <p:ph type="body" sz="quarter" idx="19" hasCustomPrompt="1"/>
          </p:nvPr>
        </p:nvSpPr>
        <p:spPr>
          <a:xfrm>
            <a:off x="1573249" y="11073261"/>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7" name="Text Placeholder 34">
            <a:extLst>
              <a:ext uri="{FF2B5EF4-FFF2-40B4-BE49-F238E27FC236}">
                <a16:creationId xmlns:a16="http://schemas.microsoft.com/office/drawing/2014/main" id="{7BD425B7-63EC-7F46-9A52-C6CF81CF13F3}"/>
              </a:ext>
            </a:extLst>
          </p:cNvPr>
          <p:cNvSpPr>
            <a:spLocks noGrp="1"/>
          </p:cNvSpPr>
          <p:nvPr>
            <p:ph type="body" sz="quarter" idx="20" hasCustomPrompt="1"/>
          </p:nvPr>
        </p:nvSpPr>
        <p:spPr>
          <a:xfrm>
            <a:off x="1573249" y="11705013"/>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22" name="Picture Placeholder 18">
            <a:extLst>
              <a:ext uri="{FF2B5EF4-FFF2-40B4-BE49-F238E27FC236}">
                <a16:creationId xmlns:a16="http://schemas.microsoft.com/office/drawing/2014/main" id="{20A6E35E-E240-8F43-87D0-EC13E9B01697}"/>
              </a:ext>
              <a:ext uri="{C183D7F6-B498-43B3-948B-1728B52AA6E4}">
                <adec:decorative xmlns:adec="http://schemas.microsoft.com/office/drawing/2017/decorative" val="1"/>
              </a:ext>
            </a:extLst>
          </p:cNvPr>
          <p:cNvSpPr>
            <a:spLocks noGrp="1"/>
          </p:cNvSpPr>
          <p:nvPr>
            <p:ph type="pic" sz="quarter" idx="12" hasCustomPrompt="1"/>
          </p:nvPr>
        </p:nvSpPr>
        <p:spPr>
          <a:xfrm>
            <a:off x="7778358" y="7343357"/>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38" name="Text Placeholder 34">
            <a:extLst>
              <a:ext uri="{FF2B5EF4-FFF2-40B4-BE49-F238E27FC236}">
                <a16:creationId xmlns:a16="http://schemas.microsoft.com/office/drawing/2014/main" id="{807AF3A3-613C-0B46-A73C-D4CAEB12C4CB}"/>
              </a:ext>
            </a:extLst>
          </p:cNvPr>
          <p:cNvSpPr>
            <a:spLocks noGrp="1"/>
          </p:cNvSpPr>
          <p:nvPr>
            <p:ph type="body" sz="quarter" idx="21" hasCustomPrompt="1"/>
          </p:nvPr>
        </p:nvSpPr>
        <p:spPr>
          <a:xfrm>
            <a:off x="7403436" y="11073261"/>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9" name="Text Placeholder 34">
            <a:extLst>
              <a:ext uri="{FF2B5EF4-FFF2-40B4-BE49-F238E27FC236}">
                <a16:creationId xmlns:a16="http://schemas.microsoft.com/office/drawing/2014/main" id="{32A99B18-BE81-9A48-AB74-2FA68D48BC31}"/>
              </a:ext>
            </a:extLst>
          </p:cNvPr>
          <p:cNvSpPr>
            <a:spLocks noGrp="1"/>
          </p:cNvSpPr>
          <p:nvPr>
            <p:ph type="body" sz="quarter" idx="22" hasCustomPrompt="1"/>
          </p:nvPr>
        </p:nvSpPr>
        <p:spPr>
          <a:xfrm>
            <a:off x="7403436" y="11705013"/>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13" name="Folded Corner 12">
            <a:extLst>
              <a:ext uri="{FF2B5EF4-FFF2-40B4-BE49-F238E27FC236}">
                <a16:creationId xmlns:a16="http://schemas.microsoft.com/office/drawing/2014/main" id="{B19A892B-7709-7547-A8B7-C60C0C7757CC}"/>
              </a:ext>
              <a:ext uri="{C183D7F6-B498-43B3-948B-1728B52AA6E4}">
                <adec:decorative xmlns:adec="http://schemas.microsoft.com/office/drawing/2017/decorative" val="1"/>
              </a:ext>
            </a:extLst>
          </p:cNvPr>
          <p:cNvSpPr/>
          <p:nvPr/>
        </p:nvSpPr>
        <p:spPr>
          <a:xfrm>
            <a:off x="1" y="-2743200"/>
            <a:ext cx="9069387" cy="22860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This title is for topic panels with 2 speakers.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 </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Drag and drop images into image placeholder, and replace text placeholders with your own words.</a:t>
            </a:r>
            <a:endPar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1228941706"/>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itle slide: 3 speakers">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2301F7E9-46CC-3741-A623-265E5A00367D}"/>
              </a:ext>
            </a:extLst>
          </p:cNvPr>
          <p:cNvSpPr/>
          <p:nvPr/>
        </p:nvSpPr>
        <p:spPr>
          <a:xfrm>
            <a:off x="0" y="0"/>
            <a:ext cx="24387175" cy="6858000"/>
          </a:xfrm>
          <a:prstGeom prst="rect">
            <a:avLst/>
          </a:pr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a:p>
        </p:txBody>
      </p:sp>
      <p:pic>
        <p:nvPicPr>
          <p:cNvPr id="26" name="Picture 25">
            <a:extLst>
              <a:ext uri="{FF2B5EF4-FFF2-40B4-BE49-F238E27FC236}">
                <a16:creationId xmlns:a16="http://schemas.microsoft.com/office/drawing/2014/main" id="{3EA9B617-75C8-424E-A5E3-40AB1E11E85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11388" y="1581324"/>
            <a:ext cx="2182620" cy="552276"/>
          </a:xfrm>
          <a:prstGeom prst="rect">
            <a:avLst/>
          </a:prstGeom>
        </p:spPr>
      </p:pic>
      <p:sp>
        <p:nvSpPr>
          <p:cNvPr id="17" name="Title 1">
            <a:extLst>
              <a:ext uri="{FF2B5EF4-FFF2-40B4-BE49-F238E27FC236}">
                <a16:creationId xmlns:a16="http://schemas.microsoft.com/office/drawing/2014/main" id="{EE072583-B67E-184F-BB23-48AB7B4159C8}"/>
              </a:ext>
            </a:extLst>
          </p:cNvPr>
          <p:cNvSpPr>
            <a:spLocks noGrp="1"/>
          </p:cNvSpPr>
          <p:nvPr>
            <p:ph type="title" hasCustomPrompt="1"/>
          </p:nvPr>
        </p:nvSpPr>
        <p:spPr>
          <a:xfrm>
            <a:off x="2211389" y="3104392"/>
            <a:ext cx="19274723" cy="1192320"/>
          </a:xfrm>
        </p:spPr>
        <p:txBody>
          <a:bodyPr/>
          <a:lstStyle>
            <a:lvl1pPr>
              <a:defRPr lang="en-US" sz="7998" b="0" i="0" kern="1200" baseline="0">
                <a:solidFill>
                  <a:schemeClr val="bg2"/>
                </a:solidFill>
                <a:latin typeface="Community Light" panose="02000303040000020003" pitchFamily="2" charset="0"/>
                <a:ea typeface="+mn-ea"/>
                <a:cs typeface="+mn-cs"/>
              </a:defRPr>
            </a:lvl1pPr>
          </a:lstStyle>
          <a:p>
            <a:pPr lvl="0"/>
            <a:r>
              <a:rPr lang="en-US"/>
              <a:t>Enter presentation title here</a:t>
            </a:r>
          </a:p>
        </p:txBody>
      </p:sp>
      <p:sp>
        <p:nvSpPr>
          <p:cNvPr id="28" name="Text Placeholder 28">
            <a:extLst>
              <a:ext uri="{FF2B5EF4-FFF2-40B4-BE49-F238E27FC236}">
                <a16:creationId xmlns:a16="http://schemas.microsoft.com/office/drawing/2014/main" id="{D3C13650-C22D-F346-8B75-456A584E296D}"/>
              </a:ext>
            </a:extLst>
          </p:cNvPr>
          <p:cNvSpPr>
            <a:spLocks noGrp="1"/>
          </p:cNvSpPr>
          <p:nvPr>
            <p:ph type="body" sz="quarter" idx="18" hasCustomPrompt="1"/>
          </p:nvPr>
        </p:nvSpPr>
        <p:spPr>
          <a:xfrm>
            <a:off x="2211389" y="4431159"/>
            <a:ext cx="19274723" cy="928246"/>
          </a:xfrm>
        </p:spPr>
        <p:txBody>
          <a:bodyPr>
            <a:normAutofit/>
          </a:bodyPr>
          <a:lstStyle>
            <a:lvl1pPr marL="0" indent="0">
              <a:buFontTx/>
              <a:buNone/>
              <a:defRPr sz="5398" b="0" i="0">
                <a:solidFill>
                  <a:schemeClr val="bg2"/>
                </a:solidFill>
                <a:latin typeface="Community Light" panose="02000303040000020003" pitchFamily="2" charset="0"/>
              </a:defRPr>
            </a:lvl1pPr>
            <a:lvl2pPr marL="914218" indent="0">
              <a:buNone/>
              <a:defRPr/>
            </a:lvl2pPr>
          </a:lstStyle>
          <a:p>
            <a:pPr lvl="0"/>
            <a:r>
              <a:rPr lang="en-US"/>
              <a:t>Enter subtitle here</a:t>
            </a:r>
          </a:p>
        </p:txBody>
      </p:sp>
      <p:sp>
        <p:nvSpPr>
          <p:cNvPr id="19" name="Picture Placeholder 18">
            <a:extLst>
              <a:ext uri="{FF2B5EF4-FFF2-40B4-BE49-F238E27FC236}">
                <a16:creationId xmlns:a16="http://schemas.microsoft.com/office/drawing/2014/main" id="{4C4C94BE-4BC2-DD45-94FD-56EB7662DE99}"/>
              </a:ext>
              <a:ext uri="{C183D7F6-B498-43B3-948B-1728B52AA6E4}">
                <adec:decorative xmlns:adec="http://schemas.microsoft.com/office/drawing/2017/decorative" val="1"/>
              </a:ext>
            </a:extLst>
          </p:cNvPr>
          <p:cNvSpPr>
            <a:spLocks noGrp="1"/>
          </p:cNvSpPr>
          <p:nvPr>
            <p:ph type="pic" sz="quarter" idx="11" hasCustomPrompt="1"/>
          </p:nvPr>
        </p:nvSpPr>
        <p:spPr>
          <a:xfrm>
            <a:off x="2024287" y="7354243"/>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22" name="Picture Placeholder 18">
            <a:extLst>
              <a:ext uri="{FF2B5EF4-FFF2-40B4-BE49-F238E27FC236}">
                <a16:creationId xmlns:a16="http://schemas.microsoft.com/office/drawing/2014/main" id="{20A6E35E-E240-8F43-87D0-EC13E9B01697}"/>
              </a:ext>
              <a:ext uri="{C183D7F6-B498-43B3-948B-1728B52AA6E4}">
                <adec:decorative xmlns:adec="http://schemas.microsoft.com/office/drawing/2017/decorative" val="1"/>
              </a:ext>
            </a:extLst>
          </p:cNvPr>
          <p:cNvSpPr>
            <a:spLocks noGrp="1"/>
          </p:cNvSpPr>
          <p:nvPr>
            <p:ph type="pic" sz="quarter" idx="12" hasCustomPrompt="1"/>
          </p:nvPr>
        </p:nvSpPr>
        <p:spPr>
          <a:xfrm>
            <a:off x="7778358" y="7354243"/>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25" name="Picture Placeholder 18">
            <a:extLst>
              <a:ext uri="{FF2B5EF4-FFF2-40B4-BE49-F238E27FC236}">
                <a16:creationId xmlns:a16="http://schemas.microsoft.com/office/drawing/2014/main" id="{5C1CEB3C-3E83-184B-97B3-1B97081126BC}"/>
              </a:ext>
              <a:ext uri="{C183D7F6-B498-43B3-948B-1728B52AA6E4}">
                <adec:decorative xmlns:adec="http://schemas.microsoft.com/office/drawing/2017/decorative" val="1"/>
              </a:ext>
            </a:extLst>
          </p:cNvPr>
          <p:cNvSpPr>
            <a:spLocks noGrp="1"/>
          </p:cNvSpPr>
          <p:nvPr>
            <p:ph type="pic" sz="quarter" idx="14" hasCustomPrompt="1"/>
          </p:nvPr>
        </p:nvSpPr>
        <p:spPr>
          <a:xfrm>
            <a:off x="13663394" y="7354243"/>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36" name="Text Placeholder 34">
            <a:extLst>
              <a:ext uri="{FF2B5EF4-FFF2-40B4-BE49-F238E27FC236}">
                <a16:creationId xmlns:a16="http://schemas.microsoft.com/office/drawing/2014/main" id="{FBB340B1-D705-3F41-B639-FFF0474B6667}"/>
              </a:ext>
            </a:extLst>
          </p:cNvPr>
          <p:cNvSpPr>
            <a:spLocks noGrp="1"/>
          </p:cNvSpPr>
          <p:nvPr>
            <p:ph type="body" sz="quarter" idx="19" hasCustomPrompt="1"/>
          </p:nvPr>
        </p:nvSpPr>
        <p:spPr>
          <a:xfrm>
            <a:off x="1573249" y="11058747"/>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7" name="Text Placeholder 34">
            <a:extLst>
              <a:ext uri="{FF2B5EF4-FFF2-40B4-BE49-F238E27FC236}">
                <a16:creationId xmlns:a16="http://schemas.microsoft.com/office/drawing/2014/main" id="{7BD425B7-63EC-7F46-9A52-C6CF81CF13F3}"/>
              </a:ext>
            </a:extLst>
          </p:cNvPr>
          <p:cNvSpPr>
            <a:spLocks noGrp="1"/>
          </p:cNvSpPr>
          <p:nvPr>
            <p:ph type="body" sz="quarter" idx="20" hasCustomPrompt="1"/>
          </p:nvPr>
        </p:nvSpPr>
        <p:spPr>
          <a:xfrm>
            <a:off x="1573249" y="11690499"/>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38" name="Text Placeholder 34">
            <a:extLst>
              <a:ext uri="{FF2B5EF4-FFF2-40B4-BE49-F238E27FC236}">
                <a16:creationId xmlns:a16="http://schemas.microsoft.com/office/drawing/2014/main" id="{807AF3A3-613C-0B46-A73C-D4CAEB12C4CB}"/>
              </a:ext>
            </a:extLst>
          </p:cNvPr>
          <p:cNvSpPr>
            <a:spLocks noGrp="1"/>
          </p:cNvSpPr>
          <p:nvPr>
            <p:ph type="body" sz="quarter" idx="21" hasCustomPrompt="1"/>
          </p:nvPr>
        </p:nvSpPr>
        <p:spPr>
          <a:xfrm>
            <a:off x="7403436" y="11058747"/>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9" name="Text Placeholder 34">
            <a:extLst>
              <a:ext uri="{FF2B5EF4-FFF2-40B4-BE49-F238E27FC236}">
                <a16:creationId xmlns:a16="http://schemas.microsoft.com/office/drawing/2014/main" id="{32A99B18-BE81-9A48-AB74-2FA68D48BC31}"/>
              </a:ext>
            </a:extLst>
          </p:cNvPr>
          <p:cNvSpPr>
            <a:spLocks noGrp="1"/>
          </p:cNvSpPr>
          <p:nvPr>
            <p:ph type="body" sz="quarter" idx="22" hasCustomPrompt="1"/>
          </p:nvPr>
        </p:nvSpPr>
        <p:spPr>
          <a:xfrm>
            <a:off x="7403436" y="11690499"/>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40" name="Text Placeholder 34">
            <a:extLst>
              <a:ext uri="{FF2B5EF4-FFF2-40B4-BE49-F238E27FC236}">
                <a16:creationId xmlns:a16="http://schemas.microsoft.com/office/drawing/2014/main" id="{0E2B96AF-5B48-C541-ABC9-0F9AE09D3D60}"/>
              </a:ext>
            </a:extLst>
          </p:cNvPr>
          <p:cNvSpPr>
            <a:spLocks noGrp="1"/>
          </p:cNvSpPr>
          <p:nvPr>
            <p:ph type="body" sz="quarter" idx="23" hasCustomPrompt="1"/>
          </p:nvPr>
        </p:nvSpPr>
        <p:spPr>
          <a:xfrm>
            <a:off x="13212356" y="11058747"/>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41" name="Text Placeholder 34">
            <a:extLst>
              <a:ext uri="{FF2B5EF4-FFF2-40B4-BE49-F238E27FC236}">
                <a16:creationId xmlns:a16="http://schemas.microsoft.com/office/drawing/2014/main" id="{4204D678-1313-D140-965F-9A0573943C1A}"/>
              </a:ext>
            </a:extLst>
          </p:cNvPr>
          <p:cNvSpPr>
            <a:spLocks noGrp="1"/>
          </p:cNvSpPr>
          <p:nvPr>
            <p:ph type="body" sz="quarter" idx="24" hasCustomPrompt="1"/>
          </p:nvPr>
        </p:nvSpPr>
        <p:spPr>
          <a:xfrm>
            <a:off x="13212356" y="11690499"/>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16" name="Folded Corner 15">
            <a:extLst>
              <a:ext uri="{FF2B5EF4-FFF2-40B4-BE49-F238E27FC236}">
                <a16:creationId xmlns:a16="http://schemas.microsoft.com/office/drawing/2014/main" id="{A1EE1320-6906-0F41-A1E2-6E2071D592FF}"/>
              </a:ext>
              <a:ext uri="{C183D7F6-B498-43B3-948B-1728B52AA6E4}">
                <adec:decorative xmlns:adec="http://schemas.microsoft.com/office/drawing/2017/decorative" val="1"/>
              </a:ext>
            </a:extLst>
          </p:cNvPr>
          <p:cNvSpPr/>
          <p:nvPr/>
        </p:nvSpPr>
        <p:spPr>
          <a:xfrm>
            <a:off x="1" y="-2743200"/>
            <a:ext cx="9069387" cy="22860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This title is for topic panels with32 speakers.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 </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Drag and drop images into image placeholder, and replace text placeholders with your own words.</a:t>
            </a:r>
            <a:endPar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982657099"/>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title slide: 4 speakers">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77BBA68-9473-7140-AA46-1269EBBCA57A}"/>
              </a:ext>
            </a:extLst>
          </p:cNvPr>
          <p:cNvSpPr/>
          <p:nvPr/>
        </p:nvSpPr>
        <p:spPr>
          <a:xfrm>
            <a:off x="0" y="1"/>
            <a:ext cx="24387175" cy="6361754"/>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a:p>
        </p:txBody>
      </p:sp>
      <p:pic>
        <p:nvPicPr>
          <p:cNvPr id="30" name="Picture 29">
            <a:extLst>
              <a:ext uri="{FF2B5EF4-FFF2-40B4-BE49-F238E27FC236}">
                <a16:creationId xmlns:a16="http://schemas.microsoft.com/office/drawing/2014/main" id="{E038C9CB-9C3E-AD4C-B636-540A529747D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11388" y="1581324"/>
            <a:ext cx="2182620" cy="552276"/>
          </a:xfrm>
          <a:prstGeom prst="rect">
            <a:avLst/>
          </a:prstGeom>
        </p:spPr>
      </p:pic>
      <p:sp>
        <p:nvSpPr>
          <p:cNvPr id="20" name="Title 1">
            <a:extLst>
              <a:ext uri="{FF2B5EF4-FFF2-40B4-BE49-F238E27FC236}">
                <a16:creationId xmlns:a16="http://schemas.microsoft.com/office/drawing/2014/main" id="{BF171157-6363-FF43-B01A-6F57419AD3BA}"/>
              </a:ext>
            </a:extLst>
          </p:cNvPr>
          <p:cNvSpPr>
            <a:spLocks noGrp="1"/>
          </p:cNvSpPr>
          <p:nvPr>
            <p:ph type="title" hasCustomPrompt="1"/>
          </p:nvPr>
        </p:nvSpPr>
        <p:spPr>
          <a:xfrm>
            <a:off x="2211389" y="3104392"/>
            <a:ext cx="19274723" cy="1192320"/>
          </a:xfrm>
        </p:spPr>
        <p:txBody>
          <a:bodyPr/>
          <a:lstStyle>
            <a:lvl1pPr>
              <a:defRPr lang="en-US" sz="7998" b="0" i="0" kern="1200" baseline="0">
                <a:solidFill>
                  <a:schemeClr val="bg2"/>
                </a:solidFill>
                <a:latin typeface="Community Light" panose="02000303040000020003" pitchFamily="2" charset="0"/>
                <a:ea typeface="+mn-ea"/>
                <a:cs typeface="+mn-cs"/>
              </a:defRPr>
            </a:lvl1pPr>
          </a:lstStyle>
          <a:p>
            <a:pPr lvl="0"/>
            <a:r>
              <a:rPr lang="en-US"/>
              <a:t>Enter presentation title here</a:t>
            </a:r>
          </a:p>
        </p:txBody>
      </p:sp>
      <p:sp>
        <p:nvSpPr>
          <p:cNvPr id="32" name="Text Placeholder 28">
            <a:extLst>
              <a:ext uri="{FF2B5EF4-FFF2-40B4-BE49-F238E27FC236}">
                <a16:creationId xmlns:a16="http://schemas.microsoft.com/office/drawing/2014/main" id="{F07CE224-6B28-7B44-9D4C-14E43B0443ED}"/>
              </a:ext>
            </a:extLst>
          </p:cNvPr>
          <p:cNvSpPr>
            <a:spLocks noGrp="1"/>
          </p:cNvSpPr>
          <p:nvPr>
            <p:ph type="body" sz="quarter" idx="18" hasCustomPrompt="1"/>
          </p:nvPr>
        </p:nvSpPr>
        <p:spPr>
          <a:xfrm>
            <a:off x="2211389" y="4431159"/>
            <a:ext cx="19274723" cy="928246"/>
          </a:xfrm>
        </p:spPr>
        <p:txBody>
          <a:bodyPr>
            <a:normAutofit/>
          </a:bodyPr>
          <a:lstStyle>
            <a:lvl1pPr marL="0" indent="0">
              <a:buFontTx/>
              <a:buNone/>
              <a:defRPr sz="5398" b="0" i="0">
                <a:solidFill>
                  <a:schemeClr val="bg2"/>
                </a:solidFill>
                <a:latin typeface="Community Light" panose="02000303040000020003" pitchFamily="2" charset="0"/>
              </a:defRPr>
            </a:lvl1pPr>
            <a:lvl2pPr marL="914218" indent="0">
              <a:buNone/>
              <a:defRPr/>
            </a:lvl2pPr>
          </a:lstStyle>
          <a:p>
            <a:pPr lvl="0"/>
            <a:r>
              <a:rPr lang="en-US"/>
              <a:t>Enter subtitle here</a:t>
            </a:r>
          </a:p>
        </p:txBody>
      </p:sp>
      <p:sp>
        <p:nvSpPr>
          <p:cNvPr id="19" name="Picture Placeholder 18">
            <a:extLst>
              <a:ext uri="{FF2B5EF4-FFF2-40B4-BE49-F238E27FC236}">
                <a16:creationId xmlns:a16="http://schemas.microsoft.com/office/drawing/2014/main" id="{4C4C94BE-4BC2-DD45-94FD-56EB7662DE99}"/>
              </a:ext>
              <a:ext uri="{C183D7F6-B498-43B3-948B-1728B52AA6E4}">
                <adec:decorative xmlns:adec="http://schemas.microsoft.com/office/drawing/2017/decorative" val="1"/>
              </a:ext>
            </a:extLst>
          </p:cNvPr>
          <p:cNvSpPr>
            <a:spLocks noGrp="1"/>
          </p:cNvSpPr>
          <p:nvPr>
            <p:ph type="pic" sz="quarter" idx="11" hasCustomPrompt="1"/>
          </p:nvPr>
        </p:nvSpPr>
        <p:spPr>
          <a:xfrm>
            <a:off x="2024287" y="7354247"/>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22" name="Picture Placeholder 18">
            <a:extLst>
              <a:ext uri="{FF2B5EF4-FFF2-40B4-BE49-F238E27FC236}">
                <a16:creationId xmlns:a16="http://schemas.microsoft.com/office/drawing/2014/main" id="{20A6E35E-E240-8F43-87D0-EC13E9B01697}"/>
              </a:ext>
              <a:ext uri="{C183D7F6-B498-43B3-948B-1728B52AA6E4}">
                <adec:decorative xmlns:adec="http://schemas.microsoft.com/office/drawing/2017/decorative" val="1"/>
              </a:ext>
            </a:extLst>
          </p:cNvPr>
          <p:cNvSpPr>
            <a:spLocks noGrp="1"/>
          </p:cNvSpPr>
          <p:nvPr>
            <p:ph type="pic" sz="quarter" idx="12" hasCustomPrompt="1"/>
          </p:nvPr>
        </p:nvSpPr>
        <p:spPr>
          <a:xfrm>
            <a:off x="7778358" y="7354247"/>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25" name="Picture Placeholder 18">
            <a:extLst>
              <a:ext uri="{FF2B5EF4-FFF2-40B4-BE49-F238E27FC236}">
                <a16:creationId xmlns:a16="http://schemas.microsoft.com/office/drawing/2014/main" id="{5C1CEB3C-3E83-184B-97B3-1B97081126BC}"/>
              </a:ext>
              <a:ext uri="{C183D7F6-B498-43B3-948B-1728B52AA6E4}">
                <adec:decorative xmlns:adec="http://schemas.microsoft.com/office/drawing/2017/decorative" val="1"/>
              </a:ext>
            </a:extLst>
          </p:cNvPr>
          <p:cNvSpPr>
            <a:spLocks noGrp="1"/>
          </p:cNvSpPr>
          <p:nvPr>
            <p:ph type="pic" sz="quarter" idx="14" hasCustomPrompt="1"/>
          </p:nvPr>
        </p:nvSpPr>
        <p:spPr>
          <a:xfrm>
            <a:off x="13663394" y="7354247"/>
            <a:ext cx="3257366" cy="3257366"/>
          </a:xfrm>
          <a:prstGeom prst="ellipse">
            <a:avLst/>
          </a:prstGeom>
          <a:pattFill prst="wdUpDiag">
            <a:fgClr>
              <a:srgbClr val="FADFD9"/>
            </a:fgClr>
            <a:bgClr>
              <a:schemeClr val="bg1"/>
            </a:bgClr>
          </a:pattFill>
        </p:spPr>
        <p:txBody>
          <a:bodyPr anchor="ctr">
            <a:normAutofit/>
          </a:bodyPr>
          <a:lstStyle>
            <a:lvl1pPr marL="0" marR="0" indent="0" algn="ctr" defTabSz="1828434" rtl="0" eaLnBrk="1" fontAlgn="auto" latinLnBrk="0" hangingPunct="1">
              <a:lnSpc>
                <a:spcPct val="90000"/>
              </a:lnSpc>
              <a:spcBef>
                <a:spcPts val="2000"/>
              </a:spcBef>
              <a:spcAft>
                <a:spcPts val="0"/>
              </a:spcAft>
              <a:buClrTx/>
              <a:buSzTx/>
              <a:buFontTx/>
              <a:buNone/>
              <a:tabLst/>
              <a:defRPr sz="3200">
                <a:solidFill>
                  <a:schemeClr val="accent6"/>
                </a:solidFill>
              </a:defRPr>
            </a:lvl1pPr>
          </a:lstStyle>
          <a:p>
            <a:r>
              <a:rPr lang="en-US"/>
              <a:t>Drag and drop image here</a:t>
            </a:r>
          </a:p>
        </p:txBody>
      </p:sp>
      <p:sp>
        <p:nvSpPr>
          <p:cNvPr id="27" name="Picture Placeholder 18">
            <a:extLst>
              <a:ext uri="{FF2B5EF4-FFF2-40B4-BE49-F238E27FC236}">
                <a16:creationId xmlns:a16="http://schemas.microsoft.com/office/drawing/2014/main" id="{A5960CF8-68A7-1A47-80D4-9C4D054534D6}"/>
              </a:ext>
              <a:ext uri="{C183D7F6-B498-43B3-948B-1728B52AA6E4}">
                <adec:decorative xmlns:adec="http://schemas.microsoft.com/office/drawing/2017/decorative" val="1"/>
              </a:ext>
            </a:extLst>
          </p:cNvPr>
          <p:cNvSpPr>
            <a:spLocks noGrp="1"/>
          </p:cNvSpPr>
          <p:nvPr>
            <p:ph type="pic" sz="quarter" idx="15" hasCustomPrompt="1"/>
          </p:nvPr>
        </p:nvSpPr>
        <p:spPr>
          <a:xfrm>
            <a:off x="19493581" y="7354247"/>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36" name="Text Placeholder 34">
            <a:extLst>
              <a:ext uri="{FF2B5EF4-FFF2-40B4-BE49-F238E27FC236}">
                <a16:creationId xmlns:a16="http://schemas.microsoft.com/office/drawing/2014/main" id="{FBB340B1-D705-3F41-B639-FFF0474B6667}"/>
              </a:ext>
            </a:extLst>
          </p:cNvPr>
          <p:cNvSpPr>
            <a:spLocks noGrp="1"/>
          </p:cNvSpPr>
          <p:nvPr>
            <p:ph type="body" sz="quarter" idx="19" hasCustomPrompt="1"/>
          </p:nvPr>
        </p:nvSpPr>
        <p:spPr>
          <a:xfrm>
            <a:off x="1573249" y="11058753"/>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7" name="Text Placeholder 34">
            <a:extLst>
              <a:ext uri="{FF2B5EF4-FFF2-40B4-BE49-F238E27FC236}">
                <a16:creationId xmlns:a16="http://schemas.microsoft.com/office/drawing/2014/main" id="{7BD425B7-63EC-7F46-9A52-C6CF81CF13F3}"/>
              </a:ext>
            </a:extLst>
          </p:cNvPr>
          <p:cNvSpPr>
            <a:spLocks noGrp="1"/>
          </p:cNvSpPr>
          <p:nvPr>
            <p:ph type="body" sz="quarter" idx="20" hasCustomPrompt="1"/>
          </p:nvPr>
        </p:nvSpPr>
        <p:spPr>
          <a:xfrm>
            <a:off x="1573249" y="11690503"/>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38" name="Text Placeholder 34">
            <a:extLst>
              <a:ext uri="{FF2B5EF4-FFF2-40B4-BE49-F238E27FC236}">
                <a16:creationId xmlns:a16="http://schemas.microsoft.com/office/drawing/2014/main" id="{807AF3A3-613C-0B46-A73C-D4CAEB12C4CB}"/>
              </a:ext>
            </a:extLst>
          </p:cNvPr>
          <p:cNvSpPr>
            <a:spLocks noGrp="1"/>
          </p:cNvSpPr>
          <p:nvPr>
            <p:ph type="body" sz="quarter" idx="21" hasCustomPrompt="1"/>
          </p:nvPr>
        </p:nvSpPr>
        <p:spPr>
          <a:xfrm>
            <a:off x="7403436" y="11058753"/>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9" name="Text Placeholder 34">
            <a:extLst>
              <a:ext uri="{FF2B5EF4-FFF2-40B4-BE49-F238E27FC236}">
                <a16:creationId xmlns:a16="http://schemas.microsoft.com/office/drawing/2014/main" id="{32A99B18-BE81-9A48-AB74-2FA68D48BC31}"/>
              </a:ext>
            </a:extLst>
          </p:cNvPr>
          <p:cNvSpPr>
            <a:spLocks noGrp="1"/>
          </p:cNvSpPr>
          <p:nvPr>
            <p:ph type="body" sz="quarter" idx="22" hasCustomPrompt="1"/>
          </p:nvPr>
        </p:nvSpPr>
        <p:spPr>
          <a:xfrm>
            <a:off x="7403436" y="11690503"/>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40" name="Text Placeholder 34">
            <a:extLst>
              <a:ext uri="{FF2B5EF4-FFF2-40B4-BE49-F238E27FC236}">
                <a16:creationId xmlns:a16="http://schemas.microsoft.com/office/drawing/2014/main" id="{0E2B96AF-5B48-C541-ABC9-0F9AE09D3D60}"/>
              </a:ext>
            </a:extLst>
          </p:cNvPr>
          <p:cNvSpPr>
            <a:spLocks noGrp="1"/>
          </p:cNvSpPr>
          <p:nvPr>
            <p:ph type="body" sz="quarter" idx="23" hasCustomPrompt="1"/>
          </p:nvPr>
        </p:nvSpPr>
        <p:spPr>
          <a:xfrm>
            <a:off x="13212356" y="11058753"/>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41" name="Text Placeholder 34">
            <a:extLst>
              <a:ext uri="{FF2B5EF4-FFF2-40B4-BE49-F238E27FC236}">
                <a16:creationId xmlns:a16="http://schemas.microsoft.com/office/drawing/2014/main" id="{4204D678-1313-D140-965F-9A0573943C1A}"/>
              </a:ext>
            </a:extLst>
          </p:cNvPr>
          <p:cNvSpPr>
            <a:spLocks noGrp="1"/>
          </p:cNvSpPr>
          <p:nvPr>
            <p:ph type="body" sz="quarter" idx="24" hasCustomPrompt="1"/>
          </p:nvPr>
        </p:nvSpPr>
        <p:spPr>
          <a:xfrm>
            <a:off x="13212356" y="11690503"/>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42" name="Text Placeholder 34">
            <a:extLst>
              <a:ext uri="{FF2B5EF4-FFF2-40B4-BE49-F238E27FC236}">
                <a16:creationId xmlns:a16="http://schemas.microsoft.com/office/drawing/2014/main" id="{EB65A1DF-08ED-D346-BC56-E1B62FE08929}"/>
              </a:ext>
            </a:extLst>
          </p:cNvPr>
          <p:cNvSpPr>
            <a:spLocks noGrp="1"/>
          </p:cNvSpPr>
          <p:nvPr>
            <p:ph type="body" sz="quarter" idx="25" hasCustomPrompt="1"/>
          </p:nvPr>
        </p:nvSpPr>
        <p:spPr>
          <a:xfrm>
            <a:off x="19042543" y="11058753"/>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43" name="Text Placeholder 34">
            <a:extLst>
              <a:ext uri="{FF2B5EF4-FFF2-40B4-BE49-F238E27FC236}">
                <a16:creationId xmlns:a16="http://schemas.microsoft.com/office/drawing/2014/main" id="{21413E0E-2BEC-CE49-AB43-1E5800A34600}"/>
              </a:ext>
            </a:extLst>
          </p:cNvPr>
          <p:cNvSpPr>
            <a:spLocks noGrp="1"/>
          </p:cNvSpPr>
          <p:nvPr>
            <p:ph type="body" sz="quarter" idx="26" hasCustomPrompt="1"/>
          </p:nvPr>
        </p:nvSpPr>
        <p:spPr>
          <a:xfrm>
            <a:off x="19042543" y="11690503"/>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23" name="Folded Corner 22">
            <a:extLst>
              <a:ext uri="{FF2B5EF4-FFF2-40B4-BE49-F238E27FC236}">
                <a16:creationId xmlns:a16="http://schemas.microsoft.com/office/drawing/2014/main" id="{8A2EC4D1-AF2D-7141-B6C9-007AB0F261A6}"/>
              </a:ext>
              <a:ext uri="{C183D7F6-B498-43B3-948B-1728B52AA6E4}">
                <adec:decorative xmlns:adec="http://schemas.microsoft.com/office/drawing/2017/decorative" val="1"/>
              </a:ext>
            </a:extLst>
          </p:cNvPr>
          <p:cNvSpPr/>
          <p:nvPr/>
        </p:nvSpPr>
        <p:spPr>
          <a:xfrm>
            <a:off x="1" y="-2743200"/>
            <a:ext cx="9069387" cy="22860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This title is for topic panels with 4 speakers.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 </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Drag and drop images into image placeholder, and replace text placeholders with your own words.</a:t>
            </a:r>
            <a:endPar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Tree>
    <p:extLst>
      <p:ext uri="{BB962C8B-B14F-4D97-AF65-F5344CB8AC3E}">
        <p14:creationId xmlns:p14="http://schemas.microsoft.com/office/powerpoint/2010/main" val="2582009479"/>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itle slide: 5 speakers">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77BBA68-9473-7140-AA46-1269EBBCA57A}"/>
              </a:ext>
            </a:extLst>
          </p:cNvPr>
          <p:cNvSpPr/>
          <p:nvPr/>
        </p:nvSpPr>
        <p:spPr>
          <a:xfrm>
            <a:off x="0" y="1"/>
            <a:ext cx="24387175" cy="6361754"/>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a:p>
        </p:txBody>
      </p:sp>
      <p:pic>
        <p:nvPicPr>
          <p:cNvPr id="30" name="Picture 29">
            <a:extLst>
              <a:ext uri="{FF2B5EF4-FFF2-40B4-BE49-F238E27FC236}">
                <a16:creationId xmlns:a16="http://schemas.microsoft.com/office/drawing/2014/main" id="{E038C9CB-9C3E-AD4C-B636-540A529747D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11388" y="1581324"/>
            <a:ext cx="2182620" cy="552276"/>
          </a:xfrm>
          <a:prstGeom prst="rect">
            <a:avLst/>
          </a:prstGeom>
        </p:spPr>
      </p:pic>
      <p:sp>
        <p:nvSpPr>
          <p:cNvPr id="20" name="Title 1">
            <a:extLst>
              <a:ext uri="{FF2B5EF4-FFF2-40B4-BE49-F238E27FC236}">
                <a16:creationId xmlns:a16="http://schemas.microsoft.com/office/drawing/2014/main" id="{BF171157-6363-FF43-B01A-6F57419AD3BA}"/>
              </a:ext>
            </a:extLst>
          </p:cNvPr>
          <p:cNvSpPr>
            <a:spLocks noGrp="1"/>
          </p:cNvSpPr>
          <p:nvPr>
            <p:ph type="title" hasCustomPrompt="1"/>
          </p:nvPr>
        </p:nvSpPr>
        <p:spPr>
          <a:xfrm>
            <a:off x="2211389" y="3104392"/>
            <a:ext cx="19274723" cy="1192320"/>
          </a:xfrm>
        </p:spPr>
        <p:txBody>
          <a:bodyPr/>
          <a:lstStyle>
            <a:lvl1pPr>
              <a:defRPr lang="en-US" sz="7998" b="0" i="0" kern="1200" baseline="0">
                <a:solidFill>
                  <a:schemeClr val="bg2"/>
                </a:solidFill>
                <a:latin typeface="Community Light" panose="02000303040000020003" pitchFamily="2" charset="0"/>
                <a:ea typeface="+mn-ea"/>
                <a:cs typeface="+mn-cs"/>
              </a:defRPr>
            </a:lvl1pPr>
          </a:lstStyle>
          <a:p>
            <a:pPr lvl="0"/>
            <a:r>
              <a:rPr lang="en-US"/>
              <a:t>Enter presentation title here</a:t>
            </a:r>
          </a:p>
        </p:txBody>
      </p:sp>
      <p:sp>
        <p:nvSpPr>
          <p:cNvPr id="32" name="Text Placeholder 28">
            <a:extLst>
              <a:ext uri="{FF2B5EF4-FFF2-40B4-BE49-F238E27FC236}">
                <a16:creationId xmlns:a16="http://schemas.microsoft.com/office/drawing/2014/main" id="{F07CE224-6B28-7B44-9D4C-14E43B0443ED}"/>
              </a:ext>
            </a:extLst>
          </p:cNvPr>
          <p:cNvSpPr>
            <a:spLocks noGrp="1"/>
          </p:cNvSpPr>
          <p:nvPr>
            <p:ph type="body" sz="quarter" idx="18" hasCustomPrompt="1"/>
          </p:nvPr>
        </p:nvSpPr>
        <p:spPr>
          <a:xfrm>
            <a:off x="2211389" y="4431159"/>
            <a:ext cx="19274723" cy="928246"/>
          </a:xfrm>
        </p:spPr>
        <p:txBody>
          <a:bodyPr>
            <a:normAutofit/>
          </a:bodyPr>
          <a:lstStyle>
            <a:lvl1pPr marL="0" indent="0">
              <a:buFontTx/>
              <a:buNone/>
              <a:defRPr sz="5398" b="0" i="0">
                <a:solidFill>
                  <a:schemeClr val="bg2"/>
                </a:solidFill>
                <a:latin typeface="Community Light" panose="02000303040000020003" pitchFamily="2" charset="0"/>
              </a:defRPr>
            </a:lvl1pPr>
            <a:lvl2pPr marL="914218" indent="0">
              <a:buNone/>
              <a:defRPr/>
            </a:lvl2pPr>
          </a:lstStyle>
          <a:p>
            <a:pPr lvl="0"/>
            <a:r>
              <a:rPr lang="en-US"/>
              <a:t>Enter subtitle here</a:t>
            </a:r>
          </a:p>
        </p:txBody>
      </p:sp>
      <p:sp>
        <p:nvSpPr>
          <p:cNvPr id="19" name="Picture Placeholder 18">
            <a:extLst>
              <a:ext uri="{FF2B5EF4-FFF2-40B4-BE49-F238E27FC236}">
                <a16:creationId xmlns:a16="http://schemas.microsoft.com/office/drawing/2014/main" id="{4C4C94BE-4BC2-DD45-94FD-56EB7662DE99}"/>
              </a:ext>
              <a:ext uri="{C183D7F6-B498-43B3-948B-1728B52AA6E4}">
                <adec:decorative xmlns:adec="http://schemas.microsoft.com/office/drawing/2017/decorative" val="1"/>
              </a:ext>
            </a:extLst>
          </p:cNvPr>
          <p:cNvSpPr>
            <a:spLocks noGrp="1"/>
          </p:cNvSpPr>
          <p:nvPr>
            <p:ph type="pic" sz="quarter" idx="11" hasCustomPrompt="1"/>
          </p:nvPr>
        </p:nvSpPr>
        <p:spPr>
          <a:xfrm>
            <a:off x="2024287" y="7354247"/>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22" name="Picture Placeholder 18">
            <a:extLst>
              <a:ext uri="{FF2B5EF4-FFF2-40B4-BE49-F238E27FC236}">
                <a16:creationId xmlns:a16="http://schemas.microsoft.com/office/drawing/2014/main" id="{20A6E35E-E240-8F43-87D0-EC13E9B01697}"/>
              </a:ext>
              <a:ext uri="{C183D7F6-B498-43B3-948B-1728B52AA6E4}">
                <adec:decorative xmlns:adec="http://schemas.microsoft.com/office/drawing/2017/decorative" val="1"/>
              </a:ext>
            </a:extLst>
          </p:cNvPr>
          <p:cNvSpPr>
            <a:spLocks noGrp="1"/>
          </p:cNvSpPr>
          <p:nvPr>
            <p:ph type="pic" sz="quarter" idx="12" hasCustomPrompt="1"/>
          </p:nvPr>
        </p:nvSpPr>
        <p:spPr>
          <a:xfrm>
            <a:off x="6239493" y="7354247"/>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25" name="Picture Placeholder 18">
            <a:extLst>
              <a:ext uri="{FF2B5EF4-FFF2-40B4-BE49-F238E27FC236}">
                <a16:creationId xmlns:a16="http://schemas.microsoft.com/office/drawing/2014/main" id="{5C1CEB3C-3E83-184B-97B3-1B97081126BC}"/>
              </a:ext>
              <a:ext uri="{C183D7F6-B498-43B3-948B-1728B52AA6E4}">
                <adec:decorative xmlns:adec="http://schemas.microsoft.com/office/drawing/2017/decorative" val="1"/>
              </a:ext>
            </a:extLst>
          </p:cNvPr>
          <p:cNvSpPr>
            <a:spLocks noGrp="1"/>
          </p:cNvSpPr>
          <p:nvPr>
            <p:ph type="pic" sz="quarter" idx="14" hasCustomPrompt="1"/>
          </p:nvPr>
        </p:nvSpPr>
        <p:spPr>
          <a:xfrm>
            <a:off x="10568399" y="7354247"/>
            <a:ext cx="3257366" cy="3257366"/>
          </a:xfrm>
          <a:prstGeom prst="ellipse">
            <a:avLst/>
          </a:prstGeom>
          <a:pattFill prst="wdUpDiag">
            <a:fgClr>
              <a:srgbClr val="FADFD9"/>
            </a:fgClr>
            <a:bgClr>
              <a:schemeClr val="bg1"/>
            </a:bgClr>
          </a:pattFill>
        </p:spPr>
        <p:txBody>
          <a:bodyPr anchor="ctr">
            <a:normAutofit/>
          </a:bodyPr>
          <a:lstStyle>
            <a:lvl1pPr marL="0" marR="0" indent="0" algn="ctr" defTabSz="1828434" rtl="0" eaLnBrk="1" fontAlgn="auto" latinLnBrk="0" hangingPunct="1">
              <a:lnSpc>
                <a:spcPct val="90000"/>
              </a:lnSpc>
              <a:spcBef>
                <a:spcPts val="2000"/>
              </a:spcBef>
              <a:spcAft>
                <a:spcPts val="0"/>
              </a:spcAft>
              <a:buClrTx/>
              <a:buSzTx/>
              <a:buFontTx/>
              <a:buNone/>
              <a:tabLst/>
              <a:defRPr sz="3200">
                <a:solidFill>
                  <a:schemeClr val="accent6"/>
                </a:solidFill>
              </a:defRPr>
            </a:lvl1pPr>
          </a:lstStyle>
          <a:p>
            <a:r>
              <a:rPr lang="en-US"/>
              <a:t>Drag and drop image here</a:t>
            </a:r>
          </a:p>
        </p:txBody>
      </p:sp>
      <p:sp>
        <p:nvSpPr>
          <p:cNvPr id="27" name="Picture Placeholder 18">
            <a:extLst>
              <a:ext uri="{FF2B5EF4-FFF2-40B4-BE49-F238E27FC236}">
                <a16:creationId xmlns:a16="http://schemas.microsoft.com/office/drawing/2014/main" id="{A5960CF8-68A7-1A47-80D4-9C4D054534D6}"/>
              </a:ext>
              <a:ext uri="{C183D7F6-B498-43B3-948B-1728B52AA6E4}">
                <adec:decorative xmlns:adec="http://schemas.microsoft.com/office/drawing/2017/decorative" val="1"/>
              </a:ext>
            </a:extLst>
          </p:cNvPr>
          <p:cNvSpPr>
            <a:spLocks noGrp="1"/>
          </p:cNvSpPr>
          <p:nvPr>
            <p:ph type="pic" sz="quarter" idx="15" hasCustomPrompt="1"/>
          </p:nvPr>
        </p:nvSpPr>
        <p:spPr>
          <a:xfrm>
            <a:off x="19092139" y="7354247"/>
            <a:ext cx="3257366" cy="3257366"/>
          </a:xfrm>
          <a:prstGeom prst="ellipse">
            <a:avLst/>
          </a:prstGeom>
          <a:pattFill prst="wdUpDiag">
            <a:fgClr>
              <a:srgbClr val="FADFD9"/>
            </a:fgClr>
            <a:bgClr>
              <a:schemeClr val="bg1"/>
            </a:bgClr>
          </a:pattFill>
        </p:spPr>
        <p:txBody>
          <a:bodyPr anchor="ctr">
            <a:normAutofit/>
          </a:bodyPr>
          <a:lstStyle>
            <a:lvl1pPr marL="0" indent="0" algn="ctr">
              <a:buFontTx/>
              <a:buNone/>
              <a:defRPr sz="3200">
                <a:solidFill>
                  <a:schemeClr val="accent6"/>
                </a:solidFill>
              </a:defRPr>
            </a:lvl1pPr>
          </a:lstStyle>
          <a:p>
            <a:r>
              <a:rPr lang="en-US"/>
              <a:t>Drag and drop image here</a:t>
            </a:r>
          </a:p>
        </p:txBody>
      </p:sp>
      <p:sp>
        <p:nvSpPr>
          <p:cNvPr id="36" name="Text Placeholder 34">
            <a:extLst>
              <a:ext uri="{FF2B5EF4-FFF2-40B4-BE49-F238E27FC236}">
                <a16:creationId xmlns:a16="http://schemas.microsoft.com/office/drawing/2014/main" id="{FBB340B1-D705-3F41-B639-FFF0474B6667}"/>
              </a:ext>
            </a:extLst>
          </p:cNvPr>
          <p:cNvSpPr>
            <a:spLocks noGrp="1"/>
          </p:cNvSpPr>
          <p:nvPr>
            <p:ph type="body" sz="quarter" idx="19" hasCustomPrompt="1"/>
          </p:nvPr>
        </p:nvSpPr>
        <p:spPr>
          <a:xfrm>
            <a:off x="1573249" y="11058753"/>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7" name="Text Placeholder 34">
            <a:extLst>
              <a:ext uri="{FF2B5EF4-FFF2-40B4-BE49-F238E27FC236}">
                <a16:creationId xmlns:a16="http://schemas.microsoft.com/office/drawing/2014/main" id="{7BD425B7-63EC-7F46-9A52-C6CF81CF13F3}"/>
              </a:ext>
            </a:extLst>
          </p:cNvPr>
          <p:cNvSpPr>
            <a:spLocks noGrp="1"/>
          </p:cNvSpPr>
          <p:nvPr>
            <p:ph type="body" sz="quarter" idx="20" hasCustomPrompt="1"/>
          </p:nvPr>
        </p:nvSpPr>
        <p:spPr>
          <a:xfrm>
            <a:off x="1573249" y="11690503"/>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38" name="Text Placeholder 34">
            <a:extLst>
              <a:ext uri="{FF2B5EF4-FFF2-40B4-BE49-F238E27FC236}">
                <a16:creationId xmlns:a16="http://schemas.microsoft.com/office/drawing/2014/main" id="{807AF3A3-613C-0B46-A73C-D4CAEB12C4CB}"/>
              </a:ext>
            </a:extLst>
          </p:cNvPr>
          <p:cNvSpPr>
            <a:spLocks noGrp="1"/>
          </p:cNvSpPr>
          <p:nvPr>
            <p:ph type="body" sz="quarter" idx="21" hasCustomPrompt="1"/>
          </p:nvPr>
        </p:nvSpPr>
        <p:spPr>
          <a:xfrm>
            <a:off x="5864571" y="11058753"/>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39" name="Text Placeholder 34">
            <a:extLst>
              <a:ext uri="{FF2B5EF4-FFF2-40B4-BE49-F238E27FC236}">
                <a16:creationId xmlns:a16="http://schemas.microsoft.com/office/drawing/2014/main" id="{32A99B18-BE81-9A48-AB74-2FA68D48BC31}"/>
              </a:ext>
            </a:extLst>
          </p:cNvPr>
          <p:cNvSpPr>
            <a:spLocks noGrp="1"/>
          </p:cNvSpPr>
          <p:nvPr>
            <p:ph type="body" sz="quarter" idx="22" hasCustomPrompt="1"/>
          </p:nvPr>
        </p:nvSpPr>
        <p:spPr>
          <a:xfrm>
            <a:off x="5864571" y="11690503"/>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40" name="Text Placeholder 34">
            <a:extLst>
              <a:ext uri="{FF2B5EF4-FFF2-40B4-BE49-F238E27FC236}">
                <a16:creationId xmlns:a16="http://schemas.microsoft.com/office/drawing/2014/main" id="{0E2B96AF-5B48-C541-ABC9-0F9AE09D3D60}"/>
              </a:ext>
            </a:extLst>
          </p:cNvPr>
          <p:cNvSpPr>
            <a:spLocks noGrp="1"/>
          </p:cNvSpPr>
          <p:nvPr>
            <p:ph type="body" sz="quarter" idx="23" hasCustomPrompt="1"/>
          </p:nvPr>
        </p:nvSpPr>
        <p:spPr>
          <a:xfrm>
            <a:off x="10117361" y="11058753"/>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41" name="Text Placeholder 34">
            <a:extLst>
              <a:ext uri="{FF2B5EF4-FFF2-40B4-BE49-F238E27FC236}">
                <a16:creationId xmlns:a16="http://schemas.microsoft.com/office/drawing/2014/main" id="{4204D678-1313-D140-965F-9A0573943C1A}"/>
              </a:ext>
            </a:extLst>
          </p:cNvPr>
          <p:cNvSpPr>
            <a:spLocks noGrp="1"/>
          </p:cNvSpPr>
          <p:nvPr>
            <p:ph type="body" sz="quarter" idx="24" hasCustomPrompt="1"/>
          </p:nvPr>
        </p:nvSpPr>
        <p:spPr>
          <a:xfrm>
            <a:off x="10117361" y="11690503"/>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42" name="Text Placeholder 34">
            <a:extLst>
              <a:ext uri="{FF2B5EF4-FFF2-40B4-BE49-F238E27FC236}">
                <a16:creationId xmlns:a16="http://schemas.microsoft.com/office/drawing/2014/main" id="{EB65A1DF-08ED-D346-BC56-E1B62FE08929}"/>
              </a:ext>
            </a:extLst>
          </p:cNvPr>
          <p:cNvSpPr>
            <a:spLocks noGrp="1"/>
          </p:cNvSpPr>
          <p:nvPr>
            <p:ph type="body" sz="quarter" idx="25" hasCustomPrompt="1"/>
          </p:nvPr>
        </p:nvSpPr>
        <p:spPr>
          <a:xfrm>
            <a:off x="18641101" y="11058753"/>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43" name="Text Placeholder 34">
            <a:extLst>
              <a:ext uri="{FF2B5EF4-FFF2-40B4-BE49-F238E27FC236}">
                <a16:creationId xmlns:a16="http://schemas.microsoft.com/office/drawing/2014/main" id="{21413E0E-2BEC-CE49-AB43-1E5800A34600}"/>
              </a:ext>
            </a:extLst>
          </p:cNvPr>
          <p:cNvSpPr>
            <a:spLocks noGrp="1"/>
          </p:cNvSpPr>
          <p:nvPr>
            <p:ph type="body" sz="quarter" idx="26" hasCustomPrompt="1"/>
          </p:nvPr>
        </p:nvSpPr>
        <p:spPr>
          <a:xfrm>
            <a:off x="18641101" y="11690503"/>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
        <p:nvSpPr>
          <p:cNvPr id="23" name="Folded Corner 22">
            <a:extLst>
              <a:ext uri="{FF2B5EF4-FFF2-40B4-BE49-F238E27FC236}">
                <a16:creationId xmlns:a16="http://schemas.microsoft.com/office/drawing/2014/main" id="{8A2EC4D1-AF2D-7141-B6C9-007AB0F261A6}"/>
              </a:ext>
              <a:ext uri="{C183D7F6-B498-43B3-948B-1728B52AA6E4}">
                <adec:decorative xmlns:adec="http://schemas.microsoft.com/office/drawing/2017/decorative" val="1"/>
              </a:ext>
            </a:extLst>
          </p:cNvPr>
          <p:cNvSpPr/>
          <p:nvPr/>
        </p:nvSpPr>
        <p:spPr>
          <a:xfrm>
            <a:off x="1" y="-2743200"/>
            <a:ext cx="9069387" cy="2286000"/>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Purpose of Layout</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 This title is for topic panels with 4 speakers.</a:t>
            </a:r>
          </a:p>
          <a:p>
            <a:pPr marL="0" marR="0" lvl="0" indent="0" algn="l" defTabSz="182852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Tip: </a:t>
            </a:r>
            <a:r>
              <a:rPr kumimoji="0" lang="en-US" sz="2400" b="0"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rPr>
              <a:t>Drag and drop images into image placeholder, and replace text placeholders with your own words.</a:t>
            </a:r>
            <a:endParaRPr kumimoji="0" lang="en-US" sz="2400" b="1" i="0" u="none" strike="noStrike" kern="1200" cap="none" spc="0" normalizeH="0" baseline="0" noProof="0">
              <a:ln>
                <a:noFill/>
              </a:ln>
              <a:solidFill>
                <a:srgbClr val="000000"/>
              </a:solidFill>
              <a:effectLst/>
              <a:uLnTx/>
              <a:uFillTx/>
              <a:latin typeface="Source Sans Pro" charset="0"/>
              <a:ea typeface="Source Sans Pro" charset="0"/>
              <a:cs typeface="Arial" panose="020B0604020202020204" pitchFamily="34" charset="0"/>
            </a:endParaRPr>
          </a:p>
        </p:txBody>
      </p:sp>
      <p:sp>
        <p:nvSpPr>
          <p:cNvPr id="21" name="Picture Placeholder 18">
            <a:extLst>
              <a:ext uri="{FF2B5EF4-FFF2-40B4-BE49-F238E27FC236}">
                <a16:creationId xmlns:a16="http://schemas.microsoft.com/office/drawing/2014/main" id="{D5A86420-94A3-B045-99D1-0730B9D8847E}"/>
              </a:ext>
              <a:ext uri="{C183D7F6-B498-43B3-948B-1728B52AA6E4}">
                <adec:decorative xmlns:adec="http://schemas.microsoft.com/office/drawing/2017/decorative" val="1"/>
              </a:ext>
            </a:extLst>
          </p:cNvPr>
          <p:cNvSpPr>
            <a:spLocks noGrp="1"/>
          </p:cNvSpPr>
          <p:nvPr>
            <p:ph type="pic" sz="quarter" idx="27" hasCustomPrompt="1"/>
          </p:nvPr>
        </p:nvSpPr>
        <p:spPr>
          <a:xfrm>
            <a:off x="14828166" y="7354247"/>
            <a:ext cx="3257366" cy="3257366"/>
          </a:xfrm>
          <a:prstGeom prst="ellipse">
            <a:avLst/>
          </a:prstGeom>
          <a:pattFill prst="wdUpDiag">
            <a:fgClr>
              <a:srgbClr val="FADFD9"/>
            </a:fgClr>
            <a:bgClr>
              <a:schemeClr val="bg1"/>
            </a:bgClr>
          </a:pattFill>
        </p:spPr>
        <p:txBody>
          <a:bodyPr anchor="ctr">
            <a:normAutofit/>
          </a:bodyPr>
          <a:lstStyle>
            <a:lvl1pPr marL="0" marR="0" indent="0" algn="ctr" defTabSz="1828434" rtl="0" eaLnBrk="1" fontAlgn="auto" latinLnBrk="0" hangingPunct="1">
              <a:lnSpc>
                <a:spcPct val="90000"/>
              </a:lnSpc>
              <a:spcBef>
                <a:spcPts val="2000"/>
              </a:spcBef>
              <a:spcAft>
                <a:spcPts val="0"/>
              </a:spcAft>
              <a:buClrTx/>
              <a:buSzTx/>
              <a:buFontTx/>
              <a:buNone/>
              <a:tabLst/>
              <a:defRPr sz="3200">
                <a:solidFill>
                  <a:schemeClr val="accent6"/>
                </a:solidFill>
              </a:defRPr>
            </a:lvl1pPr>
          </a:lstStyle>
          <a:p>
            <a:r>
              <a:rPr lang="en-US"/>
              <a:t>Drag and drop image here</a:t>
            </a:r>
          </a:p>
        </p:txBody>
      </p:sp>
      <p:sp>
        <p:nvSpPr>
          <p:cNvPr id="24" name="Text Placeholder 34">
            <a:extLst>
              <a:ext uri="{FF2B5EF4-FFF2-40B4-BE49-F238E27FC236}">
                <a16:creationId xmlns:a16="http://schemas.microsoft.com/office/drawing/2014/main" id="{0E186A93-0416-F447-845E-22010A498E3E}"/>
              </a:ext>
            </a:extLst>
          </p:cNvPr>
          <p:cNvSpPr>
            <a:spLocks noGrp="1"/>
          </p:cNvSpPr>
          <p:nvPr>
            <p:ph type="body" sz="quarter" idx="28" hasCustomPrompt="1"/>
          </p:nvPr>
        </p:nvSpPr>
        <p:spPr>
          <a:xfrm>
            <a:off x="14377128" y="11058753"/>
            <a:ext cx="4159442" cy="504162"/>
          </a:xfrm>
        </p:spPr>
        <p:txBody>
          <a:bodyPr>
            <a:noAutofit/>
          </a:bodyPr>
          <a:lstStyle>
            <a:lvl1pPr marL="0" indent="0" algn="ctr">
              <a:buFontTx/>
              <a:buNone/>
              <a:defRPr sz="3600" b="0" i="0">
                <a:solidFill>
                  <a:schemeClr val="accent2"/>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Speaker name</a:t>
            </a:r>
          </a:p>
        </p:txBody>
      </p:sp>
      <p:sp>
        <p:nvSpPr>
          <p:cNvPr id="26" name="Text Placeholder 34">
            <a:extLst>
              <a:ext uri="{FF2B5EF4-FFF2-40B4-BE49-F238E27FC236}">
                <a16:creationId xmlns:a16="http://schemas.microsoft.com/office/drawing/2014/main" id="{5FBEB8CF-4B41-504E-B54F-F8F7F09A74C7}"/>
              </a:ext>
            </a:extLst>
          </p:cNvPr>
          <p:cNvSpPr>
            <a:spLocks noGrp="1"/>
          </p:cNvSpPr>
          <p:nvPr>
            <p:ph type="body" sz="quarter" idx="29" hasCustomPrompt="1"/>
          </p:nvPr>
        </p:nvSpPr>
        <p:spPr>
          <a:xfrm>
            <a:off x="14377128" y="11690503"/>
            <a:ext cx="4159442" cy="504162"/>
          </a:xfrm>
        </p:spPr>
        <p:txBody>
          <a:bodyPr>
            <a:noAutofit/>
          </a:bodyPr>
          <a:lstStyle>
            <a:lvl1pPr marL="0" indent="0" algn="ctr">
              <a:buFontTx/>
              <a:buNone/>
              <a:defRPr sz="3200" b="0" i="0">
                <a:solidFill>
                  <a:schemeClr val="accent6"/>
                </a:solidFill>
                <a:latin typeface="Community Light" panose="02000303040000020003" pitchFamily="2" charset="0"/>
              </a:defRPr>
            </a:lvl1pPr>
            <a:lvl2pPr marL="914218" indent="0">
              <a:buFontTx/>
              <a:buNone/>
              <a:defRPr sz="2000">
                <a:solidFill>
                  <a:schemeClr val="accent2"/>
                </a:solidFill>
              </a:defRPr>
            </a:lvl2pPr>
            <a:lvl3pPr marL="1828434" indent="0">
              <a:buFontTx/>
              <a:buNone/>
              <a:defRPr sz="1600">
                <a:solidFill>
                  <a:schemeClr val="accent2"/>
                </a:solidFill>
              </a:defRPr>
            </a:lvl3pPr>
            <a:lvl4pPr marL="2742652" indent="0">
              <a:buFontTx/>
              <a:buNone/>
              <a:defRPr sz="1400">
                <a:solidFill>
                  <a:schemeClr val="accent2"/>
                </a:solidFill>
              </a:defRPr>
            </a:lvl4pPr>
            <a:lvl5pPr marL="3656868" indent="0">
              <a:buFontTx/>
              <a:buNone/>
              <a:defRPr sz="1400">
                <a:solidFill>
                  <a:schemeClr val="accent2"/>
                </a:solidFill>
              </a:defRPr>
            </a:lvl5pPr>
          </a:lstStyle>
          <a:p>
            <a:pPr lvl="0"/>
            <a:r>
              <a:rPr lang="en-US"/>
              <a:t>Title</a:t>
            </a:r>
          </a:p>
        </p:txBody>
      </p:sp>
    </p:spTree>
    <p:extLst>
      <p:ext uri="{BB962C8B-B14F-4D97-AF65-F5344CB8AC3E}">
        <p14:creationId xmlns:p14="http://schemas.microsoft.com/office/powerpoint/2010/main" val="3530356063"/>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big idea full bleed image 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ECDED-B67A-F849-AE82-EFEA6850910E}"/>
              </a:ext>
            </a:extLst>
          </p:cNvPr>
          <p:cNvSpPr>
            <a:spLocks noGrp="1"/>
          </p:cNvSpPr>
          <p:nvPr>
            <p:ph type="title" hasCustomPrompt="1"/>
          </p:nvPr>
        </p:nvSpPr>
        <p:spPr>
          <a:xfrm>
            <a:off x="6576561" y="4414159"/>
            <a:ext cx="11234057" cy="4887686"/>
          </a:xfrm>
          <a:noFill/>
        </p:spPr>
        <p:txBody>
          <a:bodyPr vert="horz" lIns="0" tIns="45720" rIns="0" bIns="45720" numCol="1" rtlCol="0" anchor="ctr" anchorCtr="0">
            <a:noAutofit/>
          </a:bodyPr>
          <a:lstStyle>
            <a:lvl1pPr algn="ctr">
              <a:lnSpc>
                <a:spcPts val="10438"/>
              </a:lnSpc>
              <a:spcBef>
                <a:spcPts val="2000"/>
              </a:spcBef>
              <a:defRPr lang="en-US" sz="8698">
                <a:ea typeface="+mn-ea"/>
                <a:cs typeface="+mn-cs"/>
              </a:defRPr>
            </a:lvl1pPr>
          </a:lstStyle>
          <a:p>
            <a:pPr lvl="0"/>
            <a:r>
              <a:rPr lang="en-US"/>
              <a:t>Enter a big statement or impactful quote in three lines or less</a:t>
            </a:r>
          </a:p>
        </p:txBody>
      </p:sp>
      <p:sp>
        <p:nvSpPr>
          <p:cNvPr id="6" name="Folded Corner 5">
            <a:extLst>
              <a:ext uri="{FF2B5EF4-FFF2-40B4-BE49-F238E27FC236}">
                <a16:creationId xmlns:a16="http://schemas.microsoft.com/office/drawing/2014/main" id="{A146C342-1704-1B43-9F78-254DE1493FDC}"/>
              </a:ext>
              <a:ext uri="{C183D7F6-B498-43B3-948B-1728B52AA6E4}">
                <adec:decorative xmlns:adec="http://schemas.microsoft.com/office/drawing/2017/decorative" val="1"/>
              </a:ext>
            </a:extLst>
          </p:cNvPr>
          <p:cNvSpPr/>
          <p:nvPr/>
        </p:nvSpPr>
        <p:spPr>
          <a:xfrm>
            <a:off x="0" y="-2667001"/>
            <a:ext cx="11888788" cy="2084202"/>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interrupt a full-bleed image with a compelling or arresting quote.</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a:t>
            </a:r>
            <a:r>
              <a:rPr lang="en-US" sz="2400">
                <a:solidFill>
                  <a:schemeClr val="tx1"/>
                </a:solidFill>
                <a:latin typeface="Source Sans Pro" panose="020B0503030403020204" pitchFamily="34" charset="77"/>
                <a:ea typeface="Source Sans Pro" charset="0"/>
                <a:cs typeface="Arial" panose="020B0604020202020204" pitchFamily="34" charset="0"/>
              </a:rPr>
              <a:t>Use a photo that has interest or people connection from opposite ends of the frame. Do not overlay image with color or add transparency.</a:t>
            </a:r>
          </a:p>
        </p:txBody>
      </p:sp>
      <p:sp>
        <p:nvSpPr>
          <p:cNvPr id="84" name="Picture Placeholder 83">
            <a:extLst>
              <a:ext uri="{FF2B5EF4-FFF2-40B4-BE49-F238E27FC236}">
                <a16:creationId xmlns:a16="http://schemas.microsoft.com/office/drawing/2014/main" id="{C8D4D258-217F-EF4E-9FD3-4166A2FCD03F}"/>
              </a:ext>
              <a:ext uri="{C183D7F6-B498-43B3-948B-1728B52AA6E4}">
                <adec:decorative xmlns:adec="http://schemas.microsoft.com/office/drawing/2017/decorative" val="1"/>
              </a:ext>
            </a:extLst>
          </p:cNvPr>
          <p:cNvSpPr>
            <a:spLocks noGrp="1"/>
          </p:cNvSpPr>
          <p:nvPr>
            <p:ph type="pic" sz="quarter" idx="12" hasCustomPrompt="1"/>
          </p:nvPr>
        </p:nvSpPr>
        <p:spPr>
          <a:xfrm>
            <a:off x="15099436" y="1"/>
            <a:ext cx="9284273" cy="13813310"/>
          </a:xfrm>
          <a:custGeom>
            <a:avLst/>
            <a:gdLst>
              <a:gd name="connsiteX0" fmla="*/ 0 w 9284273"/>
              <a:gd name="connsiteY0" fmla="*/ 0 h 13813309"/>
              <a:gd name="connsiteX1" fmla="*/ 9284273 w 9284273"/>
              <a:gd name="connsiteY1" fmla="*/ 0 h 13813309"/>
              <a:gd name="connsiteX2" fmla="*/ 9284273 w 9284273"/>
              <a:gd name="connsiteY2" fmla="*/ 13813309 h 13813309"/>
              <a:gd name="connsiteX3" fmla="*/ 124130 w 9284273"/>
              <a:gd name="connsiteY3" fmla="*/ 13813309 h 13813309"/>
              <a:gd name="connsiteX4" fmla="*/ 353053 w 9284273"/>
              <a:gd name="connsiteY4" fmla="*/ 13709815 h 13813309"/>
              <a:gd name="connsiteX5" fmla="*/ 4611085 w 9284273"/>
              <a:gd name="connsiteY5" fmla="*/ 6934133 h 13813309"/>
              <a:gd name="connsiteX6" fmla="*/ 20082 w 9284273"/>
              <a:gd name="connsiteY6" fmla="*/ 7918 h 13813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84273" h="13813309">
                <a:moveTo>
                  <a:pt x="0" y="0"/>
                </a:moveTo>
                <a:lnTo>
                  <a:pt x="9284273" y="0"/>
                </a:lnTo>
                <a:lnTo>
                  <a:pt x="9284273" y="13813309"/>
                </a:lnTo>
                <a:lnTo>
                  <a:pt x="124130" y="13813309"/>
                </a:lnTo>
                <a:lnTo>
                  <a:pt x="353053" y="13709815"/>
                </a:lnTo>
                <a:cubicBezTo>
                  <a:pt x="2872491" y="12495826"/>
                  <a:pt x="4611085" y="9918014"/>
                  <a:pt x="4611085" y="6934133"/>
                </a:cubicBezTo>
                <a:cubicBezTo>
                  <a:pt x="4611085" y="3820518"/>
                  <a:pt x="2718021" y="1149051"/>
                  <a:pt x="20082" y="7918"/>
                </a:cubicBezTo>
                <a:close/>
              </a:path>
            </a:pathLst>
          </a:custGeom>
          <a:pattFill prst="wdUpDiag">
            <a:fgClr>
              <a:srgbClr val="FADFD8"/>
            </a:fgClr>
            <a:bgClr>
              <a:schemeClr val="bg1"/>
            </a:bgClr>
          </a:pattFill>
        </p:spPr>
        <p:txBody>
          <a:bodyPr wrap="square" lIns="640080" tIns="548640" rIns="548640">
            <a:noAutofit/>
          </a:bodyPr>
          <a:lstStyle>
            <a:lvl1pPr algn="r">
              <a:defRPr/>
            </a:lvl1pPr>
          </a:lstStyle>
          <a:p>
            <a:r>
              <a:rPr lang="en-US"/>
              <a:t>Drag and drop same</a:t>
            </a:r>
          </a:p>
          <a:p>
            <a:r>
              <a:rPr lang="en-US"/>
              <a:t>image here</a:t>
            </a:r>
          </a:p>
          <a:p>
            <a:endParaRPr lang="en-US"/>
          </a:p>
          <a:p>
            <a:endParaRPr lang="en-US"/>
          </a:p>
          <a:p>
            <a:endParaRPr lang="en-US"/>
          </a:p>
          <a:p>
            <a:endParaRPr lang="en-US"/>
          </a:p>
          <a:p>
            <a:endParaRPr lang="en-US"/>
          </a:p>
          <a:p>
            <a:endParaRPr lang="en-US"/>
          </a:p>
          <a:p>
            <a:endParaRPr lang="en-US"/>
          </a:p>
          <a:p>
            <a:endParaRPr lang="en-US"/>
          </a:p>
          <a:p>
            <a:endParaRPr lang="en-US"/>
          </a:p>
          <a:p>
            <a:r>
              <a:rPr lang="en-US"/>
              <a:t>*Do not add color</a:t>
            </a:r>
          </a:p>
          <a:p>
            <a:r>
              <a:rPr lang="en-US"/>
              <a:t>overlay or transparency</a:t>
            </a:r>
          </a:p>
        </p:txBody>
      </p:sp>
      <p:sp>
        <p:nvSpPr>
          <p:cNvPr id="89" name="Picture Placeholder 88">
            <a:extLst>
              <a:ext uri="{FF2B5EF4-FFF2-40B4-BE49-F238E27FC236}">
                <a16:creationId xmlns:a16="http://schemas.microsoft.com/office/drawing/2014/main" id="{A531C527-46B4-714B-8C14-C61278E3C509}"/>
              </a:ext>
              <a:ext uri="{C183D7F6-B498-43B3-948B-1728B52AA6E4}">
                <adec:decorative xmlns:adec="http://schemas.microsoft.com/office/drawing/2017/decorative" val="1"/>
              </a:ext>
            </a:extLst>
          </p:cNvPr>
          <p:cNvSpPr>
            <a:spLocks noGrp="1"/>
          </p:cNvSpPr>
          <p:nvPr>
            <p:ph type="pic" sz="quarter" idx="13" hasCustomPrompt="1"/>
          </p:nvPr>
        </p:nvSpPr>
        <p:spPr>
          <a:xfrm>
            <a:off x="1" y="0"/>
            <a:ext cx="9287739" cy="13716000"/>
          </a:xfrm>
          <a:custGeom>
            <a:avLst/>
            <a:gdLst>
              <a:gd name="connsiteX0" fmla="*/ 0 w 9287739"/>
              <a:gd name="connsiteY0" fmla="*/ 0 h 13716000"/>
              <a:gd name="connsiteX1" fmla="*/ 9287739 w 9287739"/>
              <a:gd name="connsiteY1" fmla="*/ 0 h 13716000"/>
              <a:gd name="connsiteX2" fmla="*/ 9267658 w 9287739"/>
              <a:gd name="connsiteY2" fmla="*/ 7918 h 13716000"/>
              <a:gd name="connsiteX3" fmla="*/ 4676654 w 9287739"/>
              <a:gd name="connsiteY3" fmla="*/ 6934133 h 13716000"/>
              <a:gd name="connsiteX4" fmla="*/ 8934686 w 9287739"/>
              <a:gd name="connsiteY4" fmla="*/ 13709815 h 13716000"/>
              <a:gd name="connsiteX5" fmla="*/ 8948367 w 9287739"/>
              <a:gd name="connsiteY5" fmla="*/ 13716000 h 13716000"/>
              <a:gd name="connsiteX6" fmla="*/ 0 w 9287739"/>
              <a:gd name="connsiteY6"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87739" h="13716000">
                <a:moveTo>
                  <a:pt x="0" y="0"/>
                </a:moveTo>
                <a:lnTo>
                  <a:pt x="9287739" y="0"/>
                </a:lnTo>
                <a:lnTo>
                  <a:pt x="9267658" y="7918"/>
                </a:lnTo>
                <a:cubicBezTo>
                  <a:pt x="6569718" y="1149051"/>
                  <a:pt x="4676654" y="3820518"/>
                  <a:pt x="4676654" y="6934133"/>
                </a:cubicBezTo>
                <a:cubicBezTo>
                  <a:pt x="4676654" y="9918014"/>
                  <a:pt x="6415249" y="12495826"/>
                  <a:pt x="8934686" y="13709815"/>
                </a:cubicBezTo>
                <a:lnTo>
                  <a:pt x="8948367" y="13716000"/>
                </a:lnTo>
                <a:lnTo>
                  <a:pt x="0" y="13716000"/>
                </a:lnTo>
                <a:close/>
              </a:path>
            </a:pathLst>
          </a:custGeom>
          <a:pattFill prst="wdUpDiag">
            <a:fgClr>
              <a:srgbClr val="FADFD8"/>
            </a:fgClr>
            <a:bgClr>
              <a:schemeClr val="bg1"/>
            </a:bgClr>
          </a:pattFill>
        </p:spPr>
        <p:txBody>
          <a:bodyPr wrap="square" lIns="640080" tIns="548640">
            <a:noAutofit/>
          </a:bodyPr>
          <a:lstStyle>
            <a:lvl1pPr>
              <a:defRPr/>
            </a:lvl1pPr>
          </a:lstStyle>
          <a:p>
            <a:r>
              <a:rPr lang="en-US"/>
              <a:t>Drag and drop</a:t>
            </a:r>
          </a:p>
          <a:p>
            <a:r>
              <a:rPr lang="en-US"/>
              <a:t>image here</a:t>
            </a:r>
          </a:p>
        </p:txBody>
      </p:sp>
    </p:spTree>
    <p:extLst>
      <p:ext uri="{BB962C8B-B14F-4D97-AF65-F5344CB8AC3E}">
        <p14:creationId xmlns:p14="http://schemas.microsoft.com/office/powerpoint/2010/main" val="266593750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mobile title">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1231496C-7811-F84F-98FE-0B1EB1950EF7}"/>
              </a:ext>
              <a:ext uri="{C183D7F6-B498-43B3-948B-1728B52AA6E4}">
                <adec:decorative xmlns:adec="http://schemas.microsoft.com/office/drawing/2017/decorative" val="1"/>
              </a:ext>
            </a:extLst>
          </p:cNvPr>
          <p:cNvSpPr/>
          <p:nvPr/>
        </p:nvSpPr>
        <p:spPr>
          <a:xfrm>
            <a:off x="25402" y="6352"/>
            <a:ext cx="16440006" cy="13716000"/>
          </a:xfrm>
          <a:custGeom>
            <a:avLst/>
            <a:gdLst>
              <a:gd name="connsiteX0" fmla="*/ 0 w 16440007"/>
              <a:gd name="connsiteY0" fmla="*/ 0 h 13715999"/>
              <a:gd name="connsiteX1" fmla="*/ 14694637 w 16440007"/>
              <a:gd name="connsiteY1" fmla="*/ 0 h 13715999"/>
              <a:gd name="connsiteX2" fmla="*/ 14710471 w 16440007"/>
              <a:gd name="connsiteY2" fmla="*/ 27538 h 13715999"/>
              <a:gd name="connsiteX3" fmla="*/ 16440007 w 16440007"/>
              <a:gd name="connsiteY3" fmla="*/ 6857999 h 13715999"/>
              <a:gd name="connsiteX4" fmla="*/ 14710471 w 16440007"/>
              <a:gd name="connsiteY4" fmla="*/ 13688459 h 13715999"/>
              <a:gd name="connsiteX5" fmla="*/ 14694636 w 16440007"/>
              <a:gd name="connsiteY5" fmla="*/ 13715999 h 13715999"/>
              <a:gd name="connsiteX6" fmla="*/ 0 w 16440007"/>
              <a:gd name="connsiteY6" fmla="*/ 13715999 h 13715999"/>
              <a:gd name="connsiteX7" fmla="*/ 0 w 16440007"/>
              <a:gd name="connsiteY7" fmla="*/ 0 h 1371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40007" h="13715999">
                <a:moveTo>
                  <a:pt x="0" y="0"/>
                </a:moveTo>
                <a:lnTo>
                  <a:pt x="14694637" y="0"/>
                </a:lnTo>
                <a:lnTo>
                  <a:pt x="14710471" y="27538"/>
                </a:lnTo>
                <a:cubicBezTo>
                  <a:pt x="15813473" y="2057983"/>
                  <a:pt x="16440007" y="4384824"/>
                  <a:pt x="16440007" y="6857999"/>
                </a:cubicBezTo>
                <a:cubicBezTo>
                  <a:pt x="16440007" y="9331174"/>
                  <a:pt x="15813474" y="11658015"/>
                  <a:pt x="14710471" y="13688459"/>
                </a:cubicBezTo>
                <a:lnTo>
                  <a:pt x="14694636" y="13715999"/>
                </a:lnTo>
                <a:lnTo>
                  <a:pt x="0" y="13715999"/>
                </a:lnTo>
                <a:lnTo>
                  <a:pt x="0" y="0"/>
                </a:ln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080"/>
            <a:endParaRPr lang="en-US" sz="7998">
              <a:solidFill>
                <a:srgbClr val="FFFFFF"/>
              </a:solidFill>
              <a:latin typeface="Calibri" panose="020F0502020204030204"/>
            </a:endParaRPr>
          </a:p>
        </p:txBody>
      </p:sp>
      <p:sp>
        <p:nvSpPr>
          <p:cNvPr id="5" name="Title 4">
            <a:extLst>
              <a:ext uri="{FF2B5EF4-FFF2-40B4-BE49-F238E27FC236}">
                <a16:creationId xmlns:a16="http://schemas.microsoft.com/office/drawing/2014/main" id="{E656A11E-5A2D-FE4A-95FA-DF76B5C45498}"/>
              </a:ext>
            </a:extLst>
          </p:cNvPr>
          <p:cNvSpPr>
            <a:spLocks noGrp="1"/>
          </p:cNvSpPr>
          <p:nvPr>
            <p:ph type="title" hasCustomPrompt="1"/>
          </p:nvPr>
        </p:nvSpPr>
        <p:spPr>
          <a:xfrm>
            <a:off x="1491299" y="4206240"/>
            <a:ext cx="8910002" cy="5349240"/>
          </a:xfrm>
        </p:spPr>
        <p:txBody>
          <a:bodyPr anchor="ctr" anchorCtr="0"/>
          <a:lstStyle>
            <a:lvl1pPr>
              <a:defRPr lang="en-US" sz="13798" kern="1200" baseline="0" smtClean="0">
                <a:solidFill>
                  <a:schemeClr val="accent2"/>
                </a:solidFill>
                <a:latin typeface="Community Light" panose="02000303040000020003" pitchFamily="2" charset="0"/>
                <a:ea typeface="+mn-ea"/>
                <a:cs typeface="+mn-cs"/>
              </a:defRPr>
            </a:lvl1pPr>
          </a:lstStyle>
          <a:p>
            <a:r>
              <a:rPr lang="en-US"/>
              <a:t>Enter slide title here</a:t>
            </a:r>
          </a:p>
        </p:txBody>
      </p:sp>
      <p:sp>
        <p:nvSpPr>
          <p:cNvPr id="15" name="Folded Corner 14">
            <a:extLst>
              <a:ext uri="{FF2B5EF4-FFF2-40B4-BE49-F238E27FC236}">
                <a16:creationId xmlns:a16="http://schemas.microsoft.com/office/drawing/2014/main" id="{FD7B4F82-4E1D-7542-B680-BDA95FA50734}"/>
              </a:ext>
              <a:ext uri="{C183D7F6-B498-43B3-948B-1728B52AA6E4}">
                <adec:decorative xmlns:adec="http://schemas.microsoft.com/office/drawing/2017/decorative" val="1"/>
              </a:ext>
            </a:extLst>
          </p:cNvPr>
          <p:cNvSpPr/>
          <p:nvPr/>
        </p:nvSpPr>
        <p:spPr>
          <a:xfrm>
            <a:off x="-1" y="-2743200"/>
            <a:ext cx="11050589" cy="21590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several devices with sample product shot. </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a:t>
            </a:r>
            <a:r>
              <a:rPr lang="en-US" sz="2400">
                <a:solidFill>
                  <a:schemeClr val="tx1"/>
                </a:solidFill>
                <a:latin typeface="Source Sans Pro" panose="020B0503030403020204" pitchFamily="34" charset="77"/>
                <a:ea typeface="Source Sans Pro" charset="0"/>
                <a:cs typeface="Arial" panose="020B0604020202020204" pitchFamily="34" charset="0"/>
              </a:rPr>
              <a:t>Drag and drop mobile or laptop screenshots into the matching device. This is a cover slide, so make your screenshots compelling.</a:t>
            </a:r>
          </a:p>
        </p:txBody>
      </p:sp>
      <p:pic>
        <p:nvPicPr>
          <p:cNvPr id="17" name="Picture 16" descr="Apple laptop device">
            <a:extLst>
              <a:ext uri="{FF2B5EF4-FFF2-40B4-BE49-F238E27FC236}">
                <a16:creationId xmlns:a16="http://schemas.microsoft.com/office/drawing/2014/main" id="{4687D033-BF02-EE4B-8809-390D89B0B3F6}"/>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14085774" y="1328659"/>
            <a:ext cx="16035168" cy="8865598"/>
          </a:xfrm>
          <a:prstGeom prst="rect">
            <a:avLst/>
          </a:prstGeom>
        </p:spPr>
      </p:pic>
      <p:sp>
        <p:nvSpPr>
          <p:cNvPr id="36" name="Picture Placeholder 35">
            <a:extLst>
              <a:ext uri="{FF2B5EF4-FFF2-40B4-BE49-F238E27FC236}">
                <a16:creationId xmlns:a16="http://schemas.microsoft.com/office/drawing/2014/main" id="{873283DB-39A6-2F41-9F93-E2C5CCD0E3D0}"/>
              </a:ext>
              <a:ext uri="{C183D7F6-B498-43B3-948B-1728B52AA6E4}">
                <adec:decorative xmlns:adec="http://schemas.microsoft.com/office/drawing/2017/decorative" val="1"/>
              </a:ext>
            </a:extLst>
          </p:cNvPr>
          <p:cNvSpPr>
            <a:spLocks noGrp="1"/>
          </p:cNvSpPr>
          <p:nvPr>
            <p:ph type="pic" sz="quarter" idx="18" hasCustomPrompt="1"/>
          </p:nvPr>
        </p:nvSpPr>
        <p:spPr>
          <a:xfrm>
            <a:off x="16190366" y="1935555"/>
            <a:ext cx="11849099" cy="7105798"/>
          </a:xfrm>
          <a:custGeom>
            <a:avLst/>
            <a:gdLst>
              <a:gd name="connsiteX0" fmla="*/ 0 w 11849098"/>
              <a:gd name="connsiteY0" fmla="*/ 0 h 7105797"/>
              <a:gd name="connsiteX1" fmla="*/ 11849098 w 11849098"/>
              <a:gd name="connsiteY1" fmla="*/ 0 h 7105797"/>
              <a:gd name="connsiteX2" fmla="*/ 11849098 w 11849098"/>
              <a:gd name="connsiteY2" fmla="*/ 7105797 h 7105797"/>
              <a:gd name="connsiteX3" fmla="*/ 8327954 w 11849098"/>
              <a:gd name="connsiteY3" fmla="*/ 7105797 h 7105797"/>
              <a:gd name="connsiteX4" fmla="*/ 8327954 w 11849098"/>
              <a:gd name="connsiteY4" fmla="*/ 6876532 h 7105797"/>
              <a:gd name="connsiteX5" fmla="*/ 7946946 w 11849098"/>
              <a:gd name="connsiteY5" fmla="*/ 6495524 h 7105797"/>
              <a:gd name="connsiteX6" fmla="*/ 7199194 w 11849098"/>
              <a:gd name="connsiteY6" fmla="*/ 6495524 h 7105797"/>
              <a:gd name="connsiteX7" fmla="*/ 7199194 w 11849098"/>
              <a:gd name="connsiteY7" fmla="*/ 6484133 h 7105797"/>
              <a:gd name="connsiteX8" fmla="*/ 7167446 w 11849098"/>
              <a:gd name="connsiteY8" fmla="*/ 6452382 h 7105797"/>
              <a:gd name="connsiteX9" fmla="*/ 6139966 w 11849098"/>
              <a:gd name="connsiteY9" fmla="*/ 6452382 h 7105797"/>
              <a:gd name="connsiteX10" fmla="*/ 6108218 w 11849098"/>
              <a:gd name="connsiteY10" fmla="*/ 6484133 h 7105797"/>
              <a:gd name="connsiteX11" fmla="*/ 6108218 w 11849098"/>
              <a:gd name="connsiteY11" fmla="*/ 6495524 h 7105797"/>
              <a:gd name="connsiteX12" fmla="*/ 5708738 w 11849098"/>
              <a:gd name="connsiteY12" fmla="*/ 6495524 h 7105797"/>
              <a:gd name="connsiteX13" fmla="*/ 5708738 w 11849098"/>
              <a:gd name="connsiteY13" fmla="*/ 6480844 h 7105797"/>
              <a:gd name="connsiteX14" fmla="*/ 5676990 w 11849098"/>
              <a:gd name="connsiteY14" fmla="*/ 6449093 h 7105797"/>
              <a:gd name="connsiteX15" fmla="*/ 5094730 w 11849098"/>
              <a:gd name="connsiteY15" fmla="*/ 6449093 h 7105797"/>
              <a:gd name="connsiteX16" fmla="*/ 5062978 w 11849098"/>
              <a:gd name="connsiteY16" fmla="*/ 6480844 h 7105797"/>
              <a:gd name="connsiteX17" fmla="*/ 5062978 w 11849098"/>
              <a:gd name="connsiteY17" fmla="*/ 6495524 h 7105797"/>
              <a:gd name="connsiteX18" fmla="*/ 959806 w 11849098"/>
              <a:gd name="connsiteY18" fmla="*/ 6495524 h 7105797"/>
              <a:gd name="connsiteX19" fmla="*/ 578799 w 11849098"/>
              <a:gd name="connsiteY19" fmla="*/ 6876532 h 7105797"/>
              <a:gd name="connsiteX20" fmla="*/ 578799 w 11849098"/>
              <a:gd name="connsiteY20" fmla="*/ 7105797 h 7105797"/>
              <a:gd name="connsiteX21" fmla="*/ 0 w 11849098"/>
              <a:gd name="connsiteY21" fmla="*/ 7105797 h 710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849098" h="7105797">
                <a:moveTo>
                  <a:pt x="0" y="0"/>
                </a:moveTo>
                <a:lnTo>
                  <a:pt x="11849098" y="0"/>
                </a:lnTo>
                <a:lnTo>
                  <a:pt x="11849098" y="7105797"/>
                </a:lnTo>
                <a:lnTo>
                  <a:pt x="8327954" y="7105797"/>
                </a:lnTo>
                <a:lnTo>
                  <a:pt x="8327954" y="6876532"/>
                </a:lnTo>
                <a:cubicBezTo>
                  <a:pt x="8327954" y="6666107"/>
                  <a:pt x="8157370" y="6495524"/>
                  <a:pt x="7946946" y="6495524"/>
                </a:cubicBezTo>
                <a:lnTo>
                  <a:pt x="7199194" y="6495524"/>
                </a:lnTo>
                <a:lnTo>
                  <a:pt x="7199194" y="6484133"/>
                </a:lnTo>
                <a:cubicBezTo>
                  <a:pt x="7199194" y="6466597"/>
                  <a:pt x="7184982" y="6452382"/>
                  <a:pt x="7167446" y="6452382"/>
                </a:cubicBezTo>
                <a:lnTo>
                  <a:pt x="6139966" y="6452382"/>
                </a:lnTo>
                <a:cubicBezTo>
                  <a:pt x="6122430" y="6452382"/>
                  <a:pt x="6108218" y="6466597"/>
                  <a:pt x="6108218" y="6484133"/>
                </a:cubicBezTo>
                <a:lnTo>
                  <a:pt x="6108218" y="6495524"/>
                </a:lnTo>
                <a:lnTo>
                  <a:pt x="5708738" y="6495524"/>
                </a:lnTo>
                <a:lnTo>
                  <a:pt x="5708738" y="6480844"/>
                </a:lnTo>
                <a:cubicBezTo>
                  <a:pt x="5708738" y="6463308"/>
                  <a:pt x="5694526" y="6449093"/>
                  <a:pt x="5676990" y="6449093"/>
                </a:cubicBezTo>
                <a:lnTo>
                  <a:pt x="5094730" y="6449093"/>
                </a:lnTo>
                <a:cubicBezTo>
                  <a:pt x="5077194" y="6449093"/>
                  <a:pt x="5062978" y="6463308"/>
                  <a:pt x="5062978" y="6480844"/>
                </a:cubicBezTo>
                <a:lnTo>
                  <a:pt x="5062978" y="6495524"/>
                </a:lnTo>
                <a:lnTo>
                  <a:pt x="959806" y="6495524"/>
                </a:lnTo>
                <a:cubicBezTo>
                  <a:pt x="749382" y="6495524"/>
                  <a:pt x="578799" y="6666107"/>
                  <a:pt x="578799" y="6876532"/>
                </a:cubicBezTo>
                <a:lnTo>
                  <a:pt x="578799" y="7105797"/>
                </a:lnTo>
                <a:lnTo>
                  <a:pt x="0" y="7105797"/>
                </a:lnTo>
                <a:close/>
              </a:path>
            </a:pathLst>
          </a:custGeom>
          <a:pattFill prst="wdUpDiag">
            <a:fgClr>
              <a:srgbClr val="FADFD9"/>
            </a:fgClr>
            <a:bgClr>
              <a:schemeClr val="bg1"/>
            </a:bgClr>
          </a:pattFill>
        </p:spPr>
        <p:txBody>
          <a:bodyPr wrap="square" lIns="914400" tIns="1463040" rIns="914400">
            <a:noAutofit/>
          </a:bodyPr>
          <a:lstStyle>
            <a:lvl1pPr marL="0" indent="0" algn="ctr">
              <a:buNone/>
              <a:defRPr sz="3600">
                <a:solidFill>
                  <a:schemeClr val="tx1"/>
                </a:solidFill>
              </a:defRPr>
            </a:lvl1pPr>
          </a:lstStyle>
          <a:p>
            <a:r>
              <a:rPr lang="en-US"/>
              <a:t>Drag and drop your screenshot into</a:t>
            </a:r>
          </a:p>
          <a:p>
            <a:r>
              <a:rPr lang="en-US"/>
              <a:t>this photo placeholder</a:t>
            </a:r>
          </a:p>
        </p:txBody>
      </p:sp>
      <p:pic>
        <p:nvPicPr>
          <p:cNvPr id="11" name="samsung" descr="Samsung mobile device">
            <a:extLst>
              <a:ext uri="{FF2B5EF4-FFF2-40B4-BE49-F238E27FC236}">
                <a16:creationId xmlns:a16="http://schemas.microsoft.com/office/drawing/2014/main" id="{07E112AD-A438-494E-A623-4C578D2E31B2}"/>
              </a:ext>
            </a:extLst>
          </p:cNvPr>
          <p:cNvPicPr>
            <a:picLocks noChangeAspect="1"/>
          </p:cNvPicPr>
          <p:nvPr/>
        </p:nvPicPr>
        <p:blipFill>
          <a:blip r:embed="rId3"/>
          <a:stretch>
            <a:fillRect/>
          </a:stretch>
        </p:blipFill>
        <p:spPr>
          <a:xfrm rot="5400000">
            <a:off x="18788365" y="6361251"/>
            <a:ext cx="3701144" cy="7746579"/>
          </a:xfrm>
          <a:prstGeom prst="rect">
            <a:avLst/>
          </a:prstGeom>
        </p:spPr>
      </p:pic>
      <p:pic>
        <p:nvPicPr>
          <p:cNvPr id="19" name="phone" descr="Apple mobile device">
            <a:extLst>
              <a:ext uri="{FF2B5EF4-FFF2-40B4-BE49-F238E27FC236}">
                <a16:creationId xmlns:a16="http://schemas.microsoft.com/office/drawing/2014/main" id="{33020B85-5772-3044-84C1-E2C5D0A826B0}"/>
              </a:ext>
              <a:ext uri="{C183D7F6-B498-43B3-948B-1728B52AA6E4}">
                <adec:decorative xmlns:adec="http://schemas.microsoft.com/office/drawing/2017/decorative" val="0"/>
              </a:ext>
            </a:extLst>
          </p:cNvPr>
          <p:cNvPicPr>
            <a:picLocks noChangeAspect="1"/>
          </p:cNvPicPr>
          <p:nvPr/>
        </p:nvPicPr>
        <p:blipFill>
          <a:blip r:embed="rId4">
            <a:lum bright="28000"/>
          </a:blip>
          <a:stretch>
            <a:fillRect/>
          </a:stretch>
        </p:blipFill>
        <p:spPr>
          <a:xfrm>
            <a:off x="12572116" y="3859276"/>
            <a:ext cx="3550536" cy="7440548"/>
          </a:xfrm>
          <a:prstGeom prst="rect">
            <a:avLst/>
          </a:prstGeom>
          <a:noFill/>
        </p:spPr>
      </p:pic>
      <p:sp>
        <p:nvSpPr>
          <p:cNvPr id="20" name="Picture Placeholder 6">
            <a:extLst>
              <a:ext uri="{FF2B5EF4-FFF2-40B4-BE49-F238E27FC236}">
                <a16:creationId xmlns:a16="http://schemas.microsoft.com/office/drawing/2014/main" id="{61E3F1C0-4D74-FA4F-AD08-21F66105D88C}"/>
              </a:ext>
              <a:ext uri="{C183D7F6-B498-43B3-948B-1728B52AA6E4}">
                <adec:decorative xmlns:adec="http://schemas.microsoft.com/office/drawing/2017/decorative" val="1"/>
              </a:ext>
            </a:extLst>
          </p:cNvPr>
          <p:cNvSpPr>
            <a:spLocks noGrp="1"/>
          </p:cNvSpPr>
          <p:nvPr>
            <p:ph type="pic" sz="quarter" idx="19" hasCustomPrompt="1"/>
          </p:nvPr>
        </p:nvSpPr>
        <p:spPr>
          <a:xfrm>
            <a:off x="12689882" y="3952933"/>
            <a:ext cx="3318296" cy="7230586"/>
          </a:xfrm>
          <a:custGeom>
            <a:avLst/>
            <a:gdLst>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297683 w 5512527"/>
              <a:gd name="connsiteY18" fmla="*/ 160595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46021 w 5512527"/>
              <a:gd name="connsiteY18" fmla="*/ 144482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96183 w 5512527"/>
              <a:gd name="connsiteY17" fmla="*/ 0 h 11985173"/>
              <a:gd name="connsiteX18" fmla="*/ 4927979 w 5512527"/>
              <a:gd name="connsiteY18" fmla="*/ 0 h 11985173"/>
              <a:gd name="connsiteX19" fmla="*/ 5512527 w 5512527"/>
              <a:gd name="connsiteY19" fmla="*/ 584548 h 11985173"/>
              <a:gd name="connsiteX20" fmla="*/ 5512527 w 5512527"/>
              <a:gd name="connsiteY20" fmla="*/ 11400625 h 11985173"/>
              <a:gd name="connsiteX21" fmla="*/ 4927979 w 5512527"/>
              <a:gd name="connsiteY21" fmla="*/ 11985173 h 11985173"/>
              <a:gd name="connsiteX22" fmla="*/ 584548 w 5512527"/>
              <a:gd name="connsiteY22" fmla="*/ 11985173 h 11985173"/>
              <a:gd name="connsiteX23" fmla="*/ 0 w 5512527"/>
              <a:gd name="connsiteY23" fmla="*/ 11400625 h 11985173"/>
              <a:gd name="connsiteX24" fmla="*/ 0 w 5512527"/>
              <a:gd name="connsiteY24" fmla="*/ 584548 h 11985173"/>
              <a:gd name="connsiteX25" fmla="*/ 584548 w 5512527"/>
              <a:gd name="connsiteY25" fmla="*/ 0 h 119851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12135 w 5512527"/>
              <a:gd name="connsiteY12" fmla="*/ 46029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333881 w 5512527"/>
              <a:gd name="connsiteY9" fmla="*/ 124570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77515 w 5512527"/>
              <a:gd name="connsiteY7" fmla="*/ 50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20100 h 12005273"/>
              <a:gd name="connsiteX1" fmla="*/ 867289 w 5512527"/>
              <a:gd name="connsiteY1" fmla="*/ 20100 h 12005273"/>
              <a:gd name="connsiteX2" fmla="*/ 872596 w 5512527"/>
              <a:gd name="connsiteY2" fmla="*/ 21807 h 12005273"/>
              <a:gd name="connsiteX3" fmla="*/ 957894 w 5512527"/>
              <a:gd name="connsiteY3" fmla="*/ 20887 h 12005273"/>
              <a:gd name="connsiteX4" fmla="*/ 981310 w 5512527"/>
              <a:gd name="connsiteY4" fmla="*/ 20100 h 12005273"/>
              <a:gd name="connsiteX5" fmla="*/ 1099734 w 5512527"/>
              <a:gd name="connsiteY5" fmla="*/ 20100 h 12005273"/>
              <a:gd name="connsiteX6" fmla="*/ 1134631 w 5512527"/>
              <a:gd name="connsiteY6" fmla="*/ 0 h 12005273"/>
              <a:gd name="connsiteX7" fmla="*/ 1177515 w 5512527"/>
              <a:gd name="connsiteY7" fmla="*/ 18840 h 12005273"/>
              <a:gd name="connsiteX8" fmla="*/ 1262697 w 5512527"/>
              <a:gd name="connsiteY8" fmla="*/ 170136 h 12005273"/>
              <a:gd name="connsiteX9" fmla="*/ 1262701 w 5512527"/>
              <a:gd name="connsiteY9" fmla="*/ 195708 h 12005273"/>
              <a:gd name="connsiteX10" fmla="*/ 1531513 w 5512527"/>
              <a:gd name="connsiteY10" fmla="*/ 458170 h 12005273"/>
              <a:gd name="connsiteX11" fmla="*/ 4005785 w 5512527"/>
              <a:gd name="connsiteY11" fmla="*/ 454995 h 12005273"/>
              <a:gd name="connsiteX12" fmla="*/ 4211195 w 5512527"/>
              <a:gd name="connsiteY12" fmla="*/ 391592 h 12005273"/>
              <a:gd name="connsiteX13" fmla="*/ 4214215 w 5512527"/>
              <a:gd name="connsiteY13" fmla="*/ 387109 h 12005273"/>
              <a:gd name="connsiteX14" fmla="*/ 4215227 w 5512527"/>
              <a:gd name="connsiteY14" fmla="*/ 386276 h 12005273"/>
              <a:gd name="connsiteX15" fmla="*/ 4278629 w 5512527"/>
              <a:gd name="connsiteY15" fmla="*/ 184042 h 12005273"/>
              <a:gd name="connsiteX16" fmla="*/ 4389833 w 5512527"/>
              <a:gd name="connsiteY16" fmla="*/ 13750 h 12005273"/>
              <a:gd name="connsiteX17" fmla="*/ 4927979 w 5512527"/>
              <a:gd name="connsiteY17" fmla="*/ 20100 h 12005273"/>
              <a:gd name="connsiteX18" fmla="*/ 5512527 w 5512527"/>
              <a:gd name="connsiteY18" fmla="*/ 604648 h 12005273"/>
              <a:gd name="connsiteX19" fmla="*/ 5512527 w 5512527"/>
              <a:gd name="connsiteY19" fmla="*/ 11420725 h 12005273"/>
              <a:gd name="connsiteX20" fmla="*/ 4927979 w 5512527"/>
              <a:gd name="connsiteY20" fmla="*/ 12005273 h 12005273"/>
              <a:gd name="connsiteX21" fmla="*/ 584548 w 5512527"/>
              <a:gd name="connsiteY21" fmla="*/ 12005273 h 12005273"/>
              <a:gd name="connsiteX22" fmla="*/ 0 w 5512527"/>
              <a:gd name="connsiteY22" fmla="*/ 11420725 h 12005273"/>
              <a:gd name="connsiteX23" fmla="*/ 0 w 5512527"/>
              <a:gd name="connsiteY23" fmla="*/ 604648 h 12005273"/>
              <a:gd name="connsiteX24" fmla="*/ 584548 w 5512527"/>
              <a:gd name="connsiteY24" fmla="*/ 20100 h 120052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77515 w 5512527"/>
              <a:gd name="connsiteY6" fmla="*/ 5090 h 11991523"/>
              <a:gd name="connsiteX7" fmla="*/ 1262697 w 5512527"/>
              <a:gd name="connsiteY7" fmla="*/ 156386 h 11991523"/>
              <a:gd name="connsiteX8" fmla="*/ 1262701 w 5512527"/>
              <a:gd name="connsiteY8" fmla="*/ 181958 h 11991523"/>
              <a:gd name="connsiteX9" fmla="*/ 1531513 w 5512527"/>
              <a:gd name="connsiteY9" fmla="*/ 444420 h 11991523"/>
              <a:gd name="connsiteX10" fmla="*/ 4005785 w 5512527"/>
              <a:gd name="connsiteY10" fmla="*/ 441245 h 11991523"/>
              <a:gd name="connsiteX11" fmla="*/ 4211195 w 5512527"/>
              <a:gd name="connsiteY11" fmla="*/ 377842 h 11991523"/>
              <a:gd name="connsiteX12" fmla="*/ 4214215 w 5512527"/>
              <a:gd name="connsiteY12" fmla="*/ 373359 h 11991523"/>
              <a:gd name="connsiteX13" fmla="*/ 4215227 w 5512527"/>
              <a:gd name="connsiteY13" fmla="*/ 372526 h 11991523"/>
              <a:gd name="connsiteX14" fmla="*/ 4278629 w 5512527"/>
              <a:gd name="connsiteY14" fmla="*/ 170292 h 11991523"/>
              <a:gd name="connsiteX15" fmla="*/ 4389833 w 5512527"/>
              <a:gd name="connsiteY15" fmla="*/ 0 h 11991523"/>
              <a:gd name="connsiteX16" fmla="*/ 4927979 w 5512527"/>
              <a:gd name="connsiteY16" fmla="*/ 6350 h 11991523"/>
              <a:gd name="connsiteX17" fmla="*/ 5512527 w 5512527"/>
              <a:gd name="connsiteY17" fmla="*/ 590898 h 11991523"/>
              <a:gd name="connsiteX18" fmla="*/ 5512527 w 5512527"/>
              <a:gd name="connsiteY18" fmla="*/ 11406975 h 11991523"/>
              <a:gd name="connsiteX19" fmla="*/ 4927979 w 5512527"/>
              <a:gd name="connsiteY19" fmla="*/ 11991523 h 11991523"/>
              <a:gd name="connsiteX20" fmla="*/ 584548 w 5512527"/>
              <a:gd name="connsiteY20" fmla="*/ 11991523 h 11991523"/>
              <a:gd name="connsiteX21" fmla="*/ 0 w 5512527"/>
              <a:gd name="connsiteY21" fmla="*/ 11406975 h 11991523"/>
              <a:gd name="connsiteX22" fmla="*/ 0 w 5512527"/>
              <a:gd name="connsiteY22" fmla="*/ 590898 h 11991523"/>
              <a:gd name="connsiteX23" fmla="*/ 584548 w 5512527"/>
              <a:gd name="connsiteY23"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177515 w 5512527"/>
              <a:gd name="connsiteY5" fmla="*/ 5090 h 11991523"/>
              <a:gd name="connsiteX6" fmla="*/ 1262697 w 5512527"/>
              <a:gd name="connsiteY6" fmla="*/ 156386 h 11991523"/>
              <a:gd name="connsiteX7" fmla="*/ 1262701 w 5512527"/>
              <a:gd name="connsiteY7" fmla="*/ 181958 h 11991523"/>
              <a:gd name="connsiteX8" fmla="*/ 1531513 w 5512527"/>
              <a:gd name="connsiteY8" fmla="*/ 444420 h 11991523"/>
              <a:gd name="connsiteX9" fmla="*/ 4005785 w 5512527"/>
              <a:gd name="connsiteY9" fmla="*/ 441245 h 11991523"/>
              <a:gd name="connsiteX10" fmla="*/ 4211195 w 5512527"/>
              <a:gd name="connsiteY10" fmla="*/ 377842 h 11991523"/>
              <a:gd name="connsiteX11" fmla="*/ 4214215 w 5512527"/>
              <a:gd name="connsiteY11" fmla="*/ 373359 h 11991523"/>
              <a:gd name="connsiteX12" fmla="*/ 4215227 w 5512527"/>
              <a:gd name="connsiteY12" fmla="*/ 372526 h 11991523"/>
              <a:gd name="connsiteX13" fmla="*/ 4278629 w 5512527"/>
              <a:gd name="connsiteY13" fmla="*/ 170292 h 11991523"/>
              <a:gd name="connsiteX14" fmla="*/ 4389833 w 5512527"/>
              <a:gd name="connsiteY14" fmla="*/ 0 h 11991523"/>
              <a:gd name="connsiteX15" fmla="*/ 4927979 w 5512527"/>
              <a:gd name="connsiteY15" fmla="*/ 6350 h 11991523"/>
              <a:gd name="connsiteX16" fmla="*/ 5512527 w 5512527"/>
              <a:gd name="connsiteY16" fmla="*/ 590898 h 11991523"/>
              <a:gd name="connsiteX17" fmla="*/ 5512527 w 5512527"/>
              <a:gd name="connsiteY17" fmla="*/ 11406975 h 11991523"/>
              <a:gd name="connsiteX18" fmla="*/ 4927979 w 5512527"/>
              <a:gd name="connsiteY18" fmla="*/ 11991523 h 11991523"/>
              <a:gd name="connsiteX19" fmla="*/ 584548 w 5512527"/>
              <a:gd name="connsiteY19" fmla="*/ 11991523 h 11991523"/>
              <a:gd name="connsiteX20" fmla="*/ 0 w 5512527"/>
              <a:gd name="connsiteY20" fmla="*/ 11406975 h 11991523"/>
              <a:gd name="connsiteX21" fmla="*/ 0 w 5512527"/>
              <a:gd name="connsiteY21" fmla="*/ 590898 h 11991523"/>
              <a:gd name="connsiteX22" fmla="*/ 584548 w 5512527"/>
              <a:gd name="connsiteY22"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1177515 w 5512527"/>
              <a:gd name="connsiteY4" fmla="*/ 5090 h 11991523"/>
              <a:gd name="connsiteX5" fmla="*/ 1262697 w 5512527"/>
              <a:gd name="connsiteY5" fmla="*/ 156386 h 11991523"/>
              <a:gd name="connsiteX6" fmla="*/ 1262701 w 5512527"/>
              <a:gd name="connsiteY6" fmla="*/ 181958 h 11991523"/>
              <a:gd name="connsiteX7" fmla="*/ 1531513 w 5512527"/>
              <a:gd name="connsiteY7" fmla="*/ 444420 h 11991523"/>
              <a:gd name="connsiteX8" fmla="*/ 4005785 w 5512527"/>
              <a:gd name="connsiteY8" fmla="*/ 441245 h 11991523"/>
              <a:gd name="connsiteX9" fmla="*/ 4211195 w 5512527"/>
              <a:gd name="connsiteY9" fmla="*/ 377842 h 11991523"/>
              <a:gd name="connsiteX10" fmla="*/ 4214215 w 5512527"/>
              <a:gd name="connsiteY10" fmla="*/ 373359 h 11991523"/>
              <a:gd name="connsiteX11" fmla="*/ 4215227 w 5512527"/>
              <a:gd name="connsiteY11" fmla="*/ 372526 h 11991523"/>
              <a:gd name="connsiteX12" fmla="*/ 4278629 w 5512527"/>
              <a:gd name="connsiteY12" fmla="*/ 170292 h 11991523"/>
              <a:gd name="connsiteX13" fmla="*/ 4389833 w 5512527"/>
              <a:gd name="connsiteY13" fmla="*/ 0 h 11991523"/>
              <a:gd name="connsiteX14" fmla="*/ 4927979 w 5512527"/>
              <a:gd name="connsiteY14" fmla="*/ 6350 h 11991523"/>
              <a:gd name="connsiteX15" fmla="*/ 5512527 w 5512527"/>
              <a:gd name="connsiteY15" fmla="*/ 590898 h 11991523"/>
              <a:gd name="connsiteX16" fmla="*/ 5512527 w 5512527"/>
              <a:gd name="connsiteY16" fmla="*/ 11406975 h 11991523"/>
              <a:gd name="connsiteX17" fmla="*/ 4927979 w 5512527"/>
              <a:gd name="connsiteY17" fmla="*/ 11991523 h 11991523"/>
              <a:gd name="connsiteX18" fmla="*/ 584548 w 5512527"/>
              <a:gd name="connsiteY18" fmla="*/ 11991523 h 11991523"/>
              <a:gd name="connsiteX19" fmla="*/ 0 w 5512527"/>
              <a:gd name="connsiteY19" fmla="*/ 11406975 h 11991523"/>
              <a:gd name="connsiteX20" fmla="*/ 0 w 5512527"/>
              <a:gd name="connsiteY20" fmla="*/ 590898 h 11991523"/>
              <a:gd name="connsiteX21" fmla="*/ 584548 w 5512527"/>
              <a:gd name="connsiteY21" fmla="*/ 6350 h 11991523"/>
              <a:gd name="connsiteX0" fmla="*/ 584548 w 5512527"/>
              <a:gd name="connsiteY0" fmla="*/ 6350 h 11991523"/>
              <a:gd name="connsiteX1" fmla="*/ 867289 w 5512527"/>
              <a:gd name="connsiteY1" fmla="*/ 6350 h 11991523"/>
              <a:gd name="connsiteX2" fmla="*/ 957894 w 5512527"/>
              <a:gd name="connsiteY2" fmla="*/ 7137 h 11991523"/>
              <a:gd name="connsiteX3" fmla="*/ 1177515 w 5512527"/>
              <a:gd name="connsiteY3" fmla="*/ 5090 h 11991523"/>
              <a:gd name="connsiteX4" fmla="*/ 1262697 w 5512527"/>
              <a:gd name="connsiteY4" fmla="*/ 156386 h 11991523"/>
              <a:gd name="connsiteX5" fmla="*/ 1262701 w 5512527"/>
              <a:gd name="connsiteY5" fmla="*/ 181958 h 11991523"/>
              <a:gd name="connsiteX6" fmla="*/ 1531513 w 5512527"/>
              <a:gd name="connsiteY6" fmla="*/ 444420 h 11991523"/>
              <a:gd name="connsiteX7" fmla="*/ 4005785 w 5512527"/>
              <a:gd name="connsiteY7" fmla="*/ 441245 h 11991523"/>
              <a:gd name="connsiteX8" fmla="*/ 4211195 w 5512527"/>
              <a:gd name="connsiteY8" fmla="*/ 377842 h 11991523"/>
              <a:gd name="connsiteX9" fmla="*/ 4214215 w 5512527"/>
              <a:gd name="connsiteY9" fmla="*/ 373359 h 11991523"/>
              <a:gd name="connsiteX10" fmla="*/ 4215227 w 5512527"/>
              <a:gd name="connsiteY10" fmla="*/ 372526 h 11991523"/>
              <a:gd name="connsiteX11" fmla="*/ 4278629 w 5512527"/>
              <a:gd name="connsiteY11" fmla="*/ 170292 h 11991523"/>
              <a:gd name="connsiteX12" fmla="*/ 4389833 w 5512527"/>
              <a:gd name="connsiteY12" fmla="*/ 0 h 11991523"/>
              <a:gd name="connsiteX13" fmla="*/ 4927979 w 5512527"/>
              <a:gd name="connsiteY13" fmla="*/ 6350 h 11991523"/>
              <a:gd name="connsiteX14" fmla="*/ 5512527 w 5512527"/>
              <a:gd name="connsiteY14" fmla="*/ 590898 h 11991523"/>
              <a:gd name="connsiteX15" fmla="*/ 5512527 w 5512527"/>
              <a:gd name="connsiteY15" fmla="*/ 11406975 h 11991523"/>
              <a:gd name="connsiteX16" fmla="*/ 4927979 w 5512527"/>
              <a:gd name="connsiteY16" fmla="*/ 11991523 h 11991523"/>
              <a:gd name="connsiteX17" fmla="*/ 584548 w 5512527"/>
              <a:gd name="connsiteY17" fmla="*/ 11991523 h 11991523"/>
              <a:gd name="connsiteX18" fmla="*/ 0 w 5512527"/>
              <a:gd name="connsiteY18" fmla="*/ 11406975 h 11991523"/>
              <a:gd name="connsiteX19" fmla="*/ 0 w 5512527"/>
              <a:gd name="connsiteY19" fmla="*/ 590898 h 11991523"/>
              <a:gd name="connsiteX20" fmla="*/ 584548 w 5512527"/>
              <a:gd name="connsiteY20" fmla="*/ 6350 h 11991523"/>
              <a:gd name="connsiteX0" fmla="*/ 584548 w 5512527"/>
              <a:gd name="connsiteY0" fmla="*/ 11913 h 11997086"/>
              <a:gd name="connsiteX1" fmla="*/ 867289 w 5512527"/>
              <a:gd name="connsiteY1" fmla="*/ 11913 h 11997086"/>
              <a:gd name="connsiteX2" fmla="*/ 961069 w 5512527"/>
              <a:gd name="connsiteY2" fmla="*/ 0 h 11997086"/>
              <a:gd name="connsiteX3" fmla="*/ 1177515 w 5512527"/>
              <a:gd name="connsiteY3" fmla="*/ 10653 h 11997086"/>
              <a:gd name="connsiteX4" fmla="*/ 1262697 w 5512527"/>
              <a:gd name="connsiteY4" fmla="*/ 161949 h 11997086"/>
              <a:gd name="connsiteX5" fmla="*/ 1262701 w 5512527"/>
              <a:gd name="connsiteY5" fmla="*/ 187521 h 11997086"/>
              <a:gd name="connsiteX6" fmla="*/ 1531513 w 5512527"/>
              <a:gd name="connsiteY6" fmla="*/ 449983 h 11997086"/>
              <a:gd name="connsiteX7" fmla="*/ 4005785 w 5512527"/>
              <a:gd name="connsiteY7" fmla="*/ 446808 h 11997086"/>
              <a:gd name="connsiteX8" fmla="*/ 4211195 w 5512527"/>
              <a:gd name="connsiteY8" fmla="*/ 383405 h 11997086"/>
              <a:gd name="connsiteX9" fmla="*/ 4214215 w 5512527"/>
              <a:gd name="connsiteY9" fmla="*/ 378922 h 11997086"/>
              <a:gd name="connsiteX10" fmla="*/ 4215227 w 5512527"/>
              <a:gd name="connsiteY10" fmla="*/ 378089 h 11997086"/>
              <a:gd name="connsiteX11" fmla="*/ 4278629 w 5512527"/>
              <a:gd name="connsiteY11" fmla="*/ 175855 h 11997086"/>
              <a:gd name="connsiteX12" fmla="*/ 4389833 w 5512527"/>
              <a:gd name="connsiteY12" fmla="*/ 5563 h 11997086"/>
              <a:gd name="connsiteX13" fmla="*/ 4927979 w 5512527"/>
              <a:gd name="connsiteY13" fmla="*/ 11913 h 11997086"/>
              <a:gd name="connsiteX14" fmla="*/ 5512527 w 5512527"/>
              <a:gd name="connsiteY14" fmla="*/ 596461 h 11997086"/>
              <a:gd name="connsiteX15" fmla="*/ 5512527 w 5512527"/>
              <a:gd name="connsiteY15" fmla="*/ 11412538 h 11997086"/>
              <a:gd name="connsiteX16" fmla="*/ 4927979 w 5512527"/>
              <a:gd name="connsiteY16" fmla="*/ 11997086 h 11997086"/>
              <a:gd name="connsiteX17" fmla="*/ 584548 w 5512527"/>
              <a:gd name="connsiteY17" fmla="*/ 11997086 h 11997086"/>
              <a:gd name="connsiteX18" fmla="*/ 0 w 5512527"/>
              <a:gd name="connsiteY18" fmla="*/ 11412538 h 11997086"/>
              <a:gd name="connsiteX19" fmla="*/ 0 w 5512527"/>
              <a:gd name="connsiteY19" fmla="*/ 596461 h 11997086"/>
              <a:gd name="connsiteX20" fmla="*/ 584548 w 5512527"/>
              <a:gd name="connsiteY20" fmla="*/ 11913 h 11997086"/>
              <a:gd name="connsiteX0" fmla="*/ 584548 w 5512527"/>
              <a:gd name="connsiteY0" fmla="*/ 19050 h 12004223"/>
              <a:gd name="connsiteX1" fmla="*/ 857764 w 5512527"/>
              <a:gd name="connsiteY1" fmla="*/ 0 h 12004223"/>
              <a:gd name="connsiteX2" fmla="*/ 961069 w 5512527"/>
              <a:gd name="connsiteY2" fmla="*/ 7137 h 12004223"/>
              <a:gd name="connsiteX3" fmla="*/ 1177515 w 5512527"/>
              <a:gd name="connsiteY3" fmla="*/ 17790 h 12004223"/>
              <a:gd name="connsiteX4" fmla="*/ 1262697 w 5512527"/>
              <a:gd name="connsiteY4" fmla="*/ 169086 h 12004223"/>
              <a:gd name="connsiteX5" fmla="*/ 1262701 w 5512527"/>
              <a:gd name="connsiteY5" fmla="*/ 194658 h 12004223"/>
              <a:gd name="connsiteX6" fmla="*/ 1531513 w 5512527"/>
              <a:gd name="connsiteY6" fmla="*/ 457120 h 12004223"/>
              <a:gd name="connsiteX7" fmla="*/ 4005785 w 5512527"/>
              <a:gd name="connsiteY7" fmla="*/ 453945 h 12004223"/>
              <a:gd name="connsiteX8" fmla="*/ 4211195 w 5512527"/>
              <a:gd name="connsiteY8" fmla="*/ 390542 h 12004223"/>
              <a:gd name="connsiteX9" fmla="*/ 4214215 w 5512527"/>
              <a:gd name="connsiteY9" fmla="*/ 386059 h 12004223"/>
              <a:gd name="connsiteX10" fmla="*/ 4215227 w 5512527"/>
              <a:gd name="connsiteY10" fmla="*/ 385226 h 12004223"/>
              <a:gd name="connsiteX11" fmla="*/ 4278629 w 5512527"/>
              <a:gd name="connsiteY11" fmla="*/ 182992 h 12004223"/>
              <a:gd name="connsiteX12" fmla="*/ 4389833 w 5512527"/>
              <a:gd name="connsiteY12" fmla="*/ 12700 h 12004223"/>
              <a:gd name="connsiteX13" fmla="*/ 4927979 w 5512527"/>
              <a:gd name="connsiteY13" fmla="*/ 19050 h 12004223"/>
              <a:gd name="connsiteX14" fmla="*/ 5512527 w 5512527"/>
              <a:gd name="connsiteY14" fmla="*/ 603598 h 12004223"/>
              <a:gd name="connsiteX15" fmla="*/ 5512527 w 5512527"/>
              <a:gd name="connsiteY15" fmla="*/ 11419675 h 12004223"/>
              <a:gd name="connsiteX16" fmla="*/ 4927979 w 5512527"/>
              <a:gd name="connsiteY16" fmla="*/ 12004223 h 12004223"/>
              <a:gd name="connsiteX17" fmla="*/ 584548 w 5512527"/>
              <a:gd name="connsiteY17" fmla="*/ 12004223 h 12004223"/>
              <a:gd name="connsiteX18" fmla="*/ 0 w 5512527"/>
              <a:gd name="connsiteY18" fmla="*/ 11419675 h 12004223"/>
              <a:gd name="connsiteX19" fmla="*/ 0 w 5512527"/>
              <a:gd name="connsiteY19" fmla="*/ 603598 h 12004223"/>
              <a:gd name="connsiteX20" fmla="*/ 584548 w 5512527"/>
              <a:gd name="connsiteY20" fmla="*/ 19050 h 12004223"/>
              <a:gd name="connsiteX0" fmla="*/ 584548 w 5512527"/>
              <a:gd name="connsiteY0" fmla="*/ 19050 h 12004223"/>
              <a:gd name="connsiteX1" fmla="*/ 857764 w 5512527"/>
              <a:gd name="connsiteY1" fmla="*/ 0 h 12004223"/>
              <a:gd name="connsiteX2" fmla="*/ 1177515 w 5512527"/>
              <a:gd name="connsiteY2" fmla="*/ 17790 h 12004223"/>
              <a:gd name="connsiteX3" fmla="*/ 1262697 w 5512527"/>
              <a:gd name="connsiteY3" fmla="*/ 169086 h 12004223"/>
              <a:gd name="connsiteX4" fmla="*/ 1262701 w 5512527"/>
              <a:gd name="connsiteY4" fmla="*/ 194658 h 12004223"/>
              <a:gd name="connsiteX5" fmla="*/ 1531513 w 5512527"/>
              <a:gd name="connsiteY5" fmla="*/ 457120 h 12004223"/>
              <a:gd name="connsiteX6" fmla="*/ 4005785 w 5512527"/>
              <a:gd name="connsiteY6" fmla="*/ 453945 h 12004223"/>
              <a:gd name="connsiteX7" fmla="*/ 4211195 w 5512527"/>
              <a:gd name="connsiteY7" fmla="*/ 390542 h 12004223"/>
              <a:gd name="connsiteX8" fmla="*/ 4214215 w 5512527"/>
              <a:gd name="connsiteY8" fmla="*/ 386059 h 12004223"/>
              <a:gd name="connsiteX9" fmla="*/ 4215227 w 5512527"/>
              <a:gd name="connsiteY9" fmla="*/ 385226 h 12004223"/>
              <a:gd name="connsiteX10" fmla="*/ 4278629 w 5512527"/>
              <a:gd name="connsiteY10" fmla="*/ 182992 h 12004223"/>
              <a:gd name="connsiteX11" fmla="*/ 4389833 w 5512527"/>
              <a:gd name="connsiteY11" fmla="*/ 12700 h 12004223"/>
              <a:gd name="connsiteX12" fmla="*/ 4927979 w 5512527"/>
              <a:gd name="connsiteY12" fmla="*/ 19050 h 12004223"/>
              <a:gd name="connsiteX13" fmla="*/ 5512527 w 5512527"/>
              <a:gd name="connsiteY13" fmla="*/ 603598 h 12004223"/>
              <a:gd name="connsiteX14" fmla="*/ 5512527 w 5512527"/>
              <a:gd name="connsiteY14" fmla="*/ 11419675 h 12004223"/>
              <a:gd name="connsiteX15" fmla="*/ 4927979 w 5512527"/>
              <a:gd name="connsiteY15" fmla="*/ 12004223 h 12004223"/>
              <a:gd name="connsiteX16" fmla="*/ 584548 w 5512527"/>
              <a:gd name="connsiteY16" fmla="*/ 12004223 h 12004223"/>
              <a:gd name="connsiteX17" fmla="*/ 0 w 5512527"/>
              <a:gd name="connsiteY17" fmla="*/ 11419675 h 12004223"/>
              <a:gd name="connsiteX18" fmla="*/ 0 w 5512527"/>
              <a:gd name="connsiteY18" fmla="*/ 603598 h 12004223"/>
              <a:gd name="connsiteX19" fmla="*/ 584548 w 5512527"/>
              <a:gd name="connsiteY19" fmla="*/ 19050 h 12004223"/>
              <a:gd name="connsiteX0" fmla="*/ 584548 w 5512527"/>
              <a:gd name="connsiteY0" fmla="*/ 6350 h 11991523"/>
              <a:gd name="connsiteX1" fmla="*/ 854589 w 5512527"/>
              <a:gd name="connsiteY1" fmla="*/ 0 h 11991523"/>
              <a:gd name="connsiteX2" fmla="*/ 1177515 w 5512527"/>
              <a:gd name="connsiteY2" fmla="*/ 5090 h 11991523"/>
              <a:gd name="connsiteX3" fmla="*/ 1262697 w 5512527"/>
              <a:gd name="connsiteY3" fmla="*/ 156386 h 11991523"/>
              <a:gd name="connsiteX4" fmla="*/ 1262701 w 5512527"/>
              <a:gd name="connsiteY4" fmla="*/ 181958 h 11991523"/>
              <a:gd name="connsiteX5" fmla="*/ 1531513 w 5512527"/>
              <a:gd name="connsiteY5" fmla="*/ 444420 h 11991523"/>
              <a:gd name="connsiteX6" fmla="*/ 4005785 w 5512527"/>
              <a:gd name="connsiteY6" fmla="*/ 441245 h 11991523"/>
              <a:gd name="connsiteX7" fmla="*/ 4211195 w 5512527"/>
              <a:gd name="connsiteY7" fmla="*/ 377842 h 11991523"/>
              <a:gd name="connsiteX8" fmla="*/ 4214215 w 5512527"/>
              <a:gd name="connsiteY8" fmla="*/ 373359 h 11991523"/>
              <a:gd name="connsiteX9" fmla="*/ 4215227 w 5512527"/>
              <a:gd name="connsiteY9" fmla="*/ 372526 h 11991523"/>
              <a:gd name="connsiteX10" fmla="*/ 4278629 w 5512527"/>
              <a:gd name="connsiteY10" fmla="*/ 170292 h 11991523"/>
              <a:gd name="connsiteX11" fmla="*/ 4389833 w 5512527"/>
              <a:gd name="connsiteY11" fmla="*/ 0 h 11991523"/>
              <a:gd name="connsiteX12" fmla="*/ 4927979 w 5512527"/>
              <a:gd name="connsiteY12" fmla="*/ 6350 h 11991523"/>
              <a:gd name="connsiteX13" fmla="*/ 5512527 w 5512527"/>
              <a:gd name="connsiteY13" fmla="*/ 590898 h 11991523"/>
              <a:gd name="connsiteX14" fmla="*/ 5512527 w 5512527"/>
              <a:gd name="connsiteY14" fmla="*/ 11406975 h 11991523"/>
              <a:gd name="connsiteX15" fmla="*/ 4927979 w 5512527"/>
              <a:gd name="connsiteY15" fmla="*/ 11991523 h 11991523"/>
              <a:gd name="connsiteX16" fmla="*/ 584548 w 5512527"/>
              <a:gd name="connsiteY16" fmla="*/ 11991523 h 11991523"/>
              <a:gd name="connsiteX17" fmla="*/ 0 w 5512527"/>
              <a:gd name="connsiteY17" fmla="*/ 11406975 h 11991523"/>
              <a:gd name="connsiteX18" fmla="*/ 0 w 5512527"/>
              <a:gd name="connsiteY18" fmla="*/ 590898 h 11991523"/>
              <a:gd name="connsiteX19" fmla="*/ 584548 w 5512527"/>
              <a:gd name="connsiteY19" fmla="*/ 6350 h 11991523"/>
              <a:gd name="connsiteX0" fmla="*/ 584548 w 5512527"/>
              <a:gd name="connsiteY0" fmla="*/ 0 h 11994698"/>
              <a:gd name="connsiteX1" fmla="*/ 854589 w 5512527"/>
              <a:gd name="connsiteY1" fmla="*/ 3175 h 11994698"/>
              <a:gd name="connsiteX2" fmla="*/ 1177515 w 5512527"/>
              <a:gd name="connsiteY2" fmla="*/ 8265 h 11994698"/>
              <a:gd name="connsiteX3" fmla="*/ 1262697 w 5512527"/>
              <a:gd name="connsiteY3" fmla="*/ 159561 h 11994698"/>
              <a:gd name="connsiteX4" fmla="*/ 1262701 w 5512527"/>
              <a:gd name="connsiteY4" fmla="*/ 185133 h 11994698"/>
              <a:gd name="connsiteX5" fmla="*/ 1531513 w 5512527"/>
              <a:gd name="connsiteY5" fmla="*/ 447595 h 11994698"/>
              <a:gd name="connsiteX6" fmla="*/ 4005785 w 5512527"/>
              <a:gd name="connsiteY6" fmla="*/ 444420 h 11994698"/>
              <a:gd name="connsiteX7" fmla="*/ 4211195 w 5512527"/>
              <a:gd name="connsiteY7" fmla="*/ 381017 h 11994698"/>
              <a:gd name="connsiteX8" fmla="*/ 4214215 w 5512527"/>
              <a:gd name="connsiteY8" fmla="*/ 376534 h 11994698"/>
              <a:gd name="connsiteX9" fmla="*/ 4215227 w 5512527"/>
              <a:gd name="connsiteY9" fmla="*/ 375701 h 11994698"/>
              <a:gd name="connsiteX10" fmla="*/ 4278629 w 5512527"/>
              <a:gd name="connsiteY10" fmla="*/ 173467 h 11994698"/>
              <a:gd name="connsiteX11" fmla="*/ 4389833 w 5512527"/>
              <a:gd name="connsiteY11" fmla="*/ 3175 h 11994698"/>
              <a:gd name="connsiteX12" fmla="*/ 4927979 w 5512527"/>
              <a:gd name="connsiteY12" fmla="*/ 9525 h 11994698"/>
              <a:gd name="connsiteX13" fmla="*/ 5512527 w 5512527"/>
              <a:gd name="connsiteY13" fmla="*/ 594073 h 11994698"/>
              <a:gd name="connsiteX14" fmla="*/ 5512527 w 5512527"/>
              <a:gd name="connsiteY14" fmla="*/ 11410150 h 11994698"/>
              <a:gd name="connsiteX15" fmla="*/ 4927979 w 5512527"/>
              <a:gd name="connsiteY15" fmla="*/ 11994698 h 11994698"/>
              <a:gd name="connsiteX16" fmla="*/ 584548 w 5512527"/>
              <a:gd name="connsiteY16" fmla="*/ 11994698 h 11994698"/>
              <a:gd name="connsiteX17" fmla="*/ 0 w 5512527"/>
              <a:gd name="connsiteY17" fmla="*/ 11410150 h 11994698"/>
              <a:gd name="connsiteX18" fmla="*/ 0 w 5512527"/>
              <a:gd name="connsiteY18" fmla="*/ 594073 h 11994698"/>
              <a:gd name="connsiteX19" fmla="*/ 584548 w 5512527"/>
              <a:gd name="connsiteY19" fmla="*/ 0 h 11994698"/>
              <a:gd name="connsiteX0" fmla="*/ 584548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4548 w 5512527"/>
              <a:gd name="connsiteY19" fmla="*/ 6350 h 12001048"/>
              <a:gd name="connsiteX0" fmla="*/ 587723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7723 w 5512527"/>
              <a:gd name="connsiteY19" fmla="*/ 6350 h 12001048"/>
              <a:gd name="connsiteX0" fmla="*/ 587723 w 5512527"/>
              <a:gd name="connsiteY0" fmla="*/ 7263 h 12001961"/>
              <a:gd name="connsiteX1" fmla="*/ 870464 w 5512527"/>
              <a:gd name="connsiteY1" fmla="*/ 913 h 12001961"/>
              <a:gd name="connsiteX2" fmla="*/ 1177515 w 5512527"/>
              <a:gd name="connsiteY2" fmla="*/ 15528 h 12001961"/>
              <a:gd name="connsiteX3" fmla="*/ 1262697 w 5512527"/>
              <a:gd name="connsiteY3" fmla="*/ 166824 h 12001961"/>
              <a:gd name="connsiteX4" fmla="*/ 1262701 w 5512527"/>
              <a:gd name="connsiteY4" fmla="*/ 192396 h 12001961"/>
              <a:gd name="connsiteX5" fmla="*/ 1531513 w 5512527"/>
              <a:gd name="connsiteY5" fmla="*/ 454858 h 12001961"/>
              <a:gd name="connsiteX6" fmla="*/ 4005785 w 5512527"/>
              <a:gd name="connsiteY6" fmla="*/ 451683 h 12001961"/>
              <a:gd name="connsiteX7" fmla="*/ 4211195 w 5512527"/>
              <a:gd name="connsiteY7" fmla="*/ 388280 h 12001961"/>
              <a:gd name="connsiteX8" fmla="*/ 4214215 w 5512527"/>
              <a:gd name="connsiteY8" fmla="*/ 383797 h 12001961"/>
              <a:gd name="connsiteX9" fmla="*/ 4215227 w 5512527"/>
              <a:gd name="connsiteY9" fmla="*/ 382964 h 12001961"/>
              <a:gd name="connsiteX10" fmla="*/ 4278629 w 5512527"/>
              <a:gd name="connsiteY10" fmla="*/ 180730 h 12001961"/>
              <a:gd name="connsiteX11" fmla="*/ 4389833 w 5512527"/>
              <a:gd name="connsiteY11" fmla="*/ 10438 h 12001961"/>
              <a:gd name="connsiteX12" fmla="*/ 4927979 w 5512527"/>
              <a:gd name="connsiteY12" fmla="*/ 16788 h 12001961"/>
              <a:gd name="connsiteX13" fmla="*/ 5512527 w 5512527"/>
              <a:gd name="connsiteY13" fmla="*/ 601336 h 12001961"/>
              <a:gd name="connsiteX14" fmla="*/ 5512527 w 5512527"/>
              <a:gd name="connsiteY14" fmla="*/ 11417413 h 12001961"/>
              <a:gd name="connsiteX15" fmla="*/ 4927979 w 5512527"/>
              <a:gd name="connsiteY15" fmla="*/ 12001961 h 12001961"/>
              <a:gd name="connsiteX16" fmla="*/ 584548 w 5512527"/>
              <a:gd name="connsiteY16" fmla="*/ 12001961 h 12001961"/>
              <a:gd name="connsiteX17" fmla="*/ 0 w 5512527"/>
              <a:gd name="connsiteY17" fmla="*/ 11417413 h 12001961"/>
              <a:gd name="connsiteX18" fmla="*/ 0 w 5512527"/>
              <a:gd name="connsiteY18" fmla="*/ 601336 h 12001961"/>
              <a:gd name="connsiteX19" fmla="*/ 587723 w 5512527"/>
              <a:gd name="connsiteY19" fmla="*/ 7263 h 12001961"/>
              <a:gd name="connsiteX0" fmla="*/ 587723 w 5512527"/>
              <a:gd name="connsiteY0" fmla="*/ 9253 h 12003951"/>
              <a:gd name="connsiteX1" fmla="*/ 870464 w 5512527"/>
              <a:gd name="connsiteY1" fmla="*/ 2903 h 12003951"/>
              <a:gd name="connsiteX2" fmla="*/ 1177515 w 5512527"/>
              <a:gd name="connsiteY2" fmla="*/ 17518 h 12003951"/>
              <a:gd name="connsiteX3" fmla="*/ 1262697 w 5512527"/>
              <a:gd name="connsiteY3" fmla="*/ 168814 h 12003951"/>
              <a:gd name="connsiteX4" fmla="*/ 1262701 w 5512527"/>
              <a:gd name="connsiteY4" fmla="*/ 194386 h 12003951"/>
              <a:gd name="connsiteX5" fmla="*/ 1531513 w 5512527"/>
              <a:gd name="connsiteY5" fmla="*/ 456848 h 12003951"/>
              <a:gd name="connsiteX6" fmla="*/ 4005785 w 5512527"/>
              <a:gd name="connsiteY6" fmla="*/ 453673 h 12003951"/>
              <a:gd name="connsiteX7" fmla="*/ 4211195 w 5512527"/>
              <a:gd name="connsiteY7" fmla="*/ 390270 h 12003951"/>
              <a:gd name="connsiteX8" fmla="*/ 4214215 w 5512527"/>
              <a:gd name="connsiteY8" fmla="*/ 385787 h 12003951"/>
              <a:gd name="connsiteX9" fmla="*/ 4215227 w 5512527"/>
              <a:gd name="connsiteY9" fmla="*/ 384954 h 12003951"/>
              <a:gd name="connsiteX10" fmla="*/ 4278629 w 5512527"/>
              <a:gd name="connsiteY10" fmla="*/ 182720 h 12003951"/>
              <a:gd name="connsiteX11" fmla="*/ 4389833 w 5512527"/>
              <a:gd name="connsiteY11" fmla="*/ 12428 h 12003951"/>
              <a:gd name="connsiteX12" fmla="*/ 4927979 w 5512527"/>
              <a:gd name="connsiteY12" fmla="*/ 18778 h 12003951"/>
              <a:gd name="connsiteX13" fmla="*/ 5512527 w 5512527"/>
              <a:gd name="connsiteY13" fmla="*/ 603326 h 12003951"/>
              <a:gd name="connsiteX14" fmla="*/ 5512527 w 5512527"/>
              <a:gd name="connsiteY14" fmla="*/ 11419403 h 12003951"/>
              <a:gd name="connsiteX15" fmla="*/ 4927979 w 5512527"/>
              <a:gd name="connsiteY15" fmla="*/ 12003951 h 12003951"/>
              <a:gd name="connsiteX16" fmla="*/ 584548 w 5512527"/>
              <a:gd name="connsiteY16" fmla="*/ 12003951 h 12003951"/>
              <a:gd name="connsiteX17" fmla="*/ 0 w 5512527"/>
              <a:gd name="connsiteY17" fmla="*/ 11419403 h 12003951"/>
              <a:gd name="connsiteX18" fmla="*/ 0 w 5512527"/>
              <a:gd name="connsiteY18" fmla="*/ 603326 h 12003951"/>
              <a:gd name="connsiteX19" fmla="*/ 587723 w 5512527"/>
              <a:gd name="connsiteY19" fmla="*/ 9253 h 12003951"/>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15227 w 5512527"/>
              <a:gd name="connsiteY9" fmla="*/ 38339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05702 w 5512527"/>
              <a:gd name="connsiteY9" fmla="*/ 37704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78629 w 5512527"/>
              <a:gd name="connsiteY9" fmla="*/ 181162 h 12002393"/>
              <a:gd name="connsiteX10" fmla="*/ 4389833 w 5512527"/>
              <a:gd name="connsiteY10" fmla="*/ 10870 h 12002393"/>
              <a:gd name="connsiteX11" fmla="*/ 4927979 w 5512527"/>
              <a:gd name="connsiteY11" fmla="*/ 17220 h 12002393"/>
              <a:gd name="connsiteX12" fmla="*/ 5512527 w 5512527"/>
              <a:gd name="connsiteY12" fmla="*/ 601768 h 12002393"/>
              <a:gd name="connsiteX13" fmla="*/ 5512527 w 5512527"/>
              <a:gd name="connsiteY13" fmla="*/ 11417845 h 12002393"/>
              <a:gd name="connsiteX14" fmla="*/ 4927979 w 5512527"/>
              <a:gd name="connsiteY14" fmla="*/ 12002393 h 12002393"/>
              <a:gd name="connsiteX15" fmla="*/ 584548 w 5512527"/>
              <a:gd name="connsiteY15" fmla="*/ 12002393 h 12002393"/>
              <a:gd name="connsiteX16" fmla="*/ 0 w 5512527"/>
              <a:gd name="connsiteY16" fmla="*/ 11417845 h 12002393"/>
              <a:gd name="connsiteX17" fmla="*/ 0 w 5512527"/>
              <a:gd name="connsiteY17" fmla="*/ 601768 h 12002393"/>
              <a:gd name="connsiteX18" fmla="*/ 587723 w 5512527"/>
              <a:gd name="connsiteY18"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48479 w 5512527"/>
              <a:gd name="connsiteY8" fmla="*/ 216087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94504 w 5512527"/>
              <a:gd name="connsiteY8" fmla="*/ 22561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18454 w 5512527"/>
              <a:gd name="connsiteY9" fmla="*/ 45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701 w 5512527"/>
              <a:gd name="connsiteY3" fmla="*/ 19282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3175 h 11997873"/>
              <a:gd name="connsiteX1" fmla="*/ 1177515 w 5512527"/>
              <a:gd name="connsiteY1" fmla="*/ 11440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3175 h 11997873"/>
              <a:gd name="connsiteX1" fmla="*/ 1107665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5086 h 11999784"/>
              <a:gd name="connsiteX1" fmla="*/ 1107665 w 5512527"/>
              <a:gd name="connsiteY1" fmla="*/ 3826 h 11999784"/>
              <a:gd name="connsiteX2" fmla="*/ 1284926 w 5512527"/>
              <a:gd name="connsiteY2" fmla="*/ 285469 h 11999784"/>
              <a:gd name="connsiteX3" fmla="*/ 1531513 w 5512527"/>
              <a:gd name="connsiteY3" fmla="*/ 452681 h 11999784"/>
              <a:gd name="connsiteX4" fmla="*/ 4005785 w 5512527"/>
              <a:gd name="connsiteY4" fmla="*/ 449506 h 11999784"/>
              <a:gd name="connsiteX5" fmla="*/ 4214370 w 5512527"/>
              <a:gd name="connsiteY5" fmla="*/ 373403 h 11999784"/>
              <a:gd name="connsiteX6" fmla="*/ 4389833 w 5512527"/>
              <a:gd name="connsiteY6" fmla="*/ 8261 h 11999784"/>
              <a:gd name="connsiteX7" fmla="*/ 4918454 w 5512527"/>
              <a:gd name="connsiteY7" fmla="*/ 1911 h 11999784"/>
              <a:gd name="connsiteX8" fmla="*/ 5512527 w 5512527"/>
              <a:gd name="connsiteY8" fmla="*/ 599159 h 11999784"/>
              <a:gd name="connsiteX9" fmla="*/ 5512527 w 5512527"/>
              <a:gd name="connsiteY9" fmla="*/ 11415236 h 11999784"/>
              <a:gd name="connsiteX10" fmla="*/ 4927979 w 5512527"/>
              <a:gd name="connsiteY10" fmla="*/ 11999784 h 11999784"/>
              <a:gd name="connsiteX11" fmla="*/ 584548 w 5512527"/>
              <a:gd name="connsiteY11" fmla="*/ 11999784 h 11999784"/>
              <a:gd name="connsiteX12" fmla="*/ 0 w 5512527"/>
              <a:gd name="connsiteY12" fmla="*/ 11415236 h 11999784"/>
              <a:gd name="connsiteX13" fmla="*/ 0 w 5512527"/>
              <a:gd name="connsiteY13" fmla="*/ 599159 h 11999784"/>
              <a:gd name="connsiteX14" fmla="*/ 587723 w 5512527"/>
              <a:gd name="connsiteY14" fmla="*/ 5086 h 1199978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397890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8540 w 5512527"/>
              <a:gd name="connsiteY5" fmla="*/ 413481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4512 w 5512527"/>
              <a:gd name="connsiteY5" fmla="*/ 381255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8909 h 12003607"/>
              <a:gd name="connsiteX1" fmla="*/ 1107665 w 5512527"/>
              <a:gd name="connsiteY1" fmla="*/ 7649 h 12003607"/>
              <a:gd name="connsiteX2" fmla="*/ 1284926 w 5512527"/>
              <a:gd name="connsiteY2" fmla="*/ 289292 h 12003607"/>
              <a:gd name="connsiteX3" fmla="*/ 1531513 w 5512527"/>
              <a:gd name="connsiteY3" fmla="*/ 456504 h 12003607"/>
              <a:gd name="connsiteX4" fmla="*/ 4005785 w 5512527"/>
              <a:gd name="connsiteY4" fmla="*/ 453329 h 12003607"/>
              <a:gd name="connsiteX5" fmla="*/ 4234512 w 5512527"/>
              <a:gd name="connsiteY5" fmla="*/ 373198 h 12003607"/>
              <a:gd name="connsiteX6" fmla="*/ 4422059 w 5512527"/>
              <a:gd name="connsiteY6" fmla="*/ 0 h 12003607"/>
              <a:gd name="connsiteX7" fmla="*/ 4918454 w 5512527"/>
              <a:gd name="connsiteY7" fmla="*/ 5734 h 12003607"/>
              <a:gd name="connsiteX8" fmla="*/ 5512527 w 5512527"/>
              <a:gd name="connsiteY8" fmla="*/ 602982 h 12003607"/>
              <a:gd name="connsiteX9" fmla="*/ 5512527 w 5512527"/>
              <a:gd name="connsiteY9" fmla="*/ 11419059 h 12003607"/>
              <a:gd name="connsiteX10" fmla="*/ 4927979 w 5512527"/>
              <a:gd name="connsiteY10" fmla="*/ 12003607 h 12003607"/>
              <a:gd name="connsiteX11" fmla="*/ 584548 w 5512527"/>
              <a:gd name="connsiteY11" fmla="*/ 12003607 h 12003607"/>
              <a:gd name="connsiteX12" fmla="*/ 0 w 5512527"/>
              <a:gd name="connsiteY12" fmla="*/ 11419059 h 12003607"/>
              <a:gd name="connsiteX13" fmla="*/ 0 w 5512527"/>
              <a:gd name="connsiteY13" fmla="*/ 602982 h 12003607"/>
              <a:gd name="connsiteX14" fmla="*/ 587723 w 5512527"/>
              <a:gd name="connsiteY14" fmla="*/ 8909 h 1200360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7838 w 5512527"/>
              <a:gd name="connsiteY5" fmla="*/ 349513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71222 w 5512527"/>
              <a:gd name="connsiteY5" fmla="*/ 412921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59526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583 h 12010281"/>
              <a:gd name="connsiteX1" fmla="*/ 1107665 w 5512527"/>
              <a:gd name="connsiteY1" fmla="*/ 14323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15583 h 12010281"/>
              <a:gd name="connsiteX1" fmla="*/ 1104240 w 5512527"/>
              <a:gd name="connsiteY1" fmla="*/ 4049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0 h 12011822"/>
              <a:gd name="connsiteX1" fmla="*/ 1104240 w 5512527"/>
              <a:gd name="connsiteY1" fmla="*/ 5590 h 12011822"/>
              <a:gd name="connsiteX2" fmla="*/ 1284926 w 5512527"/>
              <a:gd name="connsiteY2" fmla="*/ 297507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 name="connsiteX0" fmla="*/ 587723 w 5512527"/>
              <a:gd name="connsiteY0" fmla="*/ 0 h 12011822"/>
              <a:gd name="connsiteX1" fmla="*/ 1104240 w 5512527"/>
              <a:gd name="connsiteY1" fmla="*/ 5590 h 12011822"/>
              <a:gd name="connsiteX2" fmla="*/ 1288350 w 5512527"/>
              <a:gd name="connsiteY2" fmla="*/ 280383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12527" h="12011822">
                <a:moveTo>
                  <a:pt x="587723" y="0"/>
                </a:moveTo>
                <a:lnTo>
                  <a:pt x="1104240" y="5590"/>
                </a:lnTo>
                <a:cubicBezTo>
                  <a:pt x="1258513" y="12104"/>
                  <a:pt x="1264275" y="137311"/>
                  <a:pt x="1288350" y="280383"/>
                </a:cubicBezTo>
                <a:cubicBezTo>
                  <a:pt x="1316925" y="362833"/>
                  <a:pt x="1376037" y="464719"/>
                  <a:pt x="1531513" y="464719"/>
                </a:cubicBezTo>
                <a:lnTo>
                  <a:pt x="4005785" y="461544"/>
                </a:lnTo>
                <a:cubicBezTo>
                  <a:pt x="4083521" y="461544"/>
                  <a:pt x="4174043" y="445058"/>
                  <a:pt x="4234512" y="361391"/>
                </a:cubicBezTo>
                <a:cubicBezTo>
                  <a:pt x="4291846" y="271164"/>
                  <a:pt x="4223813" y="4524"/>
                  <a:pt x="4422059" y="1541"/>
                </a:cubicBezTo>
                <a:lnTo>
                  <a:pt x="4902341" y="1865"/>
                </a:lnTo>
                <a:cubicBezTo>
                  <a:pt x="5257403" y="17978"/>
                  <a:pt x="5512527" y="288360"/>
                  <a:pt x="5512527" y="611197"/>
                </a:cubicBezTo>
                <a:lnTo>
                  <a:pt x="5512527" y="11427274"/>
                </a:lnTo>
                <a:cubicBezTo>
                  <a:pt x="5512527" y="11750111"/>
                  <a:pt x="5250815" y="12011822"/>
                  <a:pt x="4927979" y="12011822"/>
                </a:cubicBezTo>
                <a:lnTo>
                  <a:pt x="584548" y="12011822"/>
                </a:lnTo>
                <a:cubicBezTo>
                  <a:pt x="261711" y="12011822"/>
                  <a:pt x="0" y="11750111"/>
                  <a:pt x="0" y="11427274"/>
                </a:cubicBezTo>
                <a:lnTo>
                  <a:pt x="0" y="611197"/>
                </a:lnTo>
                <a:cubicBezTo>
                  <a:pt x="0" y="288360"/>
                  <a:pt x="264886" y="0"/>
                  <a:pt x="587723" y="0"/>
                </a:cubicBezTo>
                <a:close/>
              </a:path>
            </a:pathLst>
          </a:custGeom>
          <a:pattFill prst="wdUpDiag">
            <a:fgClr>
              <a:srgbClr val="FADFD9"/>
            </a:fgClr>
            <a:bgClr>
              <a:schemeClr val="bg1"/>
            </a:bgClr>
          </a:pattFill>
        </p:spPr>
        <p:txBody>
          <a:bodyPr wrap="square" lIns="457200" tIns="914400" rIns="457200" bIns="457200" anchor="t">
            <a:noAutofit/>
          </a:bodyPr>
          <a:lstStyle>
            <a:lvl1pPr marL="0" indent="0" algn="l">
              <a:buNone/>
              <a:defRPr sz="3600">
                <a:solidFill>
                  <a:schemeClr val="tx1"/>
                </a:solidFill>
              </a:defRPr>
            </a:lvl1pPr>
          </a:lstStyle>
          <a:p>
            <a:r>
              <a:rPr lang="en-US"/>
              <a:t>Drag and drop your iPhone X screenshot into this photo placeholder</a:t>
            </a:r>
          </a:p>
        </p:txBody>
      </p:sp>
      <p:sp>
        <p:nvSpPr>
          <p:cNvPr id="13" name="Picture Placeholder 12">
            <a:extLst>
              <a:ext uri="{FF2B5EF4-FFF2-40B4-BE49-F238E27FC236}">
                <a16:creationId xmlns:a16="http://schemas.microsoft.com/office/drawing/2014/main" id="{F78136D5-1730-684F-B51A-7348B3C24675}"/>
              </a:ext>
            </a:extLst>
          </p:cNvPr>
          <p:cNvSpPr>
            <a:spLocks noGrp="1"/>
          </p:cNvSpPr>
          <p:nvPr>
            <p:ph type="pic" sz="quarter" idx="22" hasCustomPrompt="1"/>
          </p:nvPr>
        </p:nvSpPr>
        <p:spPr>
          <a:xfrm>
            <a:off x="17140211" y="8554647"/>
            <a:ext cx="6913630" cy="3358494"/>
          </a:xfrm>
          <a:custGeom>
            <a:avLst/>
            <a:gdLst>
              <a:gd name="connsiteX0" fmla="*/ 728624 w 16785497"/>
              <a:gd name="connsiteY0" fmla="*/ 0 h 8154036"/>
              <a:gd name="connsiteX1" fmla="*/ 16056871 w 16785497"/>
              <a:gd name="connsiteY1" fmla="*/ 0 h 8154036"/>
              <a:gd name="connsiteX2" fmla="*/ 16785497 w 16785497"/>
              <a:gd name="connsiteY2" fmla="*/ 728237 h 8154036"/>
              <a:gd name="connsiteX3" fmla="*/ 16785497 w 16785497"/>
              <a:gd name="connsiteY3" fmla="*/ 7425799 h 8154036"/>
              <a:gd name="connsiteX4" fmla="*/ 16056871 w 16785497"/>
              <a:gd name="connsiteY4" fmla="*/ 8154036 h 8154036"/>
              <a:gd name="connsiteX5" fmla="*/ 728624 w 16785497"/>
              <a:gd name="connsiteY5" fmla="*/ 8154036 h 8154036"/>
              <a:gd name="connsiteX6" fmla="*/ 0 w 16785497"/>
              <a:gd name="connsiteY6" fmla="*/ 7425799 h 8154036"/>
              <a:gd name="connsiteX7" fmla="*/ 0 w 16785497"/>
              <a:gd name="connsiteY7" fmla="*/ 728237 h 8154036"/>
              <a:gd name="connsiteX8" fmla="*/ 728624 w 16785497"/>
              <a:gd name="connsiteY8" fmla="*/ 0 h 8154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85497" h="8154036">
                <a:moveTo>
                  <a:pt x="728624" y="0"/>
                </a:moveTo>
                <a:lnTo>
                  <a:pt x="16056871" y="0"/>
                </a:lnTo>
                <a:cubicBezTo>
                  <a:pt x="16459279" y="0"/>
                  <a:pt x="16785497" y="326044"/>
                  <a:pt x="16785497" y="728237"/>
                </a:cubicBezTo>
                <a:lnTo>
                  <a:pt x="16785497" y="7425799"/>
                </a:lnTo>
                <a:cubicBezTo>
                  <a:pt x="16785497" y="7827993"/>
                  <a:pt x="16459279" y="8154036"/>
                  <a:pt x="16056871" y="8154036"/>
                </a:cubicBezTo>
                <a:lnTo>
                  <a:pt x="728624" y="8154036"/>
                </a:lnTo>
                <a:cubicBezTo>
                  <a:pt x="326217" y="8154036"/>
                  <a:pt x="0" y="7827993"/>
                  <a:pt x="0" y="7425799"/>
                </a:cubicBezTo>
                <a:lnTo>
                  <a:pt x="0" y="728237"/>
                </a:lnTo>
                <a:cubicBezTo>
                  <a:pt x="0" y="326044"/>
                  <a:pt x="326217" y="0"/>
                  <a:pt x="728624" y="0"/>
                </a:cubicBezTo>
                <a:close/>
              </a:path>
            </a:pathLst>
          </a:custGeom>
          <a:pattFill prst="wdUpDiag">
            <a:fgClr>
              <a:srgbClr val="FADFD9"/>
            </a:fgClr>
            <a:bgClr>
              <a:schemeClr val="bg1"/>
            </a:bgClr>
          </a:pattFill>
        </p:spPr>
        <p:txBody>
          <a:bodyPr wrap="square" lIns="914400" rIns="2103120" anchor="ctr" anchorCtr="0">
            <a:noAutofit/>
          </a:bodyPr>
          <a:lstStyle>
            <a:lvl1pPr>
              <a:defRPr sz="3200"/>
            </a:lvl1pPr>
          </a:lstStyle>
          <a:p>
            <a:r>
              <a:rPr lang="en-US"/>
              <a:t>Drag and drop your Samsung screenshot into this photo placeholder</a:t>
            </a:r>
          </a:p>
        </p:txBody>
      </p:sp>
      <p:pic>
        <p:nvPicPr>
          <p:cNvPr id="12" name="Picture 11">
            <a:extLst>
              <a:ext uri="{FF2B5EF4-FFF2-40B4-BE49-F238E27FC236}">
                <a16:creationId xmlns:a16="http://schemas.microsoft.com/office/drawing/2014/main" id="{0C9DFB2D-61C2-C34E-8CC6-BA1ECD04710F}"/>
              </a:ext>
              <a:ext uri="{C183D7F6-B498-43B3-948B-1728B52AA6E4}">
                <adec:decorative xmlns:adec="http://schemas.microsoft.com/office/drawing/2017/decorative" val="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525588" y="11700946"/>
            <a:ext cx="1940677" cy="491056"/>
          </a:xfrm>
          <a:prstGeom prst="rect">
            <a:avLst/>
          </a:prstGeom>
        </p:spPr>
      </p:pic>
    </p:spTree>
    <p:extLst>
      <p:ext uri="{BB962C8B-B14F-4D97-AF65-F5344CB8AC3E}">
        <p14:creationId xmlns:p14="http://schemas.microsoft.com/office/powerpoint/2010/main" val="116053919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title iphone x + galaxy s9">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7D6D4C9-D57E-8344-BF5F-43C19426766C}"/>
              </a:ext>
            </a:extLst>
          </p:cNvPr>
          <p:cNvPicPr>
            <a:picLocks noChangeAspect="1"/>
          </p:cNvPicPr>
          <p:nvPr/>
        </p:nvPicPr>
        <p:blipFill>
          <a:blip r:embed="rId2"/>
          <a:stretch>
            <a:fillRect/>
          </a:stretch>
        </p:blipFill>
        <p:spPr>
          <a:xfrm>
            <a:off x="19883957" y="557787"/>
            <a:ext cx="6046955" cy="12656418"/>
          </a:xfrm>
          <a:prstGeom prst="rect">
            <a:avLst/>
          </a:prstGeom>
        </p:spPr>
      </p:pic>
      <p:sp>
        <p:nvSpPr>
          <p:cNvPr id="23" name="Freeform 22">
            <a:extLst>
              <a:ext uri="{FF2B5EF4-FFF2-40B4-BE49-F238E27FC236}">
                <a16:creationId xmlns:a16="http://schemas.microsoft.com/office/drawing/2014/main" id="{CC1EBB87-530F-304D-91D9-F1BA21B06F80}"/>
              </a:ext>
              <a:ext uri="{C183D7F6-B498-43B3-948B-1728B52AA6E4}">
                <adec:decorative xmlns:adec="http://schemas.microsoft.com/office/drawing/2017/decorative" val="1"/>
              </a:ext>
            </a:extLst>
          </p:cNvPr>
          <p:cNvSpPr/>
          <p:nvPr/>
        </p:nvSpPr>
        <p:spPr>
          <a:xfrm>
            <a:off x="1" y="2"/>
            <a:ext cx="16440006" cy="13716000"/>
          </a:xfrm>
          <a:custGeom>
            <a:avLst/>
            <a:gdLst>
              <a:gd name="connsiteX0" fmla="*/ 0 w 16440007"/>
              <a:gd name="connsiteY0" fmla="*/ 0 h 13715999"/>
              <a:gd name="connsiteX1" fmla="*/ 14694637 w 16440007"/>
              <a:gd name="connsiteY1" fmla="*/ 0 h 13715999"/>
              <a:gd name="connsiteX2" fmla="*/ 14710471 w 16440007"/>
              <a:gd name="connsiteY2" fmla="*/ 27538 h 13715999"/>
              <a:gd name="connsiteX3" fmla="*/ 16440007 w 16440007"/>
              <a:gd name="connsiteY3" fmla="*/ 6857999 h 13715999"/>
              <a:gd name="connsiteX4" fmla="*/ 14710471 w 16440007"/>
              <a:gd name="connsiteY4" fmla="*/ 13688459 h 13715999"/>
              <a:gd name="connsiteX5" fmla="*/ 14694636 w 16440007"/>
              <a:gd name="connsiteY5" fmla="*/ 13715999 h 13715999"/>
              <a:gd name="connsiteX6" fmla="*/ 0 w 16440007"/>
              <a:gd name="connsiteY6" fmla="*/ 13715999 h 13715999"/>
              <a:gd name="connsiteX7" fmla="*/ 0 w 16440007"/>
              <a:gd name="connsiteY7" fmla="*/ 0 h 1371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40007" h="13715999">
                <a:moveTo>
                  <a:pt x="0" y="0"/>
                </a:moveTo>
                <a:lnTo>
                  <a:pt x="14694637" y="0"/>
                </a:lnTo>
                <a:lnTo>
                  <a:pt x="14710471" y="27538"/>
                </a:lnTo>
                <a:cubicBezTo>
                  <a:pt x="15813473" y="2057983"/>
                  <a:pt x="16440007" y="4384824"/>
                  <a:pt x="16440007" y="6857999"/>
                </a:cubicBezTo>
                <a:cubicBezTo>
                  <a:pt x="16440007" y="9331174"/>
                  <a:pt x="15813474" y="11658015"/>
                  <a:pt x="14710471" y="13688459"/>
                </a:cubicBezTo>
                <a:lnTo>
                  <a:pt x="14694636" y="13715999"/>
                </a:lnTo>
                <a:lnTo>
                  <a:pt x="0" y="13715999"/>
                </a:lnTo>
                <a:lnTo>
                  <a:pt x="0" y="0"/>
                </a:ln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080"/>
            <a:endParaRPr lang="en-US" sz="7998">
              <a:solidFill>
                <a:srgbClr val="FFFFFF"/>
              </a:solidFill>
              <a:latin typeface="Calibri" panose="020F0502020204030204"/>
            </a:endParaRPr>
          </a:p>
        </p:txBody>
      </p:sp>
      <p:sp>
        <p:nvSpPr>
          <p:cNvPr id="24" name="Title 4">
            <a:extLst>
              <a:ext uri="{FF2B5EF4-FFF2-40B4-BE49-F238E27FC236}">
                <a16:creationId xmlns:a16="http://schemas.microsoft.com/office/drawing/2014/main" id="{4DF083A5-7CFF-0C4C-BAB5-2B3BA95BC97A}"/>
              </a:ext>
            </a:extLst>
          </p:cNvPr>
          <p:cNvSpPr>
            <a:spLocks noGrp="1"/>
          </p:cNvSpPr>
          <p:nvPr>
            <p:ph type="title" hasCustomPrompt="1"/>
          </p:nvPr>
        </p:nvSpPr>
        <p:spPr>
          <a:xfrm>
            <a:off x="1491299" y="4206240"/>
            <a:ext cx="8910002" cy="5349240"/>
          </a:xfrm>
        </p:spPr>
        <p:txBody>
          <a:bodyPr anchor="ctr" anchorCtr="0"/>
          <a:lstStyle>
            <a:lvl1pPr>
              <a:defRPr lang="en-US" sz="13798" kern="1200" baseline="0" smtClean="0">
                <a:solidFill>
                  <a:schemeClr val="accent2"/>
                </a:solidFill>
                <a:latin typeface="Community Light" panose="02000303040000020003" pitchFamily="2" charset="0"/>
                <a:ea typeface="+mn-ea"/>
                <a:cs typeface="+mn-cs"/>
              </a:defRPr>
            </a:lvl1pPr>
          </a:lstStyle>
          <a:p>
            <a:r>
              <a:rPr lang="en-US"/>
              <a:t>Enter slide title here</a:t>
            </a:r>
          </a:p>
        </p:txBody>
      </p:sp>
      <p:sp>
        <p:nvSpPr>
          <p:cNvPr id="15" name="Folded Corner 14">
            <a:extLst>
              <a:ext uri="{FF2B5EF4-FFF2-40B4-BE49-F238E27FC236}">
                <a16:creationId xmlns:a16="http://schemas.microsoft.com/office/drawing/2014/main" id="{FD7B4F82-4E1D-7542-B680-BDA95FA50734}"/>
              </a:ext>
              <a:ext uri="{C183D7F6-B498-43B3-948B-1728B52AA6E4}">
                <adec:decorative xmlns:adec="http://schemas.microsoft.com/office/drawing/2017/decorative" val="1"/>
              </a:ext>
            </a:extLst>
          </p:cNvPr>
          <p:cNvSpPr/>
          <p:nvPr/>
        </p:nvSpPr>
        <p:spPr>
          <a:xfrm>
            <a:off x="1" y="-2788920"/>
            <a:ext cx="8969830" cy="220472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iOS and Android screenshots.</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a:t>
            </a:r>
            <a:r>
              <a:rPr lang="en-US" sz="2400">
                <a:solidFill>
                  <a:schemeClr val="tx1"/>
                </a:solidFill>
                <a:latin typeface="Source Sans Pro" panose="020B0503030403020204" pitchFamily="34" charset="77"/>
                <a:ea typeface="Source Sans Pro" charset="0"/>
                <a:cs typeface="Arial" panose="020B0604020202020204" pitchFamily="34" charset="0"/>
              </a:rPr>
              <a:t>Drag and drop screenshots into the matching device. This is a cover slide, so make your screenshots compelling.</a:t>
            </a:r>
          </a:p>
        </p:txBody>
      </p:sp>
      <p:pic>
        <p:nvPicPr>
          <p:cNvPr id="19" name="phone">
            <a:extLst>
              <a:ext uri="{FF2B5EF4-FFF2-40B4-BE49-F238E27FC236}">
                <a16:creationId xmlns:a16="http://schemas.microsoft.com/office/drawing/2014/main" id="{F7601B2C-8388-5449-98D1-30222DEF065B}"/>
              </a:ext>
              <a:ext uri="{C183D7F6-B498-43B3-948B-1728B52AA6E4}">
                <adec:decorative xmlns:adec="http://schemas.microsoft.com/office/drawing/2017/decorative" val="1"/>
              </a:ext>
            </a:extLst>
          </p:cNvPr>
          <p:cNvPicPr>
            <a:picLocks noChangeAspect="1"/>
          </p:cNvPicPr>
          <p:nvPr/>
        </p:nvPicPr>
        <p:blipFill>
          <a:blip r:embed="rId3">
            <a:lum bright="28000"/>
          </a:blip>
          <a:stretch>
            <a:fillRect/>
          </a:stretch>
        </p:blipFill>
        <p:spPr>
          <a:xfrm>
            <a:off x="13434354" y="870672"/>
            <a:ext cx="5919317" cy="12351048"/>
          </a:xfrm>
          <a:prstGeom prst="rect">
            <a:avLst/>
          </a:prstGeom>
        </p:spPr>
      </p:pic>
      <p:sp>
        <p:nvSpPr>
          <p:cNvPr id="20" name="Picture Placeholder 6">
            <a:extLst>
              <a:ext uri="{FF2B5EF4-FFF2-40B4-BE49-F238E27FC236}">
                <a16:creationId xmlns:a16="http://schemas.microsoft.com/office/drawing/2014/main" id="{8D74EEA5-D294-414B-BB1A-F6B7538A2CE2}"/>
              </a:ext>
              <a:ext uri="{C183D7F6-B498-43B3-948B-1728B52AA6E4}">
                <adec:decorative xmlns:adec="http://schemas.microsoft.com/office/drawing/2017/decorative" val="1"/>
              </a:ext>
            </a:extLst>
          </p:cNvPr>
          <p:cNvSpPr>
            <a:spLocks noGrp="1"/>
          </p:cNvSpPr>
          <p:nvPr>
            <p:ph type="pic" sz="quarter" idx="19" hasCustomPrompt="1"/>
          </p:nvPr>
        </p:nvSpPr>
        <p:spPr>
          <a:xfrm>
            <a:off x="13635904" y="1028041"/>
            <a:ext cx="5512528" cy="12011822"/>
          </a:xfrm>
          <a:custGeom>
            <a:avLst/>
            <a:gdLst>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297683 w 5512527"/>
              <a:gd name="connsiteY18" fmla="*/ 160595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46021 w 5512527"/>
              <a:gd name="connsiteY18" fmla="*/ 144482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96183 w 5512527"/>
              <a:gd name="connsiteY17" fmla="*/ 0 h 11985173"/>
              <a:gd name="connsiteX18" fmla="*/ 4927979 w 5512527"/>
              <a:gd name="connsiteY18" fmla="*/ 0 h 11985173"/>
              <a:gd name="connsiteX19" fmla="*/ 5512527 w 5512527"/>
              <a:gd name="connsiteY19" fmla="*/ 584548 h 11985173"/>
              <a:gd name="connsiteX20" fmla="*/ 5512527 w 5512527"/>
              <a:gd name="connsiteY20" fmla="*/ 11400625 h 11985173"/>
              <a:gd name="connsiteX21" fmla="*/ 4927979 w 5512527"/>
              <a:gd name="connsiteY21" fmla="*/ 11985173 h 11985173"/>
              <a:gd name="connsiteX22" fmla="*/ 584548 w 5512527"/>
              <a:gd name="connsiteY22" fmla="*/ 11985173 h 11985173"/>
              <a:gd name="connsiteX23" fmla="*/ 0 w 5512527"/>
              <a:gd name="connsiteY23" fmla="*/ 11400625 h 11985173"/>
              <a:gd name="connsiteX24" fmla="*/ 0 w 5512527"/>
              <a:gd name="connsiteY24" fmla="*/ 584548 h 11985173"/>
              <a:gd name="connsiteX25" fmla="*/ 584548 w 5512527"/>
              <a:gd name="connsiteY25" fmla="*/ 0 h 119851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12135 w 5512527"/>
              <a:gd name="connsiteY12" fmla="*/ 46029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333881 w 5512527"/>
              <a:gd name="connsiteY9" fmla="*/ 124570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77515 w 5512527"/>
              <a:gd name="connsiteY7" fmla="*/ 50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20100 h 12005273"/>
              <a:gd name="connsiteX1" fmla="*/ 867289 w 5512527"/>
              <a:gd name="connsiteY1" fmla="*/ 20100 h 12005273"/>
              <a:gd name="connsiteX2" fmla="*/ 872596 w 5512527"/>
              <a:gd name="connsiteY2" fmla="*/ 21807 h 12005273"/>
              <a:gd name="connsiteX3" fmla="*/ 957894 w 5512527"/>
              <a:gd name="connsiteY3" fmla="*/ 20887 h 12005273"/>
              <a:gd name="connsiteX4" fmla="*/ 981310 w 5512527"/>
              <a:gd name="connsiteY4" fmla="*/ 20100 h 12005273"/>
              <a:gd name="connsiteX5" fmla="*/ 1099734 w 5512527"/>
              <a:gd name="connsiteY5" fmla="*/ 20100 h 12005273"/>
              <a:gd name="connsiteX6" fmla="*/ 1134631 w 5512527"/>
              <a:gd name="connsiteY6" fmla="*/ 0 h 12005273"/>
              <a:gd name="connsiteX7" fmla="*/ 1177515 w 5512527"/>
              <a:gd name="connsiteY7" fmla="*/ 18840 h 12005273"/>
              <a:gd name="connsiteX8" fmla="*/ 1262697 w 5512527"/>
              <a:gd name="connsiteY8" fmla="*/ 170136 h 12005273"/>
              <a:gd name="connsiteX9" fmla="*/ 1262701 w 5512527"/>
              <a:gd name="connsiteY9" fmla="*/ 195708 h 12005273"/>
              <a:gd name="connsiteX10" fmla="*/ 1531513 w 5512527"/>
              <a:gd name="connsiteY10" fmla="*/ 458170 h 12005273"/>
              <a:gd name="connsiteX11" fmla="*/ 4005785 w 5512527"/>
              <a:gd name="connsiteY11" fmla="*/ 454995 h 12005273"/>
              <a:gd name="connsiteX12" fmla="*/ 4211195 w 5512527"/>
              <a:gd name="connsiteY12" fmla="*/ 391592 h 12005273"/>
              <a:gd name="connsiteX13" fmla="*/ 4214215 w 5512527"/>
              <a:gd name="connsiteY13" fmla="*/ 387109 h 12005273"/>
              <a:gd name="connsiteX14" fmla="*/ 4215227 w 5512527"/>
              <a:gd name="connsiteY14" fmla="*/ 386276 h 12005273"/>
              <a:gd name="connsiteX15" fmla="*/ 4278629 w 5512527"/>
              <a:gd name="connsiteY15" fmla="*/ 184042 h 12005273"/>
              <a:gd name="connsiteX16" fmla="*/ 4389833 w 5512527"/>
              <a:gd name="connsiteY16" fmla="*/ 13750 h 12005273"/>
              <a:gd name="connsiteX17" fmla="*/ 4927979 w 5512527"/>
              <a:gd name="connsiteY17" fmla="*/ 20100 h 12005273"/>
              <a:gd name="connsiteX18" fmla="*/ 5512527 w 5512527"/>
              <a:gd name="connsiteY18" fmla="*/ 604648 h 12005273"/>
              <a:gd name="connsiteX19" fmla="*/ 5512527 w 5512527"/>
              <a:gd name="connsiteY19" fmla="*/ 11420725 h 12005273"/>
              <a:gd name="connsiteX20" fmla="*/ 4927979 w 5512527"/>
              <a:gd name="connsiteY20" fmla="*/ 12005273 h 12005273"/>
              <a:gd name="connsiteX21" fmla="*/ 584548 w 5512527"/>
              <a:gd name="connsiteY21" fmla="*/ 12005273 h 12005273"/>
              <a:gd name="connsiteX22" fmla="*/ 0 w 5512527"/>
              <a:gd name="connsiteY22" fmla="*/ 11420725 h 12005273"/>
              <a:gd name="connsiteX23" fmla="*/ 0 w 5512527"/>
              <a:gd name="connsiteY23" fmla="*/ 604648 h 12005273"/>
              <a:gd name="connsiteX24" fmla="*/ 584548 w 5512527"/>
              <a:gd name="connsiteY24" fmla="*/ 20100 h 120052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77515 w 5512527"/>
              <a:gd name="connsiteY6" fmla="*/ 5090 h 11991523"/>
              <a:gd name="connsiteX7" fmla="*/ 1262697 w 5512527"/>
              <a:gd name="connsiteY7" fmla="*/ 156386 h 11991523"/>
              <a:gd name="connsiteX8" fmla="*/ 1262701 w 5512527"/>
              <a:gd name="connsiteY8" fmla="*/ 181958 h 11991523"/>
              <a:gd name="connsiteX9" fmla="*/ 1531513 w 5512527"/>
              <a:gd name="connsiteY9" fmla="*/ 444420 h 11991523"/>
              <a:gd name="connsiteX10" fmla="*/ 4005785 w 5512527"/>
              <a:gd name="connsiteY10" fmla="*/ 441245 h 11991523"/>
              <a:gd name="connsiteX11" fmla="*/ 4211195 w 5512527"/>
              <a:gd name="connsiteY11" fmla="*/ 377842 h 11991523"/>
              <a:gd name="connsiteX12" fmla="*/ 4214215 w 5512527"/>
              <a:gd name="connsiteY12" fmla="*/ 373359 h 11991523"/>
              <a:gd name="connsiteX13" fmla="*/ 4215227 w 5512527"/>
              <a:gd name="connsiteY13" fmla="*/ 372526 h 11991523"/>
              <a:gd name="connsiteX14" fmla="*/ 4278629 w 5512527"/>
              <a:gd name="connsiteY14" fmla="*/ 170292 h 11991523"/>
              <a:gd name="connsiteX15" fmla="*/ 4389833 w 5512527"/>
              <a:gd name="connsiteY15" fmla="*/ 0 h 11991523"/>
              <a:gd name="connsiteX16" fmla="*/ 4927979 w 5512527"/>
              <a:gd name="connsiteY16" fmla="*/ 6350 h 11991523"/>
              <a:gd name="connsiteX17" fmla="*/ 5512527 w 5512527"/>
              <a:gd name="connsiteY17" fmla="*/ 590898 h 11991523"/>
              <a:gd name="connsiteX18" fmla="*/ 5512527 w 5512527"/>
              <a:gd name="connsiteY18" fmla="*/ 11406975 h 11991523"/>
              <a:gd name="connsiteX19" fmla="*/ 4927979 w 5512527"/>
              <a:gd name="connsiteY19" fmla="*/ 11991523 h 11991523"/>
              <a:gd name="connsiteX20" fmla="*/ 584548 w 5512527"/>
              <a:gd name="connsiteY20" fmla="*/ 11991523 h 11991523"/>
              <a:gd name="connsiteX21" fmla="*/ 0 w 5512527"/>
              <a:gd name="connsiteY21" fmla="*/ 11406975 h 11991523"/>
              <a:gd name="connsiteX22" fmla="*/ 0 w 5512527"/>
              <a:gd name="connsiteY22" fmla="*/ 590898 h 11991523"/>
              <a:gd name="connsiteX23" fmla="*/ 584548 w 5512527"/>
              <a:gd name="connsiteY23"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177515 w 5512527"/>
              <a:gd name="connsiteY5" fmla="*/ 5090 h 11991523"/>
              <a:gd name="connsiteX6" fmla="*/ 1262697 w 5512527"/>
              <a:gd name="connsiteY6" fmla="*/ 156386 h 11991523"/>
              <a:gd name="connsiteX7" fmla="*/ 1262701 w 5512527"/>
              <a:gd name="connsiteY7" fmla="*/ 181958 h 11991523"/>
              <a:gd name="connsiteX8" fmla="*/ 1531513 w 5512527"/>
              <a:gd name="connsiteY8" fmla="*/ 444420 h 11991523"/>
              <a:gd name="connsiteX9" fmla="*/ 4005785 w 5512527"/>
              <a:gd name="connsiteY9" fmla="*/ 441245 h 11991523"/>
              <a:gd name="connsiteX10" fmla="*/ 4211195 w 5512527"/>
              <a:gd name="connsiteY10" fmla="*/ 377842 h 11991523"/>
              <a:gd name="connsiteX11" fmla="*/ 4214215 w 5512527"/>
              <a:gd name="connsiteY11" fmla="*/ 373359 h 11991523"/>
              <a:gd name="connsiteX12" fmla="*/ 4215227 w 5512527"/>
              <a:gd name="connsiteY12" fmla="*/ 372526 h 11991523"/>
              <a:gd name="connsiteX13" fmla="*/ 4278629 w 5512527"/>
              <a:gd name="connsiteY13" fmla="*/ 170292 h 11991523"/>
              <a:gd name="connsiteX14" fmla="*/ 4389833 w 5512527"/>
              <a:gd name="connsiteY14" fmla="*/ 0 h 11991523"/>
              <a:gd name="connsiteX15" fmla="*/ 4927979 w 5512527"/>
              <a:gd name="connsiteY15" fmla="*/ 6350 h 11991523"/>
              <a:gd name="connsiteX16" fmla="*/ 5512527 w 5512527"/>
              <a:gd name="connsiteY16" fmla="*/ 590898 h 11991523"/>
              <a:gd name="connsiteX17" fmla="*/ 5512527 w 5512527"/>
              <a:gd name="connsiteY17" fmla="*/ 11406975 h 11991523"/>
              <a:gd name="connsiteX18" fmla="*/ 4927979 w 5512527"/>
              <a:gd name="connsiteY18" fmla="*/ 11991523 h 11991523"/>
              <a:gd name="connsiteX19" fmla="*/ 584548 w 5512527"/>
              <a:gd name="connsiteY19" fmla="*/ 11991523 h 11991523"/>
              <a:gd name="connsiteX20" fmla="*/ 0 w 5512527"/>
              <a:gd name="connsiteY20" fmla="*/ 11406975 h 11991523"/>
              <a:gd name="connsiteX21" fmla="*/ 0 w 5512527"/>
              <a:gd name="connsiteY21" fmla="*/ 590898 h 11991523"/>
              <a:gd name="connsiteX22" fmla="*/ 584548 w 5512527"/>
              <a:gd name="connsiteY22"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1177515 w 5512527"/>
              <a:gd name="connsiteY4" fmla="*/ 5090 h 11991523"/>
              <a:gd name="connsiteX5" fmla="*/ 1262697 w 5512527"/>
              <a:gd name="connsiteY5" fmla="*/ 156386 h 11991523"/>
              <a:gd name="connsiteX6" fmla="*/ 1262701 w 5512527"/>
              <a:gd name="connsiteY6" fmla="*/ 181958 h 11991523"/>
              <a:gd name="connsiteX7" fmla="*/ 1531513 w 5512527"/>
              <a:gd name="connsiteY7" fmla="*/ 444420 h 11991523"/>
              <a:gd name="connsiteX8" fmla="*/ 4005785 w 5512527"/>
              <a:gd name="connsiteY8" fmla="*/ 441245 h 11991523"/>
              <a:gd name="connsiteX9" fmla="*/ 4211195 w 5512527"/>
              <a:gd name="connsiteY9" fmla="*/ 377842 h 11991523"/>
              <a:gd name="connsiteX10" fmla="*/ 4214215 w 5512527"/>
              <a:gd name="connsiteY10" fmla="*/ 373359 h 11991523"/>
              <a:gd name="connsiteX11" fmla="*/ 4215227 w 5512527"/>
              <a:gd name="connsiteY11" fmla="*/ 372526 h 11991523"/>
              <a:gd name="connsiteX12" fmla="*/ 4278629 w 5512527"/>
              <a:gd name="connsiteY12" fmla="*/ 170292 h 11991523"/>
              <a:gd name="connsiteX13" fmla="*/ 4389833 w 5512527"/>
              <a:gd name="connsiteY13" fmla="*/ 0 h 11991523"/>
              <a:gd name="connsiteX14" fmla="*/ 4927979 w 5512527"/>
              <a:gd name="connsiteY14" fmla="*/ 6350 h 11991523"/>
              <a:gd name="connsiteX15" fmla="*/ 5512527 w 5512527"/>
              <a:gd name="connsiteY15" fmla="*/ 590898 h 11991523"/>
              <a:gd name="connsiteX16" fmla="*/ 5512527 w 5512527"/>
              <a:gd name="connsiteY16" fmla="*/ 11406975 h 11991523"/>
              <a:gd name="connsiteX17" fmla="*/ 4927979 w 5512527"/>
              <a:gd name="connsiteY17" fmla="*/ 11991523 h 11991523"/>
              <a:gd name="connsiteX18" fmla="*/ 584548 w 5512527"/>
              <a:gd name="connsiteY18" fmla="*/ 11991523 h 11991523"/>
              <a:gd name="connsiteX19" fmla="*/ 0 w 5512527"/>
              <a:gd name="connsiteY19" fmla="*/ 11406975 h 11991523"/>
              <a:gd name="connsiteX20" fmla="*/ 0 w 5512527"/>
              <a:gd name="connsiteY20" fmla="*/ 590898 h 11991523"/>
              <a:gd name="connsiteX21" fmla="*/ 584548 w 5512527"/>
              <a:gd name="connsiteY21" fmla="*/ 6350 h 11991523"/>
              <a:gd name="connsiteX0" fmla="*/ 584548 w 5512527"/>
              <a:gd name="connsiteY0" fmla="*/ 6350 h 11991523"/>
              <a:gd name="connsiteX1" fmla="*/ 867289 w 5512527"/>
              <a:gd name="connsiteY1" fmla="*/ 6350 h 11991523"/>
              <a:gd name="connsiteX2" fmla="*/ 957894 w 5512527"/>
              <a:gd name="connsiteY2" fmla="*/ 7137 h 11991523"/>
              <a:gd name="connsiteX3" fmla="*/ 1177515 w 5512527"/>
              <a:gd name="connsiteY3" fmla="*/ 5090 h 11991523"/>
              <a:gd name="connsiteX4" fmla="*/ 1262697 w 5512527"/>
              <a:gd name="connsiteY4" fmla="*/ 156386 h 11991523"/>
              <a:gd name="connsiteX5" fmla="*/ 1262701 w 5512527"/>
              <a:gd name="connsiteY5" fmla="*/ 181958 h 11991523"/>
              <a:gd name="connsiteX6" fmla="*/ 1531513 w 5512527"/>
              <a:gd name="connsiteY6" fmla="*/ 444420 h 11991523"/>
              <a:gd name="connsiteX7" fmla="*/ 4005785 w 5512527"/>
              <a:gd name="connsiteY7" fmla="*/ 441245 h 11991523"/>
              <a:gd name="connsiteX8" fmla="*/ 4211195 w 5512527"/>
              <a:gd name="connsiteY8" fmla="*/ 377842 h 11991523"/>
              <a:gd name="connsiteX9" fmla="*/ 4214215 w 5512527"/>
              <a:gd name="connsiteY9" fmla="*/ 373359 h 11991523"/>
              <a:gd name="connsiteX10" fmla="*/ 4215227 w 5512527"/>
              <a:gd name="connsiteY10" fmla="*/ 372526 h 11991523"/>
              <a:gd name="connsiteX11" fmla="*/ 4278629 w 5512527"/>
              <a:gd name="connsiteY11" fmla="*/ 170292 h 11991523"/>
              <a:gd name="connsiteX12" fmla="*/ 4389833 w 5512527"/>
              <a:gd name="connsiteY12" fmla="*/ 0 h 11991523"/>
              <a:gd name="connsiteX13" fmla="*/ 4927979 w 5512527"/>
              <a:gd name="connsiteY13" fmla="*/ 6350 h 11991523"/>
              <a:gd name="connsiteX14" fmla="*/ 5512527 w 5512527"/>
              <a:gd name="connsiteY14" fmla="*/ 590898 h 11991523"/>
              <a:gd name="connsiteX15" fmla="*/ 5512527 w 5512527"/>
              <a:gd name="connsiteY15" fmla="*/ 11406975 h 11991523"/>
              <a:gd name="connsiteX16" fmla="*/ 4927979 w 5512527"/>
              <a:gd name="connsiteY16" fmla="*/ 11991523 h 11991523"/>
              <a:gd name="connsiteX17" fmla="*/ 584548 w 5512527"/>
              <a:gd name="connsiteY17" fmla="*/ 11991523 h 11991523"/>
              <a:gd name="connsiteX18" fmla="*/ 0 w 5512527"/>
              <a:gd name="connsiteY18" fmla="*/ 11406975 h 11991523"/>
              <a:gd name="connsiteX19" fmla="*/ 0 w 5512527"/>
              <a:gd name="connsiteY19" fmla="*/ 590898 h 11991523"/>
              <a:gd name="connsiteX20" fmla="*/ 584548 w 5512527"/>
              <a:gd name="connsiteY20" fmla="*/ 6350 h 11991523"/>
              <a:gd name="connsiteX0" fmla="*/ 584548 w 5512527"/>
              <a:gd name="connsiteY0" fmla="*/ 11913 h 11997086"/>
              <a:gd name="connsiteX1" fmla="*/ 867289 w 5512527"/>
              <a:gd name="connsiteY1" fmla="*/ 11913 h 11997086"/>
              <a:gd name="connsiteX2" fmla="*/ 961069 w 5512527"/>
              <a:gd name="connsiteY2" fmla="*/ 0 h 11997086"/>
              <a:gd name="connsiteX3" fmla="*/ 1177515 w 5512527"/>
              <a:gd name="connsiteY3" fmla="*/ 10653 h 11997086"/>
              <a:gd name="connsiteX4" fmla="*/ 1262697 w 5512527"/>
              <a:gd name="connsiteY4" fmla="*/ 161949 h 11997086"/>
              <a:gd name="connsiteX5" fmla="*/ 1262701 w 5512527"/>
              <a:gd name="connsiteY5" fmla="*/ 187521 h 11997086"/>
              <a:gd name="connsiteX6" fmla="*/ 1531513 w 5512527"/>
              <a:gd name="connsiteY6" fmla="*/ 449983 h 11997086"/>
              <a:gd name="connsiteX7" fmla="*/ 4005785 w 5512527"/>
              <a:gd name="connsiteY7" fmla="*/ 446808 h 11997086"/>
              <a:gd name="connsiteX8" fmla="*/ 4211195 w 5512527"/>
              <a:gd name="connsiteY8" fmla="*/ 383405 h 11997086"/>
              <a:gd name="connsiteX9" fmla="*/ 4214215 w 5512527"/>
              <a:gd name="connsiteY9" fmla="*/ 378922 h 11997086"/>
              <a:gd name="connsiteX10" fmla="*/ 4215227 w 5512527"/>
              <a:gd name="connsiteY10" fmla="*/ 378089 h 11997086"/>
              <a:gd name="connsiteX11" fmla="*/ 4278629 w 5512527"/>
              <a:gd name="connsiteY11" fmla="*/ 175855 h 11997086"/>
              <a:gd name="connsiteX12" fmla="*/ 4389833 w 5512527"/>
              <a:gd name="connsiteY12" fmla="*/ 5563 h 11997086"/>
              <a:gd name="connsiteX13" fmla="*/ 4927979 w 5512527"/>
              <a:gd name="connsiteY13" fmla="*/ 11913 h 11997086"/>
              <a:gd name="connsiteX14" fmla="*/ 5512527 w 5512527"/>
              <a:gd name="connsiteY14" fmla="*/ 596461 h 11997086"/>
              <a:gd name="connsiteX15" fmla="*/ 5512527 w 5512527"/>
              <a:gd name="connsiteY15" fmla="*/ 11412538 h 11997086"/>
              <a:gd name="connsiteX16" fmla="*/ 4927979 w 5512527"/>
              <a:gd name="connsiteY16" fmla="*/ 11997086 h 11997086"/>
              <a:gd name="connsiteX17" fmla="*/ 584548 w 5512527"/>
              <a:gd name="connsiteY17" fmla="*/ 11997086 h 11997086"/>
              <a:gd name="connsiteX18" fmla="*/ 0 w 5512527"/>
              <a:gd name="connsiteY18" fmla="*/ 11412538 h 11997086"/>
              <a:gd name="connsiteX19" fmla="*/ 0 w 5512527"/>
              <a:gd name="connsiteY19" fmla="*/ 596461 h 11997086"/>
              <a:gd name="connsiteX20" fmla="*/ 584548 w 5512527"/>
              <a:gd name="connsiteY20" fmla="*/ 11913 h 11997086"/>
              <a:gd name="connsiteX0" fmla="*/ 584548 w 5512527"/>
              <a:gd name="connsiteY0" fmla="*/ 19050 h 12004223"/>
              <a:gd name="connsiteX1" fmla="*/ 857764 w 5512527"/>
              <a:gd name="connsiteY1" fmla="*/ 0 h 12004223"/>
              <a:gd name="connsiteX2" fmla="*/ 961069 w 5512527"/>
              <a:gd name="connsiteY2" fmla="*/ 7137 h 12004223"/>
              <a:gd name="connsiteX3" fmla="*/ 1177515 w 5512527"/>
              <a:gd name="connsiteY3" fmla="*/ 17790 h 12004223"/>
              <a:gd name="connsiteX4" fmla="*/ 1262697 w 5512527"/>
              <a:gd name="connsiteY4" fmla="*/ 169086 h 12004223"/>
              <a:gd name="connsiteX5" fmla="*/ 1262701 w 5512527"/>
              <a:gd name="connsiteY5" fmla="*/ 194658 h 12004223"/>
              <a:gd name="connsiteX6" fmla="*/ 1531513 w 5512527"/>
              <a:gd name="connsiteY6" fmla="*/ 457120 h 12004223"/>
              <a:gd name="connsiteX7" fmla="*/ 4005785 w 5512527"/>
              <a:gd name="connsiteY7" fmla="*/ 453945 h 12004223"/>
              <a:gd name="connsiteX8" fmla="*/ 4211195 w 5512527"/>
              <a:gd name="connsiteY8" fmla="*/ 390542 h 12004223"/>
              <a:gd name="connsiteX9" fmla="*/ 4214215 w 5512527"/>
              <a:gd name="connsiteY9" fmla="*/ 386059 h 12004223"/>
              <a:gd name="connsiteX10" fmla="*/ 4215227 w 5512527"/>
              <a:gd name="connsiteY10" fmla="*/ 385226 h 12004223"/>
              <a:gd name="connsiteX11" fmla="*/ 4278629 w 5512527"/>
              <a:gd name="connsiteY11" fmla="*/ 182992 h 12004223"/>
              <a:gd name="connsiteX12" fmla="*/ 4389833 w 5512527"/>
              <a:gd name="connsiteY12" fmla="*/ 12700 h 12004223"/>
              <a:gd name="connsiteX13" fmla="*/ 4927979 w 5512527"/>
              <a:gd name="connsiteY13" fmla="*/ 19050 h 12004223"/>
              <a:gd name="connsiteX14" fmla="*/ 5512527 w 5512527"/>
              <a:gd name="connsiteY14" fmla="*/ 603598 h 12004223"/>
              <a:gd name="connsiteX15" fmla="*/ 5512527 w 5512527"/>
              <a:gd name="connsiteY15" fmla="*/ 11419675 h 12004223"/>
              <a:gd name="connsiteX16" fmla="*/ 4927979 w 5512527"/>
              <a:gd name="connsiteY16" fmla="*/ 12004223 h 12004223"/>
              <a:gd name="connsiteX17" fmla="*/ 584548 w 5512527"/>
              <a:gd name="connsiteY17" fmla="*/ 12004223 h 12004223"/>
              <a:gd name="connsiteX18" fmla="*/ 0 w 5512527"/>
              <a:gd name="connsiteY18" fmla="*/ 11419675 h 12004223"/>
              <a:gd name="connsiteX19" fmla="*/ 0 w 5512527"/>
              <a:gd name="connsiteY19" fmla="*/ 603598 h 12004223"/>
              <a:gd name="connsiteX20" fmla="*/ 584548 w 5512527"/>
              <a:gd name="connsiteY20" fmla="*/ 19050 h 12004223"/>
              <a:gd name="connsiteX0" fmla="*/ 584548 w 5512527"/>
              <a:gd name="connsiteY0" fmla="*/ 19050 h 12004223"/>
              <a:gd name="connsiteX1" fmla="*/ 857764 w 5512527"/>
              <a:gd name="connsiteY1" fmla="*/ 0 h 12004223"/>
              <a:gd name="connsiteX2" fmla="*/ 1177515 w 5512527"/>
              <a:gd name="connsiteY2" fmla="*/ 17790 h 12004223"/>
              <a:gd name="connsiteX3" fmla="*/ 1262697 w 5512527"/>
              <a:gd name="connsiteY3" fmla="*/ 169086 h 12004223"/>
              <a:gd name="connsiteX4" fmla="*/ 1262701 w 5512527"/>
              <a:gd name="connsiteY4" fmla="*/ 194658 h 12004223"/>
              <a:gd name="connsiteX5" fmla="*/ 1531513 w 5512527"/>
              <a:gd name="connsiteY5" fmla="*/ 457120 h 12004223"/>
              <a:gd name="connsiteX6" fmla="*/ 4005785 w 5512527"/>
              <a:gd name="connsiteY6" fmla="*/ 453945 h 12004223"/>
              <a:gd name="connsiteX7" fmla="*/ 4211195 w 5512527"/>
              <a:gd name="connsiteY7" fmla="*/ 390542 h 12004223"/>
              <a:gd name="connsiteX8" fmla="*/ 4214215 w 5512527"/>
              <a:gd name="connsiteY8" fmla="*/ 386059 h 12004223"/>
              <a:gd name="connsiteX9" fmla="*/ 4215227 w 5512527"/>
              <a:gd name="connsiteY9" fmla="*/ 385226 h 12004223"/>
              <a:gd name="connsiteX10" fmla="*/ 4278629 w 5512527"/>
              <a:gd name="connsiteY10" fmla="*/ 182992 h 12004223"/>
              <a:gd name="connsiteX11" fmla="*/ 4389833 w 5512527"/>
              <a:gd name="connsiteY11" fmla="*/ 12700 h 12004223"/>
              <a:gd name="connsiteX12" fmla="*/ 4927979 w 5512527"/>
              <a:gd name="connsiteY12" fmla="*/ 19050 h 12004223"/>
              <a:gd name="connsiteX13" fmla="*/ 5512527 w 5512527"/>
              <a:gd name="connsiteY13" fmla="*/ 603598 h 12004223"/>
              <a:gd name="connsiteX14" fmla="*/ 5512527 w 5512527"/>
              <a:gd name="connsiteY14" fmla="*/ 11419675 h 12004223"/>
              <a:gd name="connsiteX15" fmla="*/ 4927979 w 5512527"/>
              <a:gd name="connsiteY15" fmla="*/ 12004223 h 12004223"/>
              <a:gd name="connsiteX16" fmla="*/ 584548 w 5512527"/>
              <a:gd name="connsiteY16" fmla="*/ 12004223 h 12004223"/>
              <a:gd name="connsiteX17" fmla="*/ 0 w 5512527"/>
              <a:gd name="connsiteY17" fmla="*/ 11419675 h 12004223"/>
              <a:gd name="connsiteX18" fmla="*/ 0 w 5512527"/>
              <a:gd name="connsiteY18" fmla="*/ 603598 h 12004223"/>
              <a:gd name="connsiteX19" fmla="*/ 584548 w 5512527"/>
              <a:gd name="connsiteY19" fmla="*/ 19050 h 12004223"/>
              <a:gd name="connsiteX0" fmla="*/ 584548 w 5512527"/>
              <a:gd name="connsiteY0" fmla="*/ 6350 h 11991523"/>
              <a:gd name="connsiteX1" fmla="*/ 854589 w 5512527"/>
              <a:gd name="connsiteY1" fmla="*/ 0 h 11991523"/>
              <a:gd name="connsiteX2" fmla="*/ 1177515 w 5512527"/>
              <a:gd name="connsiteY2" fmla="*/ 5090 h 11991523"/>
              <a:gd name="connsiteX3" fmla="*/ 1262697 w 5512527"/>
              <a:gd name="connsiteY3" fmla="*/ 156386 h 11991523"/>
              <a:gd name="connsiteX4" fmla="*/ 1262701 w 5512527"/>
              <a:gd name="connsiteY4" fmla="*/ 181958 h 11991523"/>
              <a:gd name="connsiteX5" fmla="*/ 1531513 w 5512527"/>
              <a:gd name="connsiteY5" fmla="*/ 444420 h 11991523"/>
              <a:gd name="connsiteX6" fmla="*/ 4005785 w 5512527"/>
              <a:gd name="connsiteY6" fmla="*/ 441245 h 11991523"/>
              <a:gd name="connsiteX7" fmla="*/ 4211195 w 5512527"/>
              <a:gd name="connsiteY7" fmla="*/ 377842 h 11991523"/>
              <a:gd name="connsiteX8" fmla="*/ 4214215 w 5512527"/>
              <a:gd name="connsiteY8" fmla="*/ 373359 h 11991523"/>
              <a:gd name="connsiteX9" fmla="*/ 4215227 w 5512527"/>
              <a:gd name="connsiteY9" fmla="*/ 372526 h 11991523"/>
              <a:gd name="connsiteX10" fmla="*/ 4278629 w 5512527"/>
              <a:gd name="connsiteY10" fmla="*/ 170292 h 11991523"/>
              <a:gd name="connsiteX11" fmla="*/ 4389833 w 5512527"/>
              <a:gd name="connsiteY11" fmla="*/ 0 h 11991523"/>
              <a:gd name="connsiteX12" fmla="*/ 4927979 w 5512527"/>
              <a:gd name="connsiteY12" fmla="*/ 6350 h 11991523"/>
              <a:gd name="connsiteX13" fmla="*/ 5512527 w 5512527"/>
              <a:gd name="connsiteY13" fmla="*/ 590898 h 11991523"/>
              <a:gd name="connsiteX14" fmla="*/ 5512527 w 5512527"/>
              <a:gd name="connsiteY14" fmla="*/ 11406975 h 11991523"/>
              <a:gd name="connsiteX15" fmla="*/ 4927979 w 5512527"/>
              <a:gd name="connsiteY15" fmla="*/ 11991523 h 11991523"/>
              <a:gd name="connsiteX16" fmla="*/ 584548 w 5512527"/>
              <a:gd name="connsiteY16" fmla="*/ 11991523 h 11991523"/>
              <a:gd name="connsiteX17" fmla="*/ 0 w 5512527"/>
              <a:gd name="connsiteY17" fmla="*/ 11406975 h 11991523"/>
              <a:gd name="connsiteX18" fmla="*/ 0 w 5512527"/>
              <a:gd name="connsiteY18" fmla="*/ 590898 h 11991523"/>
              <a:gd name="connsiteX19" fmla="*/ 584548 w 5512527"/>
              <a:gd name="connsiteY19" fmla="*/ 6350 h 11991523"/>
              <a:gd name="connsiteX0" fmla="*/ 584548 w 5512527"/>
              <a:gd name="connsiteY0" fmla="*/ 0 h 11994698"/>
              <a:gd name="connsiteX1" fmla="*/ 854589 w 5512527"/>
              <a:gd name="connsiteY1" fmla="*/ 3175 h 11994698"/>
              <a:gd name="connsiteX2" fmla="*/ 1177515 w 5512527"/>
              <a:gd name="connsiteY2" fmla="*/ 8265 h 11994698"/>
              <a:gd name="connsiteX3" fmla="*/ 1262697 w 5512527"/>
              <a:gd name="connsiteY3" fmla="*/ 159561 h 11994698"/>
              <a:gd name="connsiteX4" fmla="*/ 1262701 w 5512527"/>
              <a:gd name="connsiteY4" fmla="*/ 185133 h 11994698"/>
              <a:gd name="connsiteX5" fmla="*/ 1531513 w 5512527"/>
              <a:gd name="connsiteY5" fmla="*/ 447595 h 11994698"/>
              <a:gd name="connsiteX6" fmla="*/ 4005785 w 5512527"/>
              <a:gd name="connsiteY6" fmla="*/ 444420 h 11994698"/>
              <a:gd name="connsiteX7" fmla="*/ 4211195 w 5512527"/>
              <a:gd name="connsiteY7" fmla="*/ 381017 h 11994698"/>
              <a:gd name="connsiteX8" fmla="*/ 4214215 w 5512527"/>
              <a:gd name="connsiteY8" fmla="*/ 376534 h 11994698"/>
              <a:gd name="connsiteX9" fmla="*/ 4215227 w 5512527"/>
              <a:gd name="connsiteY9" fmla="*/ 375701 h 11994698"/>
              <a:gd name="connsiteX10" fmla="*/ 4278629 w 5512527"/>
              <a:gd name="connsiteY10" fmla="*/ 173467 h 11994698"/>
              <a:gd name="connsiteX11" fmla="*/ 4389833 w 5512527"/>
              <a:gd name="connsiteY11" fmla="*/ 3175 h 11994698"/>
              <a:gd name="connsiteX12" fmla="*/ 4927979 w 5512527"/>
              <a:gd name="connsiteY12" fmla="*/ 9525 h 11994698"/>
              <a:gd name="connsiteX13" fmla="*/ 5512527 w 5512527"/>
              <a:gd name="connsiteY13" fmla="*/ 594073 h 11994698"/>
              <a:gd name="connsiteX14" fmla="*/ 5512527 w 5512527"/>
              <a:gd name="connsiteY14" fmla="*/ 11410150 h 11994698"/>
              <a:gd name="connsiteX15" fmla="*/ 4927979 w 5512527"/>
              <a:gd name="connsiteY15" fmla="*/ 11994698 h 11994698"/>
              <a:gd name="connsiteX16" fmla="*/ 584548 w 5512527"/>
              <a:gd name="connsiteY16" fmla="*/ 11994698 h 11994698"/>
              <a:gd name="connsiteX17" fmla="*/ 0 w 5512527"/>
              <a:gd name="connsiteY17" fmla="*/ 11410150 h 11994698"/>
              <a:gd name="connsiteX18" fmla="*/ 0 w 5512527"/>
              <a:gd name="connsiteY18" fmla="*/ 594073 h 11994698"/>
              <a:gd name="connsiteX19" fmla="*/ 584548 w 5512527"/>
              <a:gd name="connsiteY19" fmla="*/ 0 h 11994698"/>
              <a:gd name="connsiteX0" fmla="*/ 584548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4548 w 5512527"/>
              <a:gd name="connsiteY19" fmla="*/ 6350 h 12001048"/>
              <a:gd name="connsiteX0" fmla="*/ 587723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7723 w 5512527"/>
              <a:gd name="connsiteY19" fmla="*/ 6350 h 12001048"/>
              <a:gd name="connsiteX0" fmla="*/ 587723 w 5512527"/>
              <a:gd name="connsiteY0" fmla="*/ 7263 h 12001961"/>
              <a:gd name="connsiteX1" fmla="*/ 870464 w 5512527"/>
              <a:gd name="connsiteY1" fmla="*/ 913 h 12001961"/>
              <a:gd name="connsiteX2" fmla="*/ 1177515 w 5512527"/>
              <a:gd name="connsiteY2" fmla="*/ 15528 h 12001961"/>
              <a:gd name="connsiteX3" fmla="*/ 1262697 w 5512527"/>
              <a:gd name="connsiteY3" fmla="*/ 166824 h 12001961"/>
              <a:gd name="connsiteX4" fmla="*/ 1262701 w 5512527"/>
              <a:gd name="connsiteY4" fmla="*/ 192396 h 12001961"/>
              <a:gd name="connsiteX5" fmla="*/ 1531513 w 5512527"/>
              <a:gd name="connsiteY5" fmla="*/ 454858 h 12001961"/>
              <a:gd name="connsiteX6" fmla="*/ 4005785 w 5512527"/>
              <a:gd name="connsiteY6" fmla="*/ 451683 h 12001961"/>
              <a:gd name="connsiteX7" fmla="*/ 4211195 w 5512527"/>
              <a:gd name="connsiteY7" fmla="*/ 388280 h 12001961"/>
              <a:gd name="connsiteX8" fmla="*/ 4214215 w 5512527"/>
              <a:gd name="connsiteY8" fmla="*/ 383797 h 12001961"/>
              <a:gd name="connsiteX9" fmla="*/ 4215227 w 5512527"/>
              <a:gd name="connsiteY9" fmla="*/ 382964 h 12001961"/>
              <a:gd name="connsiteX10" fmla="*/ 4278629 w 5512527"/>
              <a:gd name="connsiteY10" fmla="*/ 180730 h 12001961"/>
              <a:gd name="connsiteX11" fmla="*/ 4389833 w 5512527"/>
              <a:gd name="connsiteY11" fmla="*/ 10438 h 12001961"/>
              <a:gd name="connsiteX12" fmla="*/ 4927979 w 5512527"/>
              <a:gd name="connsiteY12" fmla="*/ 16788 h 12001961"/>
              <a:gd name="connsiteX13" fmla="*/ 5512527 w 5512527"/>
              <a:gd name="connsiteY13" fmla="*/ 601336 h 12001961"/>
              <a:gd name="connsiteX14" fmla="*/ 5512527 w 5512527"/>
              <a:gd name="connsiteY14" fmla="*/ 11417413 h 12001961"/>
              <a:gd name="connsiteX15" fmla="*/ 4927979 w 5512527"/>
              <a:gd name="connsiteY15" fmla="*/ 12001961 h 12001961"/>
              <a:gd name="connsiteX16" fmla="*/ 584548 w 5512527"/>
              <a:gd name="connsiteY16" fmla="*/ 12001961 h 12001961"/>
              <a:gd name="connsiteX17" fmla="*/ 0 w 5512527"/>
              <a:gd name="connsiteY17" fmla="*/ 11417413 h 12001961"/>
              <a:gd name="connsiteX18" fmla="*/ 0 w 5512527"/>
              <a:gd name="connsiteY18" fmla="*/ 601336 h 12001961"/>
              <a:gd name="connsiteX19" fmla="*/ 587723 w 5512527"/>
              <a:gd name="connsiteY19" fmla="*/ 7263 h 12001961"/>
              <a:gd name="connsiteX0" fmla="*/ 587723 w 5512527"/>
              <a:gd name="connsiteY0" fmla="*/ 9253 h 12003951"/>
              <a:gd name="connsiteX1" fmla="*/ 870464 w 5512527"/>
              <a:gd name="connsiteY1" fmla="*/ 2903 h 12003951"/>
              <a:gd name="connsiteX2" fmla="*/ 1177515 w 5512527"/>
              <a:gd name="connsiteY2" fmla="*/ 17518 h 12003951"/>
              <a:gd name="connsiteX3" fmla="*/ 1262697 w 5512527"/>
              <a:gd name="connsiteY3" fmla="*/ 168814 h 12003951"/>
              <a:gd name="connsiteX4" fmla="*/ 1262701 w 5512527"/>
              <a:gd name="connsiteY4" fmla="*/ 194386 h 12003951"/>
              <a:gd name="connsiteX5" fmla="*/ 1531513 w 5512527"/>
              <a:gd name="connsiteY5" fmla="*/ 456848 h 12003951"/>
              <a:gd name="connsiteX6" fmla="*/ 4005785 w 5512527"/>
              <a:gd name="connsiteY6" fmla="*/ 453673 h 12003951"/>
              <a:gd name="connsiteX7" fmla="*/ 4211195 w 5512527"/>
              <a:gd name="connsiteY7" fmla="*/ 390270 h 12003951"/>
              <a:gd name="connsiteX8" fmla="*/ 4214215 w 5512527"/>
              <a:gd name="connsiteY8" fmla="*/ 385787 h 12003951"/>
              <a:gd name="connsiteX9" fmla="*/ 4215227 w 5512527"/>
              <a:gd name="connsiteY9" fmla="*/ 384954 h 12003951"/>
              <a:gd name="connsiteX10" fmla="*/ 4278629 w 5512527"/>
              <a:gd name="connsiteY10" fmla="*/ 182720 h 12003951"/>
              <a:gd name="connsiteX11" fmla="*/ 4389833 w 5512527"/>
              <a:gd name="connsiteY11" fmla="*/ 12428 h 12003951"/>
              <a:gd name="connsiteX12" fmla="*/ 4927979 w 5512527"/>
              <a:gd name="connsiteY12" fmla="*/ 18778 h 12003951"/>
              <a:gd name="connsiteX13" fmla="*/ 5512527 w 5512527"/>
              <a:gd name="connsiteY13" fmla="*/ 603326 h 12003951"/>
              <a:gd name="connsiteX14" fmla="*/ 5512527 w 5512527"/>
              <a:gd name="connsiteY14" fmla="*/ 11419403 h 12003951"/>
              <a:gd name="connsiteX15" fmla="*/ 4927979 w 5512527"/>
              <a:gd name="connsiteY15" fmla="*/ 12003951 h 12003951"/>
              <a:gd name="connsiteX16" fmla="*/ 584548 w 5512527"/>
              <a:gd name="connsiteY16" fmla="*/ 12003951 h 12003951"/>
              <a:gd name="connsiteX17" fmla="*/ 0 w 5512527"/>
              <a:gd name="connsiteY17" fmla="*/ 11419403 h 12003951"/>
              <a:gd name="connsiteX18" fmla="*/ 0 w 5512527"/>
              <a:gd name="connsiteY18" fmla="*/ 603326 h 12003951"/>
              <a:gd name="connsiteX19" fmla="*/ 587723 w 5512527"/>
              <a:gd name="connsiteY19" fmla="*/ 9253 h 12003951"/>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15227 w 5512527"/>
              <a:gd name="connsiteY9" fmla="*/ 38339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05702 w 5512527"/>
              <a:gd name="connsiteY9" fmla="*/ 37704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78629 w 5512527"/>
              <a:gd name="connsiteY9" fmla="*/ 181162 h 12002393"/>
              <a:gd name="connsiteX10" fmla="*/ 4389833 w 5512527"/>
              <a:gd name="connsiteY10" fmla="*/ 10870 h 12002393"/>
              <a:gd name="connsiteX11" fmla="*/ 4927979 w 5512527"/>
              <a:gd name="connsiteY11" fmla="*/ 17220 h 12002393"/>
              <a:gd name="connsiteX12" fmla="*/ 5512527 w 5512527"/>
              <a:gd name="connsiteY12" fmla="*/ 601768 h 12002393"/>
              <a:gd name="connsiteX13" fmla="*/ 5512527 w 5512527"/>
              <a:gd name="connsiteY13" fmla="*/ 11417845 h 12002393"/>
              <a:gd name="connsiteX14" fmla="*/ 4927979 w 5512527"/>
              <a:gd name="connsiteY14" fmla="*/ 12002393 h 12002393"/>
              <a:gd name="connsiteX15" fmla="*/ 584548 w 5512527"/>
              <a:gd name="connsiteY15" fmla="*/ 12002393 h 12002393"/>
              <a:gd name="connsiteX16" fmla="*/ 0 w 5512527"/>
              <a:gd name="connsiteY16" fmla="*/ 11417845 h 12002393"/>
              <a:gd name="connsiteX17" fmla="*/ 0 w 5512527"/>
              <a:gd name="connsiteY17" fmla="*/ 601768 h 12002393"/>
              <a:gd name="connsiteX18" fmla="*/ 587723 w 5512527"/>
              <a:gd name="connsiteY18"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48479 w 5512527"/>
              <a:gd name="connsiteY8" fmla="*/ 216087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94504 w 5512527"/>
              <a:gd name="connsiteY8" fmla="*/ 22561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18454 w 5512527"/>
              <a:gd name="connsiteY9" fmla="*/ 45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701 w 5512527"/>
              <a:gd name="connsiteY3" fmla="*/ 19282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3175 h 11997873"/>
              <a:gd name="connsiteX1" fmla="*/ 1177515 w 5512527"/>
              <a:gd name="connsiteY1" fmla="*/ 11440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3175 h 11997873"/>
              <a:gd name="connsiteX1" fmla="*/ 1107665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5086 h 11999784"/>
              <a:gd name="connsiteX1" fmla="*/ 1107665 w 5512527"/>
              <a:gd name="connsiteY1" fmla="*/ 3826 h 11999784"/>
              <a:gd name="connsiteX2" fmla="*/ 1284926 w 5512527"/>
              <a:gd name="connsiteY2" fmla="*/ 285469 h 11999784"/>
              <a:gd name="connsiteX3" fmla="*/ 1531513 w 5512527"/>
              <a:gd name="connsiteY3" fmla="*/ 452681 h 11999784"/>
              <a:gd name="connsiteX4" fmla="*/ 4005785 w 5512527"/>
              <a:gd name="connsiteY4" fmla="*/ 449506 h 11999784"/>
              <a:gd name="connsiteX5" fmla="*/ 4214370 w 5512527"/>
              <a:gd name="connsiteY5" fmla="*/ 373403 h 11999784"/>
              <a:gd name="connsiteX6" fmla="*/ 4389833 w 5512527"/>
              <a:gd name="connsiteY6" fmla="*/ 8261 h 11999784"/>
              <a:gd name="connsiteX7" fmla="*/ 4918454 w 5512527"/>
              <a:gd name="connsiteY7" fmla="*/ 1911 h 11999784"/>
              <a:gd name="connsiteX8" fmla="*/ 5512527 w 5512527"/>
              <a:gd name="connsiteY8" fmla="*/ 599159 h 11999784"/>
              <a:gd name="connsiteX9" fmla="*/ 5512527 w 5512527"/>
              <a:gd name="connsiteY9" fmla="*/ 11415236 h 11999784"/>
              <a:gd name="connsiteX10" fmla="*/ 4927979 w 5512527"/>
              <a:gd name="connsiteY10" fmla="*/ 11999784 h 11999784"/>
              <a:gd name="connsiteX11" fmla="*/ 584548 w 5512527"/>
              <a:gd name="connsiteY11" fmla="*/ 11999784 h 11999784"/>
              <a:gd name="connsiteX12" fmla="*/ 0 w 5512527"/>
              <a:gd name="connsiteY12" fmla="*/ 11415236 h 11999784"/>
              <a:gd name="connsiteX13" fmla="*/ 0 w 5512527"/>
              <a:gd name="connsiteY13" fmla="*/ 599159 h 11999784"/>
              <a:gd name="connsiteX14" fmla="*/ 587723 w 5512527"/>
              <a:gd name="connsiteY14" fmla="*/ 5086 h 1199978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397890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8540 w 5512527"/>
              <a:gd name="connsiteY5" fmla="*/ 413481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4512 w 5512527"/>
              <a:gd name="connsiteY5" fmla="*/ 381255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8909 h 12003607"/>
              <a:gd name="connsiteX1" fmla="*/ 1107665 w 5512527"/>
              <a:gd name="connsiteY1" fmla="*/ 7649 h 12003607"/>
              <a:gd name="connsiteX2" fmla="*/ 1284926 w 5512527"/>
              <a:gd name="connsiteY2" fmla="*/ 289292 h 12003607"/>
              <a:gd name="connsiteX3" fmla="*/ 1531513 w 5512527"/>
              <a:gd name="connsiteY3" fmla="*/ 456504 h 12003607"/>
              <a:gd name="connsiteX4" fmla="*/ 4005785 w 5512527"/>
              <a:gd name="connsiteY4" fmla="*/ 453329 h 12003607"/>
              <a:gd name="connsiteX5" fmla="*/ 4234512 w 5512527"/>
              <a:gd name="connsiteY5" fmla="*/ 373198 h 12003607"/>
              <a:gd name="connsiteX6" fmla="*/ 4422059 w 5512527"/>
              <a:gd name="connsiteY6" fmla="*/ 0 h 12003607"/>
              <a:gd name="connsiteX7" fmla="*/ 4918454 w 5512527"/>
              <a:gd name="connsiteY7" fmla="*/ 5734 h 12003607"/>
              <a:gd name="connsiteX8" fmla="*/ 5512527 w 5512527"/>
              <a:gd name="connsiteY8" fmla="*/ 602982 h 12003607"/>
              <a:gd name="connsiteX9" fmla="*/ 5512527 w 5512527"/>
              <a:gd name="connsiteY9" fmla="*/ 11419059 h 12003607"/>
              <a:gd name="connsiteX10" fmla="*/ 4927979 w 5512527"/>
              <a:gd name="connsiteY10" fmla="*/ 12003607 h 12003607"/>
              <a:gd name="connsiteX11" fmla="*/ 584548 w 5512527"/>
              <a:gd name="connsiteY11" fmla="*/ 12003607 h 12003607"/>
              <a:gd name="connsiteX12" fmla="*/ 0 w 5512527"/>
              <a:gd name="connsiteY12" fmla="*/ 11419059 h 12003607"/>
              <a:gd name="connsiteX13" fmla="*/ 0 w 5512527"/>
              <a:gd name="connsiteY13" fmla="*/ 602982 h 12003607"/>
              <a:gd name="connsiteX14" fmla="*/ 587723 w 5512527"/>
              <a:gd name="connsiteY14" fmla="*/ 8909 h 1200360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7838 w 5512527"/>
              <a:gd name="connsiteY5" fmla="*/ 349513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71222 w 5512527"/>
              <a:gd name="connsiteY5" fmla="*/ 412921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59526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583 h 12010281"/>
              <a:gd name="connsiteX1" fmla="*/ 1107665 w 5512527"/>
              <a:gd name="connsiteY1" fmla="*/ 14323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15583 h 12010281"/>
              <a:gd name="connsiteX1" fmla="*/ 1104240 w 5512527"/>
              <a:gd name="connsiteY1" fmla="*/ 4049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0 h 12011822"/>
              <a:gd name="connsiteX1" fmla="*/ 1104240 w 5512527"/>
              <a:gd name="connsiteY1" fmla="*/ 5590 h 12011822"/>
              <a:gd name="connsiteX2" fmla="*/ 1284926 w 5512527"/>
              <a:gd name="connsiteY2" fmla="*/ 297507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 name="connsiteX0" fmla="*/ 587723 w 5512527"/>
              <a:gd name="connsiteY0" fmla="*/ 0 h 12011822"/>
              <a:gd name="connsiteX1" fmla="*/ 1104240 w 5512527"/>
              <a:gd name="connsiteY1" fmla="*/ 5590 h 12011822"/>
              <a:gd name="connsiteX2" fmla="*/ 1288350 w 5512527"/>
              <a:gd name="connsiteY2" fmla="*/ 280383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12527" h="12011822">
                <a:moveTo>
                  <a:pt x="587723" y="0"/>
                </a:moveTo>
                <a:lnTo>
                  <a:pt x="1104240" y="5590"/>
                </a:lnTo>
                <a:cubicBezTo>
                  <a:pt x="1258513" y="12104"/>
                  <a:pt x="1264275" y="137311"/>
                  <a:pt x="1288350" y="280383"/>
                </a:cubicBezTo>
                <a:cubicBezTo>
                  <a:pt x="1316925" y="362833"/>
                  <a:pt x="1376037" y="464719"/>
                  <a:pt x="1531513" y="464719"/>
                </a:cubicBezTo>
                <a:lnTo>
                  <a:pt x="4005785" y="461544"/>
                </a:lnTo>
                <a:cubicBezTo>
                  <a:pt x="4083521" y="461544"/>
                  <a:pt x="4174043" y="445058"/>
                  <a:pt x="4234512" y="361391"/>
                </a:cubicBezTo>
                <a:cubicBezTo>
                  <a:pt x="4291846" y="271164"/>
                  <a:pt x="4223813" y="4524"/>
                  <a:pt x="4422059" y="1541"/>
                </a:cubicBezTo>
                <a:lnTo>
                  <a:pt x="4902341" y="1865"/>
                </a:lnTo>
                <a:cubicBezTo>
                  <a:pt x="5257403" y="17978"/>
                  <a:pt x="5512527" y="288360"/>
                  <a:pt x="5512527" y="611197"/>
                </a:cubicBezTo>
                <a:lnTo>
                  <a:pt x="5512527" y="11427274"/>
                </a:lnTo>
                <a:cubicBezTo>
                  <a:pt x="5512527" y="11750111"/>
                  <a:pt x="5250815" y="12011822"/>
                  <a:pt x="4927979" y="12011822"/>
                </a:cubicBezTo>
                <a:lnTo>
                  <a:pt x="584548" y="12011822"/>
                </a:lnTo>
                <a:cubicBezTo>
                  <a:pt x="261711" y="12011822"/>
                  <a:pt x="0" y="11750111"/>
                  <a:pt x="0" y="11427274"/>
                </a:cubicBezTo>
                <a:lnTo>
                  <a:pt x="0" y="611197"/>
                </a:lnTo>
                <a:cubicBezTo>
                  <a:pt x="0" y="288360"/>
                  <a:pt x="264886" y="0"/>
                  <a:pt x="587723" y="0"/>
                </a:cubicBezTo>
                <a:close/>
              </a:path>
            </a:pathLst>
          </a:custGeom>
          <a:pattFill prst="wdUpDiag">
            <a:fgClr>
              <a:srgbClr val="FADFD9"/>
            </a:fgClr>
            <a:bgClr>
              <a:schemeClr val="bg1"/>
            </a:bgClr>
          </a:pattFill>
        </p:spPr>
        <p:txBody>
          <a:bodyPr vert="horz" wrap="square" lIns="457200" tIns="2103120" rIns="457200" bIns="45720" rtlCol="0">
            <a:noAutofit/>
          </a:bodyPr>
          <a:lstStyle>
            <a:lvl1pPr>
              <a:defRPr lang="en-US" sz="4000" dirty="0">
                <a:solidFill>
                  <a:schemeClr val="tx1"/>
                </a:solidFill>
              </a:defRPr>
            </a:lvl1pPr>
          </a:lstStyle>
          <a:p>
            <a:pPr lvl="0"/>
            <a:r>
              <a:rPr lang="en-US"/>
              <a:t>Drag and drop your iPhone X screenshot into this photo placeholder</a:t>
            </a:r>
          </a:p>
        </p:txBody>
      </p:sp>
      <p:sp>
        <p:nvSpPr>
          <p:cNvPr id="22" name="Picture Placeholder 8">
            <a:extLst>
              <a:ext uri="{FF2B5EF4-FFF2-40B4-BE49-F238E27FC236}">
                <a16:creationId xmlns:a16="http://schemas.microsoft.com/office/drawing/2014/main" id="{653B6073-5A29-3747-B65B-47B0336A4A93}"/>
              </a:ext>
              <a:ext uri="{C183D7F6-B498-43B3-948B-1728B52AA6E4}">
                <adec:decorative xmlns:adec="http://schemas.microsoft.com/office/drawing/2017/decorative" val="1"/>
              </a:ext>
            </a:extLst>
          </p:cNvPr>
          <p:cNvSpPr>
            <a:spLocks noGrp="1"/>
          </p:cNvSpPr>
          <p:nvPr>
            <p:ph type="pic" sz="quarter" idx="20" hasCustomPrompt="1"/>
          </p:nvPr>
        </p:nvSpPr>
        <p:spPr>
          <a:xfrm>
            <a:off x="20116032" y="1219716"/>
            <a:ext cx="5578528" cy="11460480"/>
          </a:xfrm>
          <a:custGeom>
            <a:avLst/>
            <a:gdLst>
              <a:gd name="connsiteX0" fmla="*/ 497476 w 5570220"/>
              <a:gd name="connsiteY0" fmla="*/ 0 h 11460480"/>
              <a:gd name="connsiteX1" fmla="*/ 5072744 w 5570220"/>
              <a:gd name="connsiteY1" fmla="*/ 0 h 11460480"/>
              <a:gd name="connsiteX2" fmla="*/ 5570220 w 5570220"/>
              <a:gd name="connsiteY2" fmla="*/ 497476 h 11460480"/>
              <a:gd name="connsiteX3" fmla="*/ 5570220 w 5570220"/>
              <a:gd name="connsiteY3" fmla="*/ 10963004 h 11460480"/>
              <a:gd name="connsiteX4" fmla="*/ 5072744 w 5570220"/>
              <a:gd name="connsiteY4" fmla="*/ 11460480 h 11460480"/>
              <a:gd name="connsiteX5" fmla="*/ 497476 w 5570220"/>
              <a:gd name="connsiteY5" fmla="*/ 11460480 h 11460480"/>
              <a:gd name="connsiteX6" fmla="*/ 0 w 5570220"/>
              <a:gd name="connsiteY6" fmla="*/ 10963004 h 11460480"/>
              <a:gd name="connsiteX7" fmla="*/ 0 w 5570220"/>
              <a:gd name="connsiteY7" fmla="*/ 497476 h 11460480"/>
              <a:gd name="connsiteX8" fmla="*/ 497476 w 5570220"/>
              <a:gd name="connsiteY8" fmla="*/ 0 h 1146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70220" h="11460480">
                <a:moveTo>
                  <a:pt x="497476" y="0"/>
                </a:moveTo>
                <a:lnTo>
                  <a:pt x="5072744" y="0"/>
                </a:lnTo>
                <a:cubicBezTo>
                  <a:pt x="5347492" y="0"/>
                  <a:pt x="5570220" y="222728"/>
                  <a:pt x="5570220" y="497476"/>
                </a:cubicBezTo>
                <a:lnTo>
                  <a:pt x="5570220" y="10963004"/>
                </a:lnTo>
                <a:cubicBezTo>
                  <a:pt x="5570220" y="11237752"/>
                  <a:pt x="5347492" y="11460480"/>
                  <a:pt x="5072744" y="11460480"/>
                </a:cubicBezTo>
                <a:lnTo>
                  <a:pt x="497476" y="11460480"/>
                </a:lnTo>
                <a:cubicBezTo>
                  <a:pt x="222728" y="11460480"/>
                  <a:pt x="0" y="11237752"/>
                  <a:pt x="0" y="10963004"/>
                </a:cubicBezTo>
                <a:lnTo>
                  <a:pt x="0" y="497476"/>
                </a:lnTo>
                <a:cubicBezTo>
                  <a:pt x="0" y="222728"/>
                  <a:pt x="222728" y="0"/>
                  <a:pt x="497476" y="0"/>
                </a:cubicBezTo>
                <a:close/>
              </a:path>
            </a:pathLst>
          </a:custGeom>
          <a:pattFill prst="wdUpDiag">
            <a:fgClr>
              <a:srgbClr val="FADFD9"/>
            </a:fgClr>
            <a:bgClr>
              <a:schemeClr val="bg1"/>
            </a:bgClr>
          </a:pattFill>
        </p:spPr>
        <p:txBody>
          <a:bodyPr wrap="square" lIns="457200" tIns="2103120" rIns="457200">
            <a:noAutofit/>
          </a:bodyPr>
          <a:lstStyle>
            <a:lvl1pPr marL="0" indent="0" algn="l">
              <a:buNone/>
              <a:defRPr sz="4000">
                <a:solidFill>
                  <a:schemeClr val="tx1"/>
                </a:solidFill>
              </a:defRPr>
            </a:lvl1pPr>
          </a:lstStyle>
          <a:p>
            <a:r>
              <a:rPr lang="en-US"/>
              <a:t>Drag and drop your Samsung screenshot into this photo placeholder</a:t>
            </a:r>
          </a:p>
        </p:txBody>
      </p:sp>
      <p:pic>
        <p:nvPicPr>
          <p:cNvPr id="9" name="Picture 8">
            <a:extLst>
              <a:ext uri="{FF2B5EF4-FFF2-40B4-BE49-F238E27FC236}">
                <a16:creationId xmlns:a16="http://schemas.microsoft.com/office/drawing/2014/main" id="{C0D8ECCC-F9E6-9242-8D34-3B4FCC0F7761}"/>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25588" y="11700946"/>
            <a:ext cx="1940677" cy="491056"/>
          </a:xfrm>
          <a:prstGeom prst="rect">
            <a:avLst/>
          </a:prstGeom>
        </p:spPr>
      </p:pic>
    </p:spTree>
    <p:extLst>
      <p:ext uri="{BB962C8B-B14F-4D97-AF65-F5344CB8AC3E}">
        <p14:creationId xmlns:p14="http://schemas.microsoft.com/office/powerpoint/2010/main" val="2856972977"/>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title + iphone x + macbook air">
    <p:bg>
      <p:bgPr>
        <a:solidFill>
          <a:schemeClr val="bg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FE5BDD6C-9423-9D42-94BC-F7C9FF19086A}"/>
              </a:ext>
              <a:ext uri="{C183D7F6-B498-43B3-948B-1728B52AA6E4}">
                <adec:decorative xmlns:adec="http://schemas.microsoft.com/office/drawing/2017/decorative" val="1"/>
              </a:ext>
            </a:extLst>
          </p:cNvPr>
          <p:cNvSpPr/>
          <p:nvPr/>
        </p:nvSpPr>
        <p:spPr>
          <a:xfrm>
            <a:off x="1" y="2"/>
            <a:ext cx="16440006" cy="13716000"/>
          </a:xfrm>
          <a:custGeom>
            <a:avLst/>
            <a:gdLst>
              <a:gd name="connsiteX0" fmla="*/ 0 w 16440007"/>
              <a:gd name="connsiteY0" fmla="*/ 0 h 13715999"/>
              <a:gd name="connsiteX1" fmla="*/ 14694637 w 16440007"/>
              <a:gd name="connsiteY1" fmla="*/ 0 h 13715999"/>
              <a:gd name="connsiteX2" fmla="*/ 14710471 w 16440007"/>
              <a:gd name="connsiteY2" fmla="*/ 27538 h 13715999"/>
              <a:gd name="connsiteX3" fmla="*/ 16440007 w 16440007"/>
              <a:gd name="connsiteY3" fmla="*/ 6857999 h 13715999"/>
              <a:gd name="connsiteX4" fmla="*/ 14710471 w 16440007"/>
              <a:gd name="connsiteY4" fmla="*/ 13688459 h 13715999"/>
              <a:gd name="connsiteX5" fmla="*/ 14694636 w 16440007"/>
              <a:gd name="connsiteY5" fmla="*/ 13715999 h 13715999"/>
              <a:gd name="connsiteX6" fmla="*/ 0 w 16440007"/>
              <a:gd name="connsiteY6" fmla="*/ 13715999 h 13715999"/>
              <a:gd name="connsiteX7" fmla="*/ 0 w 16440007"/>
              <a:gd name="connsiteY7" fmla="*/ 0 h 1371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40007" h="13715999">
                <a:moveTo>
                  <a:pt x="0" y="0"/>
                </a:moveTo>
                <a:lnTo>
                  <a:pt x="14694637" y="0"/>
                </a:lnTo>
                <a:lnTo>
                  <a:pt x="14710471" y="27538"/>
                </a:lnTo>
                <a:cubicBezTo>
                  <a:pt x="15813473" y="2057983"/>
                  <a:pt x="16440007" y="4384824"/>
                  <a:pt x="16440007" y="6857999"/>
                </a:cubicBezTo>
                <a:cubicBezTo>
                  <a:pt x="16440007" y="9331174"/>
                  <a:pt x="15813474" y="11658015"/>
                  <a:pt x="14710471" y="13688459"/>
                </a:cubicBezTo>
                <a:lnTo>
                  <a:pt x="14694636" y="13715999"/>
                </a:lnTo>
                <a:lnTo>
                  <a:pt x="0" y="13715999"/>
                </a:lnTo>
                <a:lnTo>
                  <a:pt x="0" y="0"/>
                </a:ln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080"/>
            <a:endParaRPr lang="en-US" sz="7998">
              <a:solidFill>
                <a:srgbClr val="FFFFFF"/>
              </a:solidFill>
              <a:latin typeface="Calibri" panose="020F0502020204030204"/>
            </a:endParaRPr>
          </a:p>
        </p:txBody>
      </p:sp>
      <p:sp>
        <p:nvSpPr>
          <p:cNvPr id="12" name="Title 4">
            <a:extLst>
              <a:ext uri="{FF2B5EF4-FFF2-40B4-BE49-F238E27FC236}">
                <a16:creationId xmlns:a16="http://schemas.microsoft.com/office/drawing/2014/main" id="{94CEF34F-035A-2548-AFC6-14115402624F}"/>
              </a:ext>
            </a:extLst>
          </p:cNvPr>
          <p:cNvSpPr>
            <a:spLocks noGrp="1"/>
          </p:cNvSpPr>
          <p:nvPr>
            <p:ph type="title" hasCustomPrompt="1"/>
          </p:nvPr>
        </p:nvSpPr>
        <p:spPr>
          <a:xfrm>
            <a:off x="1491299" y="4206240"/>
            <a:ext cx="8910002" cy="5349240"/>
          </a:xfrm>
        </p:spPr>
        <p:txBody>
          <a:bodyPr anchor="ctr" anchorCtr="0"/>
          <a:lstStyle>
            <a:lvl1pPr>
              <a:defRPr lang="en-US" sz="13798" kern="1200" baseline="0" smtClean="0">
                <a:solidFill>
                  <a:schemeClr val="accent2"/>
                </a:solidFill>
                <a:latin typeface="Community Light" panose="02000303040000020003" pitchFamily="2" charset="0"/>
                <a:ea typeface="+mn-ea"/>
                <a:cs typeface="+mn-cs"/>
              </a:defRPr>
            </a:lvl1pPr>
          </a:lstStyle>
          <a:p>
            <a:r>
              <a:rPr lang="en-US"/>
              <a:t>Enter slide title here</a:t>
            </a:r>
          </a:p>
        </p:txBody>
      </p:sp>
      <p:pic>
        <p:nvPicPr>
          <p:cNvPr id="9" name="Picture 8">
            <a:extLst>
              <a:ext uri="{FF2B5EF4-FFF2-40B4-BE49-F238E27FC236}">
                <a16:creationId xmlns:a16="http://schemas.microsoft.com/office/drawing/2014/main" id="{ED253D5F-252B-FB4C-9E6F-158170B5261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6276961" y="447676"/>
            <a:ext cx="23134308" cy="12790604"/>
          </a:xfrm>
          <a:prstGeom prst="rect">
            <a:avLst/>
          </a:prstGeom>
        </p:spPr>
      </p:pic>
      <p:sp>
        <p:nvSpPr>
          <p:cNvPr id="10" name="Picture Placeholder 5">
            <a:extLst>
              <a:ext uri="{FF2B5EF4-FFF2-40B4-BE49-F238E27FC236}">
                <a16:creationId xmlns:a16="http://schemas.microsoft.com/office/drawing/2014/main" id="{1C633728-34FD-A340-BE18-A7F691D80D8A}"/>
              </a:ext>
              <a:ext uri="{C183D7F6-B498-43B3-948B-1728B52AA6E4}">
                <adec:decorative xmlns:adec="http://schemas.microsoft.com/office/drawing/2017/decorative" val="1"/>
              </a:ext>
            </a:extLst>
          </p:cNvPr>
          <p:cNvSpPr>
            <a:spLocks noGrp="1"/>
          </p:cNvSpPr>
          <p:nvPr>
            <p:ph type="pic" sz="quarter" idx="18" hasCustomPrompt="1"/>
          </p:nvPr>
        </p:nvSpPr>
        <p:spPr>
          <a:xfrm>
            <a:off x="19295313" y="1324973"/>
            <a:ext cx="17121703" cy="10267730"/>
          </a:xfrm>
          <a:pattFill prst="wdUpDiag">
            <a:fgClr>
              <a:srgbClr val="FADFD9"/>
            </a:fgClr>
            <a:bgClr>
              <a:schemeClr val="bg1"/>
            </a:bgClr>
          </a:pattFill>
        </p:spPr>
        <p:txBody>
          <a:bodyPr lIns="914400" tIns="1463040" rIns="914400">
            <a:normAutofit/>
          </a:bodyPr>
          <a:lstStyle>
            <a:lvl1pPr marL="0" indent="0" algn="ctr">
              <a:buNone/>
              <a:defRPr sz="3600">
                <a:solidFill>
                  <a:schemeClr val="tx1"/>
                </a:solidFill>
              </a:defRPr>
            </a:lvl1pPr>
          </a:lstStyle>
          <a:p>
            <a:r>
              <a:rPr lang="en-US"/>
              <a:t>Drag and drop your screenshot into</a:t>
            </a:r>
          </a:p>
          <a:p>
            <a:r>
              <a:rPr lang="en-US"/>
              <a:t>this photo placeholder</a:t>
            </a:r>
          </a:p>
        </p:txBody>
      </p:sp>
      <p:sp>
        <p:nvSpPr>
          <p:cNvPr id="15" name="Folded Corner 14">
            <a:extLst>
              <a:ext uri="{FF2B5EF4-FFF2-40B4-BE49-F238E27FC236}">
                <a16:creationId xmlns:a16="http://schemas.microsoft.com/office/drawing/2014/main" id="{FD7B4F82-4E1D-7542-B680-BDA95FA50734}"/>
              </a:ext>
              <a:ext uri="{C183D7F6-B498-43B3-948B-1728B52AA6E4}">
                <adec:decorative xmlns:adec="http://schemas.microsoft.com/office/drawing/2017/decorative" val="1"/>
              </a:ext>
            </a:extLst>
          </p:cNvPr>
          <p:cNvSpPr/>
          <p:nvPr/>
        </p:nvSpPr>
        <p:spPr>
          <a:xfrm>
            <a:off x="-2" y="-2743200"/>
            <a:ext cx="9374188" cy="21590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iOS and laptop screenshots.</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a:t>
            </a:r>
            <a:r>
              <a:rPr lang="en-US" sz="2400">
                <a:solidFill>
                  <a:schemeClr val="tx1"/>
                </a:solidFill>
                <a:latin typeface="Source Sans Pro" panose="020B0503030403020204" pitchFamily="34" charset="77"/>
                <a:ea typeface="Source Sans Pro" charset="0"/>
                <a:cs typeface="Arial" panose="020B0604020202020204" pitchFamily="34" charset="0"/>
              </a:rPr>
              <a:t>Drag and drop mobile or laptop screenshots into the matching device. This is a cover slide, so make your screenshots impactful.</a:t>
            </a:r>
          </a:p>
        </p:txBody>
      </p:sp>
      <p:pic>
        <p:nvPicPr>
          <p:cNvPr id="19" name="phone">
            <a:extLst>
              <a:ext uri="{FF2B5EF4-FFF2-40B4-BE49-F238E27FC236}">
                <a16:creationId xmlns:a16="http://schemas.microsoft.com/office/drawing/2014/main" id="{F7601B2C-8388-5449-98D1-30222DEF065B}"/>
              </a:ext>
              <a:ext uri="{C183D7F6-B498-43B3-948B-1728B52AA6E4}">
                <adec:decorative xmlns:adec="http://schemas.microsoft.com/office/drawing/2017/decorative" val="1"/>
              </a:ext>
            </a:extLst>
          </p:cNvPr>
          <p:cNvPicPr>
            <a:picLocks noChangeAspect="1"/>
          </p:cNvPicPr>
          <p:nvPr/>
        </p:nvPicPr>
        <p:blipFill>
          <a:blip r:embed="rId3">
            <a:lum bright="28000"/>
          </a:blip>
          <a:stretch>
            <a:fillRect/>
          </a:stretch>
        </p:blipFill>
        <p:spPr>
          <a:xfrm>
            <a:off x="12856396" y="2365959"/>
            <a:ext cx="5131568" cy="10707358"/>
          </a:xfrm>
          <a:prstGeom prst="rect">
            <a:avLst/>
          </a:prstGeom>
        </p:spPr>
      </p:pic>
      <p:sp>
        <p:nvSpPr>
          <p:cNvPr id="20" name="Picture Placeholder 6">
            <a:extLst>
              <a:ext uri="{FF2B5EF4-FFF2-40B4-BE49-F238E27FC236}">
                <a16:creationId xmlns:a16="http://schemas.microsoft.com/office/drawing/2014/main" id="{8D74EEA5-D294-414B-BB1A-F6B7538A2CE2}"/>
              </a:ext>
              <a:ext uri="{C183D7F6-B498-43B3-948B-1728B52AA6E4}">
                <adec:decorative xmlns:adec="http://schemas.microsoft.com/office/drawing/2017/decorative" val="1"/>
              </a:ext>
            </a:extLst>
          </p:cNvPr>
          <p:cNvSpPr>
            <a:spLocks noGrp="1"/>
          </p:cNvSpPr>
          <p:nvPr>
            <p:ph type="pic" sz="quarter" idx="19" hasCustomPrompt="1"/>
          </p:nvPr>
        </p:nvSpPr>
        <p:spPr>
          <a:xfrm>
            <a:off x="13036458" y="2493792"/>
            <a:ext cx="4777124" cy="10409376"/>
          </a:xfrm>
          <a:custGeom>
            <a:avLst/>
            <a:gdLst>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297683 w 5512527"/>
              <a:gd name="connsiteY18" fmla="*/ 160595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46021 w 5512527"/>
              <a:gd name="connsiteY18" fmla="*/ 144482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96183 w 5512527"/>
              <a:gd name="connsiteY17" fmla="*/ 0 h 11985173"/>
              <a:gd name="connsiteX18" fmla="*/ 4927979 w 5512527"/>
              <a:gd name="connsiteY18" fmla="*/ 0 h 11985173"/>
              <a:gd name="connsiteX19" fmla="*/ 5512527 w 5512527"/>
              <a:gd name="connsiteY19" fmla="*/ 584548 h 11985173"/>
              <a:gd name="connsiteX20" fmla="*/ 5512527 w 5512527"/>
              <a:gd name="connsiteY20" fmla="*/ 11400625 h 11985173"/>
              <a:gd name="connsiteX21" fmla="*/ 4927979 w 5512527"/>
              <a:gd name="connsiteY21" fmla="*/ 11985173 h 11985173"/>
              <a:gd name="connsiteX22" fmla="*/ 584548 w 5512527"/>
              <a:gd name="connsiteY22" fmla="*/ 11985173 h 11985173"/>
              <a:gd name="connsiteX23" fmla="*/ 0 w 5512527"/>
              <a:gd name="connsiteY23" fmla="*/ 11400625 h 11985173"/>
              <a:gd name="connsiteX24" fmla="*/ 0 w 5512527"/>
              <a:gd name="connsiteY24" fmla="*/ 584548 h 11985173"/>
              <a:gd name="connsiteX25" fmla="*/ 584548 w 5512527"/>
              <a:gd name="connsiteY25" fmla="*/ 0 h 119851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12135 w 5512527"/>
              <a:gd name="connsiteY12" fmla="*/ 46029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333881 w 5512527"/>
              <a:gd name="connsiteY9" fmla="*/ 124570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77515 w 5512527"/>
              <a:gd name="connsiteY7" fmla="*/ 50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20100 h 12005273"/>
              <a:gd name="connsiteX1" fmla="*/ 867289 w 5512527"/>
              <a:gd name="connsiteY1" fmla="*/ 20100 h 12005273"/>
              <a:gd name="connsiteX2" fmla="*/ 872596 w 5512527"/>
              <a:gd name="connsiteY2" fmla="*/ 21807 h 12005273"/>
              <a:gd name="connsiteX3" fmla="*/ 957894 w 5512527"/>
              <a:gd name="connsiteY3" fmla="*/ 20887 h 12005273"/>
              <a:gd name="connsiteX4" fmla="*/ 981310 w 5512527"/>
              <a:gd name="connsiteY4" fmla="*/ 20100 h 12005273"/>
              <a:gd name="connsiteX5" fmla="*/ 1099734 w 5512527"/>
              <a:gd name="connsiteY5" fmla="*/ 20100 h 12005273"/>
              <a:gd name="connsiteX6" fmla="*/ 1134631 w 5512527"/>
              <a:gd name="connsiteY6" fmla="*/ 0 h 12005273"/>
              <a:gd name="connsiteX7" fmla="*/ 1177515 w 5512527"/>
              <a:gd name="connsiteY7" fmla="*/ 18840 h 12005273"/>
              <a:gd name="connsiteX8" fmla="*/ 1262697 w 5512527"/>
              <a:gd name="connsiteY8" fmla="*/ 170136 h 12005273"/>
              <a:gd name="connsiteX9" fmla="*/ 1262701 w 5512527"/>
              <a:gd name="connsiteY9" fmla="*/ 195708 h 12005273"/>
              <a:gd name="connsiteX10" fmla="*/ 1531513 w 5512527"/>
              <a:gd name="connsiteY10" fmla="*/ 458170 h 12005273"/>
              <a:gd name="connsiteX11" fmla="*/ 4005785 w 5512527"/>
              <a:gd name="connsiteY11" fmla="*/ 454995 h 12005273"/>
              <a:gd name="connsiteX12" fmla="*/ 4211195 w 5512527"/>
              <a:gd name="connsiteY12" fmla="*/ 391592 h 12005273"/>
              <a:gd name="connsiteX13" fmla="*/ 4214215 w 5512527"/>
              <a:gd name="connsiteY13" fmla="*/ 387109 h 12005273"/>
              <a:gd name="connsiteX14" fmla="*/ 4215227 w 5512527"/>
              <a:gd name="connsiteY14" fmla="*/ 386276 h 12005273"/>
              <a:gd name="connsiteX15" fmla="*/ 4278629 w 5512527"/>
              <a:gd name="connsiteY15" fmla="*/ 184042 h 12005273"/>
              <a:gd name="connsiteX16" fmla="*/ 4389833 w 5512527"/>
              <a:gd name="connsiteY16" fmla="*/ 13750 h 12005273"/>
              <a:gd name="connsiteX17" fmla="*/ 4927979 w 5512527"/>
              <a:gd name="connsiteY17" fmla="*/ 20100 h 12005273"/>
              <a:gd name="connsiteX18" fmla="*/ 5512527 w 5512527"/>
              <a:gd name="connsiteY18" fmla="*/ 604648 h 12005273"/>
              <a:gd name="connsiteX19" fmla="*/ 5512527 w 5512527"/>
              <a:gd name="connsiteY19" fmla="*/ 11420725 h 12005273"/>
              <a:gd name="connsiteX20" fmla="*/ 4927979 w 5512527"/>
              <a:gd name="connsiteY20" fmla="*/ 12005273 h 12005273"/>
              <a:gd name="connsiteX21" fmla="*/ 584548 w 5512527"/>
              <a:gd name="connsiteY21" fmla="*/ 12005273 h 12005273"/>
              <a:gd name="connsiteX22" fmla="*/ 0 w 5512527"/>
              <a:gd name="connsiteY22" fmla="*/ 11420725 h 12005273"/>
              <a:gd name="connsiteX23" fmla="*/ 0 w 5512527"/>
              <a:gd name="connsiteY23" fmla="*/ 604648 h 12005273"/>
              <a:gd name="connsiteX24" fmla="*/ 584548 w 5512527"/>
              <a:gd name="connsiteY24" fmla="*/ 20100 h 120052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77515 w 5512527"/>
              <a:gd name="connsiteY6" fmla="*/ 5090 h 11991523"/>
              <a:gd name="connsiteX7" fmla="*/ 1262697 w 5512527"/>
              <a:gd name="connsiteY7" fmla="*/ 156386 h 11991523"/>
              <a:gd name="connsiteX8" fmla="*/ 1262701 w 5512527"/>
              <a:gd name="connsiteY8" fmla="*/ 181958 h 11991523"/>
              <a:gd name="connsiteX9" fmla="*/ 1531513 w 5512527"/>
              <a:gd name="connsiteY9" fmla="*/ 444420 h 11991523"/>
              <a:gd name="connsiteX10" fmla="*/ 4005785 w 5512527"/>
              <a:gd name="connsiteY10" fmla="*/ 441245 h 11991523"/>
              <a:gd name="connsiteX11" fmla="*/ 4211195 w 5512527"/>
              <a:gd name="connsiteY11" fmla="*/ 377842 h 11991523"/>
              <a:gd name="connsiteX12" fmla="*/ 4214215 w 5512527"/>
              <a:gd name="connsiteY12" fmla="*/ 373359 h 11991523"/>
              <a:gd name="connsiteX13" fmla="*/ 4215227 w 5512527"/>
              <a:gd name="connsiteY13" fmla="*/ 372526 h 11991523"/>
              <a:gd name="connsiteX14" fmla="*/ 4278629 w 5512527"/>
              <a:gd name="connsiteY14" fmla="*/ 170292 h 11991523"/>
              <a:gd name="connsiteX15" fmla="*/ 4389833 w 5512527"/>
              <a:gd name="connsiteY15" fmla="*/ 0 h 11991523"/>
              <a:gd name="connsiteX16" fmla="*/ 4927979 w 5512527"/>
              <a:gd name="connsiteY16" fmla="*/ 6350 h 11991523"/>
              <a:gd name="connsiteX17" fmla="*/ 5512527 w 5512527"/>
              <a:gd name="connsiteY17" fmla="*/ 590898 h 11991523"/>
              <a:gd name="connsiteX18" fmla="*/ 5512527 w 5512527"/>
              <a:gd name="connsiteY18" fmla="*/ 11406975 h 11991523"/>
              <a:gd name="connsiteX19" fmla="*/ 4927979 w 5512527"/>
              <a:gd name="connsiteY19" fmla="*/ 11991523 h 11991523"/>
              <a:gd name="connsiteX20" fmla="*/ 584548 w 5512527"/>
              <a:gd name="connsiteY20" fmla="*/ 11991523 h 11991523"/>
              <a:gd name="connsiteX21" fmla="*/ 0 w 5512527"/>
              <a:gd name="connsiteY21" fmla="*/ 11406975 h 11991523"/>
              <a:gd name="connsiteX22" fmla="*/ 0 w 5512527"/>
              <a:gd name="connsiteY22" fmla="*/ 590898 h 11991523"/>
              <a:gd name="connsiteX23" fmla="*/ 584548 w 5512527"/>
              <a:gd name="connsiteY23"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177515 w 5512527"/>
              <a:gd name="connsiteY5" fmla="*/ 5090 h 11991523"/>
              <a:gd name="connsiteX6" fmla="*/ 1262697 w 5512527"/>
              <a:gd name="connsiteY6" fmla="*/ 156386 h 11991523"/>
              <a:gd name="connsiteX7" fmla="*/ 1262701 w 5512527"/>
              <a:gd name="connsiteY7" fmla="*/ 181958 h 11991523"/>
              <a:gd name="connsiteX8" fmla="*/ 1531513 w 5512527"/>
              <a:gd name="connsiteY8" fmla="*/ 444420 h 11991523"/>
              <a:gd name="connsiteX9" fmla="*/ 4005785 w 5512527"/>
              <a:gd name="connsiteY9" fmla="*/ 441245 h 11991523"/>
              <a:gd name="connsiteX10" fmla="*/ 4211195 w 5512527"/>
              <a:gd name="connsiteY10" fmla="*/ 377842 h 11991523"/>
              <a:gd name="connsiteX11" fmla="*/ 4214215 w 5512527"/>
              <a:gd name="connsiteY11" fmla="*/ 373359 h 11991523"/>
              <a:gd name="connsiteX12" fmla="*/ 4215227 w 5512527"/>
              <a:gd name="connsiteY12" fmla="*/ 372526 h 11991523"/>
              <a:gd name="connsiteX13" fmla="*/ 4278629 w 5512527"/>
              <a:gd name="connsiteY13" fmla="*/ 170292 h 11991523"/>
              <a:gd name="connsiteX14" fmla="*/ 4389833 w 5512527"/>
              <a:gd name="connsiteY14" fmla="*/ 0 h 11991523"/>
              <a:gd name="connsiteX15" fmla="*/ 4927979 w 5512527"/>
              <a:gd name="connsiteY15" fmla="*/ 6350 h 11991523"/>
              <a:gd name="connsiteX16" fmla="*/ 5512527 w 5512527"/>
              <a:gd name="connsiteY16" fmla="*/ 590898 h 11991523"/>
              <a:gd name="connsiteX17" fmla="*/ 5512527 w 5512527"/>
              <a:gd name="connsiteY17" fmla="*/ 11406975 h 11991523"/>
              <a:gd name="connsiteX18" fmla="*/ 4927979 w 5512527"/>
              <a:gd name="connsiteY18" fmla="*/ 11991523 h 11991523"/>
              <a:gd name="connsiteX19" fmla="*/ 584548 w 5512527"/>
              <a:gd name="connsiteY19" fmla="*/ 11991523 h 11991523"/>
              <a:gd name="connsiteX20" fmla="*/ 0 w 5512527"/>
              <a:gd name="connsiteY20" fmla="*/ 11406975 h 11991523"/>
              <a:gd name="connsiteX21" fmla="*/ 0 w 5512527"/>
              <a:gd name="connsiteY21" fmla="*/ 590898 h 11991523"/>
              <a:gd name="connsiteX22" fmla="*/ 584548 w 5512527"/>
              <a:gd name="connsiteY22"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1177515 w 5512527"/>
              <a:gd name="connsiteY4" fmla="*/ 5090 h 11991523"/>
              <a:gd name="connsiteX5" fmla="*/ 1262697 w 5512527"/>
              <a:gd name="connsiteY5" fmla="*/ 156386 h 11991523"/>
              <a:gd name="connsiteX6" fmla="*/ 1262701 w 5512527"/>
              <a:gd name="connsiteY6" fmla="*/ 181958 h 11991523"/>
              <a:gd name="connsiteX7" fmla="*/ 1531513 w 5512527"/>
              <a:gd name="connsiteY7" fmla="*/ 444420 h 11991523"/>
              <a:gd name="connsiteX8" fmla="*/ 4005785 w 5512527"/>
              <a:gd name="connsiteY8" fmla="*/ 441245 h 11991523"/>
              <a:gd name="connsiteX9" fmla="*/ 4211195 w 5512527"/>
              <a:gd name="connsiteY9" fmla="*/ 377842 h 11991523"/>
              <a:gd name="connsiteX10" fmla="*/ 4214215 w 5512527"/>
              <a:gd name="connsiteY10" fmla="*/ 373359 h 11991523"/>
              <a:gd name="connsiteX11" fmla="*/ 4215227 w 5512527"/>
              <a:gd name="connsiteY11" fmla="*/ 372526 h 11991523"/>
              <a:gd name="connsiteX12" fmla="*/ 4278629 w 5512527"/>
              <a:gd name="connsiteY12" fmla="*/ 170292 h 11991523"/>
              <a:gd name="connsiteX13" fmla="*/ 4389833 w 5512527"/>
              <a:gd name="connsiteY13" fmla="*/ 0 h 11991523"/>
              <a:gd name="connsiteX14" fmla="*/ 4927979 w 5512527"/>
              <a:gd name="connsiteY14" fmla="*/ 6350 h 11991523"/>
              <a:gd name="connsiteX15" fmla="*/ 5512527 w 5512527"/>
              <a:gd name="connsiteY15" fmla="*/ 590898 h 11991523"/>
              <a:gd name="connsiteX16" fmla="*/ 5512527 w 5512527"/>
              <a:gd name="connsiteY16" fmla="*/ 11406975 h 11991523"/>
              <a:gd name="connsiteX17" fmla="*/ 4927979 w 5512527"/>
              <a:gd name="connsiteY17" fmla="*/ 11991523 h 11991523"/>
              <a:gd name="connsiteX18" fmla="*/ 584548 w 5512527"/>
              <a:gd name="connsiteY18" fmla="*/ 11991523 h 11991523"/>
              <a:gd name="connsiteX19" fmla="*/ 0 w 5512527"/>
              <a:gd name="connsiteY19" fmla="*/ 11406975 h 11991523"/>
              <a:gd name="connsiteX20" fmla="*/ 0 w 5512527"/>
              <a:gd name="connsiteY20" fmla="*/ 590898 h 11991523"/>
              <a:gd name="connsiteX21" fmla="*/ 584548 w 5512527"/>
              <a:gd name="connsiteY21" fmla="*/ 6350 h 11991523"/>
              <a:gd name="connsiteX0" fmla="*/ 584548 w 5512527"/>
              <a:gd name="connsiteY0" fmla="*/ 6350 h 11991523"/>
              <a:gd name="connsiteX1" fmla="*/ 867289 w 5512527"/>
              <a:gd name="connsiteY1" fmla="*/ 6350 h 11991523"/>
              <a:gd name="connsiteX2" fmla="*/ 957894 w 5512527"/>
              <a:gd name="connsiteY2" fmla="*/ 7137 h 11991523"/>
              <a:gd name="connsiteX3" fmla="*/ 1177515 w 5512527"/>
              <a:gd name="connsiteY3" fmla="*/ 5090 h 11991523"/>
              <a:gd name="connsiteX4" fmla="*/ 1262697 w 5512527"/>
              <a:gd name="connsiteY4" fmla="*/ 156386 h 11991523"/>
              <a:gd name="connsiteX5" fmla="*/ 1262701 w 5512527"/>
              <a:gd name="connsiteY5" fmla="*/ 181958 h 11991523"/>
              <a:gd name="connsiteX6" fmla="*/ 1531513 w 5512527"/>
              <a:gd name="connsiteY6" fmla="*/ 444420 h 11991523"/>
              <a:gd name="connsiteX7" fmla="*/ 4005785 w 5512527"/>
              <a:gd name="connsiteY7" fmla="*/ 441245 h 11991523"/>
              <a:gd name="connsiteX8" fmla="*/ 4211195 w 5512527"/>
              <a:gd name="connsiteY8" fmla="*/ 377842 h 11991523"/>
              <a:gd name="connsiteX9" fmla="*/ 4214215 w 5512527"/>
              <a:gd name="connsiteY9" fmla="*/ 373359 h 11991523"/>
              <a:gd name="connsiteX10" fmla="*/ 4215227 w 5512527"/>
              <a:gd name="connsiteY10" fmla="*/ 372526 h 11991523"/>
              <a:gd name="connsiteX11" fmla="*/ 4278629 w 5512527"/>
              <a:gd name="connsiteY11" fmla="*/ 170292 h 11991523"/>
              <a:gd name="connsiteX12" fmla="*/ 4389833 w 5512527"/>
              <a:gd name="connsiteY12" fmla="*/ 0 h 11991523"/>
              <a:gd name="connsiteX13" fmla="*/ 4927979 w 5512527"/>
              <a:gd name="connsiteY13" fmla="*/ 6350 h 11991523"/>
              <a:gd name="connsiteX14" fmla="*/ 5512527 w 5512527"/>
              <a:gd name="connsiteY14" fmla="*/ 590898 h 11991523"/>
              <a:gd name="connsiteX15" fmla="*/ 5512527 w 5512527"/>
              <a:gd name="connsiteY15" fmla="*/ 11406975 h 11991523"/>
              <a:gd name="connsiteX16" fmla="*/ 4927979 w 5512527"/>
              <a:gd name="connsiteY16" fmla="*/ 11991523 h 11991523"/>
              <a:gd name="connsiteX17" fmla="*/ 584548 w 5512527"/>
              <a:gd name="connsiteY17" fmla="*/ 11991523 h 11991523"/>
              <a:gd name="connsiteX18" fmla="*/ 0 w 5512527"/>
              <a:gd name="connsiteY18" fmla="*/ 11406975 h 11991523"/>
              <a:gd name="connsiteX19" fmla="*/ 0 w 5512527"/>
              <a:gd name="connsiteY19" fmla="*/ 590898 h 11991523"/>
              <a:gd name="connsiteX20" fmla="*/ 584548 w 5512527"/>
              <a:gd name="connsiteY20" fmla="*/ 6350 h 11991523"/>
              <a:gd name="connsiteX0" fmla="*/ 584548 w 5512527"/>
              <a:gd name="connsiteY0" fmla="*/ 11913 h 11997086"/>
              <a:gd name="connsiteX1" fmla="*/ 867289 w 5512527"/>
              <a:gd name="connsiteY1" fmla="*/ 11913 h 11997086"/>
              <a:gd name="connsiteX2" fmla="*/ 961069 w 5512527"/>
              <a:gd name="connsiteY2" fmla="*/ 0 h 11997086"/>
              <a:gd name="connsiteX3" fmla="*/ 1177515 w 5512527"/>
              <a:gd name="connsiteY3" fmla="*/ 10653 h 11997086"/>
              <a:gd name="connsiteX4" fmla="*/ 1262697 w 5512527"/>
              <a:gd name="connsiteY4" fmla="*/ 161949 h 11997086"/>
              <a:gd name="connsiteX5" fmla="*/ 1262701 w 5512527"/>
              <a:gd name="connsiteY5" fmla="*/ 187521 h 11997086"/>
              <a:gd name="connsiteX6" fmla="*/ 1531513 w 5512527"/>
              <a:gd name="connsiteY6" fmla="*/ 449983 h 11997086"/>
              <a:gd name="connsiteX7" fmla="*/ 4005785 w 5512527"/>
              <a:gd name="connsiteY7" fmla="*/ 446808 h 11997086"/>
              <a:gd name="connsiteX8" fmla="*/ 4211195 w 5512527"/>
              <a:gd name="connsiteY8" fmla="*/ 383405 h 11997086"/>
              <a:gd name="connsiteX9" fmla="*/ 4214215 w 5512527"/>
              <a:gd name="connsiteY9" fmla="*/ 378922 h 11997086"/>
              <a:gd name="connsiteX10" fmla="*/ 4215227 w 5512527"/>
              <a:gd name="connsiteY10" fmla="*/ 378089 h 11997086"/>
              <a:gd name="connsiteX11" fmla="*/ 4278629 w 5512527"/>
              <a:gd name="connsiteY11" fmla="*/ 175855 h 11997086"/>
              <a:gd name="connsiteX12" fmla="*/ 4389833 w 5512527"/>
              <a:gd name="connsiteY12" fmla="*/ 5563 h 11997086"/>
              <a:gd name="connsiteX13" fmla="*/ 4927979 w 5512527"/>
              <a:gd name="connsiteY13" fmla="*/ 11913 h 11997086"/>
              <a:gd name="connsiteX14" fmla="*/ 5512527 w 5512527"/>
              <a:gd name="connsiteY14" fmla="*/ 596461 h 11997086"/>
              <a:gd name="connsiteX15" fmla="*/ 5512527 w 5512527"/>
              <a:gd name="connsiteY15" fmla="*/ 11412538 h 11997086"/>
              <a:gd name="connsiteX16" fmla="*/ 4927979 w 5512527"/>
              <a:gd name="connsiteY16" fmla="*/ 11997086 h 11997086"/>
              <a:gd name="connsiteX17" fmla="*/ 584548 w 5512527"/>
              <a:gd name="connsiteY17" fmla="*/ 11997086 h 11997086"/>
              <a:gd name="connsiteX18" fmla="*/ 0 w 5512527"/>
              <a:gd name="connsiteY18" fmla="*/ 11412538 h 11997086"/>
              <a:gd name="connsiteX19" fmla="*/ 0 w 5512527"/>
              <a:gd name="connsiteY19" fmla="*/ 596461 h 11997086"/>
              <a:gd name="connsiteX20" fmla="*/ 584548 w 5512527"/>
              <a:gd name="connsiteY20" fmla="*/ 11913 h 11997086"/>
              <a:gd name="connsiteX0" fmla="*/ 584548 w 5512527"/>
              <a:gd name="connsiteY0" fmla="*/ 19050 h 12004223"/>
              <a:gd name="connsiteX1" fmla="*/ 857764 w 5512527"/>
              <a:gd name="connsiteY1" fmla="*/ 0 h 12004223"/>
              <a:gd name="connsiteX2" fmla="*/ 961069 w 5512527"/>
              <a:gd name="connsiteY2" fmla="*/ 7137 h 12004223"/>
              <a:gd name="connsiteX3" fmla="*/ 1177515 w 5512527"/>
              <a:gd name="connsiteY3" fmla="*/ 17790 h 12004223"/>
              <a:gd name="connsiteX4" fmla="*/ 1262697 w 5512527"/>
              <a:gd name="connsiteY4" fmla="*/ 169086 h 12004223"/>
              <a:gd name="connsiteX5" fmla="*/ 1262701 w 5512527"/>
              <a:gd name="connsiteY5" fmla="*/ 194658 h 12004223"/>
              <a:gd name="connsiteX6" fmla="*/ 1531513 w 5512527"/>
              <a:gd name="connsiteY6" fmla="*/ 457120 h 12004223"/>
              <a:gd name="connsiteX7" fmla="*/ 4005785 w 5512527"/>
              <a:gd name="connsiteY7" fmla="*/ 453945 h 12004223"/>
              <a:gd name="connsiteX8" fmla="*/ 4211195 w 5512527"/>
              <a:gd name="connsiteY8" fmla="*/ 390542 h 12004223"/>
              <a:gd name="connsiteX9" fmla="*/ 4214215 w 5512527"/>
              <a:gd name="connsiteY9" fmla="*/ 386059 h 12004223"/>
              <a:gd name="connsiteX10" fmla="*/ 4215227 w 5512527"/>
              <a:gd name="connsiteY10" fmla="*/ 385226 h 12004223"/>
              <a:gd name="connsiteX11" fmla="*/ 4278629 w 5512527"/>
              <a:gd name="connsiteY11" fmla="*/ 182992 h 12004223"/>
              <a:gd name="connsiteX12" fmla="*/ 4389833 w 5512527"/>
              <a:gd name="connsiteY12" fmla="*/ 12700 h 12004223"/>
              <a:gd name="connsiteX13" fmla="*/ 4927979 w 5512527"/>
              <a:gd name="connsiteY13" fmla="*/ 19050 h 12004223"/>
              <a:gd name="connsiteX14" fmla="*/ 5512527 w 5512527"/>
              <a:gd name="connsiteY14" fmla="*/ 603598 h 12004223"/>
              <a:gd name="connsiteX15" fmla="*/ 5512527 w 5512527"/>
              <a:gd name="connsiteY15" fmla="*/ 11419675 h 12004223"/>
              <a:gd name="connsiteX16" fmla="*/ 4927979 w 5512527"/>
              <a:gd name="connsiteY16" fmla="*/ 12004223 h 12004223"/>
              <a:gd name="connsiteX17" fmla="*/ 584548 w 5512527"/>
              <a:gd name="connsiteY17" fmla="*/ 12004223 h 12004223"/>
              <a:gd name="connsiteX18" fmla="*/ 0 w 5512527"/>
              <a:gd name="connsiteY18" fmla="*/ 11419675 h 12004223"/>
              <a:gd name="connsiteX19" fmla="*/ 0 w 5512527"/>
              <a:gd name="connsiteY19" fmla="*/ 603598 h 12004223"/>
              <a:gd name="connsiteX20" fmla="*/ 584548 w 5512527"/>
              <a:gd name="connsiteY20" fmla="*/ 19050 h 12004223"/>
              <a:gd name="connsiteX0" fmla="*/ 584548 w 5512527"/>
              <a:gd name="connsiteY0" fmla="*/ 19050 h 12004223"/>
              <a:gd name="connsiteX1" fmla="*/ 857764 w 5512527"/>
              <a:gd name="connsiteY1" fmla="*/ 0 h 12004223"/>
              <a:gd name="connsiteX2" fmla="*/ 1177515 w 5512527"/>
              <a:gd name="connsiteY2" fmla="*/ 17790 h 12004223"/>
              <a:gd name="connsiteX3" fmla="*/ 1262697 w 5512527"/>
              <a:gd name="connsiteY3" fmla="*/ 169086 h 12004223"/>
              <a:gd name="connsiteX4" fmla="*/ 1262701 w 5512527"/>
              <a:gd name="connsiteY4" fmla="*/ 194658 h 12004223"/>
              <a:gd name="connsiteX5" fmla="*/ 1531513 w 5512527"/>
              <a:gd name="connsiteY5" fmla="*/ 457120 h 12004223"/>
              <a:gd name="connsiteX6" fmla="*/ 4005785 w 5512527"/>
              <a:gd name="connsiteY6" fmla="*/ 453945 h 12004223"/>
              <a:gd name="connsiteX7" fmla="*/ 4211195 w 5512527"/>
              <a:gd name="connsiteY7" fmla="*/ 390542 h 12004223"/>
              <a:gd name="connsiteX8" fmla="*/ 4214215 w 5512527"/>
              <a:gd name="connsiteY8" fmla="*/ 386059 h 12004223"/>
              <a:gd name="connsiteX9" fmla="*/ 4215227 w 5512527"/>
              <a:gd name="connsiteY9" fmla="*/ 385226 h 12004223"/>
              <a:gd name="connsiteX10" fmla="*/ 4278629 w 5512527"/>
              <a:gd name="connsiteY10" fmla="*/ 182992 h 12004223"/>
              <a:gd name="connsiteX11" fmla="*/ 4389833 w 5512527"/>
              <a:gd name="connsiteY11" fmla="*/ 12700 h 12004223"/>
              <a:gd name="connsiteX12" fmla="*/ 4927979 w 5512527"/>
              <a:gd name="connsiteY12" fmla="*/ 19050 h 12004223"/>
              <a:gd name="connsiteX13" fmla="*/ 5512527 w 5512527"/>
              <a:gd name="connsiteY13" fmla="*/ 603598 h 12004223"/>
              <a:gd name="connsiteX14" fmla="*/ 5512527 w 5512527"/>
              <a:gd name="connsiteY14" fmla="*/ 11419675 h 12004223"/>
              <a:gd name="connsiteX15" fmla="*/ 4927979 w 5512527"/>
              <a:gd name="connsiteY15" fmla="*/ 12004223 h 12004223"/>
              <a:gd name="connsiteX16" fmla="*/ 584548 w 5512527"/>
              <a:gd name="connsiteY16" fmla="*/ 12004223 h 12004223"/>
              <a:gd name="connsiteX17" fmla="*/ 0 w 5512527"/>
              <a:gd name="connsiteY17" fmla="*/ 11419675 h 12004223"/>
              <a:gd name="connsiteX18" fmla="*/ 0 w 5512527"/>
              <a:gd name="connsiteY18" fmla="*/ 603598 h 12004223"/>
              <a:gd name="connsiteX19" fmla="*/ 584548 w 5512527"/>
              <a:gd name="connsiteY19" fmla="*/ 19050 h 12004223"/>
              <a:gd name="connsiteX0" fmla="*/ 584548 w 5512527"/>
              <a:gd name="connsiteY0" fmla="*/ 6350 h 11991523"/>
              <a:gd name="connsiteX1" fmla="*/ 854589 w 5512527"/>
              <a:gd name="connsiteY1" fmla="*/ 0 h 11991523"/>
              <a:gd name="connsiteX2" fmla="*/ 1177515 w 5512527"/>
              <a:gd name="connsiteY2" fmla="*/ 5090 h 11991523"/>
              <a:gd name="connsiteX3" fmla="*/ 1262697 w 5512527"/>
              <a:gd name="connsiteY3" fmla="*/ 156386 h 11991523"/>
              <a:gd name="connsiteX4" fmla="*/ 1262701 w 5512527"/>
              <a:gd name="connsiteY4" fmla="*/ 181958 h 11991523"/>
              <a:gd name="connsiteX5" fmla="*/ 1531513 w 5512527"/>
              <a:gd name="connsiteY5" fmla="*/ 444420 h 11991523"/>
              <a:gd name="connsiteX6" fmla="*/ 4005785 w 5512527"/>
              <a:gd name="connsiteY6" fmla="*/ 441245 h 11991523"/>
              <a:gd name="connsiteX7" fmla="*/ 4211195 w 5512527"/>
              <a:gd name="connsiteY7" fmla="*/ 377842 h 11991523"/>
              <a:gd name="connsiteX8" fmla="*/ 4214215 w 5512527"/>
              <a:gd name="connsiteY8" fmla="*/ 373359 h 11991523"/>
              <a:gd name="connsiteX9" fmla="*/ 4215227 w 5512527"/>
              <a:gd name="connsiteY9" fmla="*/ 372526 h 11991523"/>
              <a:gd name="connsiteX10" fmla="*/ 4278629 w 5512527"/>
              <a:gd name="connsiteY10" fmla="*/ 170292 h 11991523"/>
              <a:gd name="connsiteX11" fmla="*/ 4389833 w 5512527"/>
              <a:gd name="connsiteY11" fmla="*/ 0 h 11991523"/>
              <a:gd name="connsiteX12" fmla="*/ 4927979 w 5512527"/>
              <a:gd name="connsiteY12" fmla="*/ 6350 h 11991523"/>
              <a:gd name="connsiteX13" fmla="*/ 5512527 w 5512527"/>
              <a:gd name="connsiteY13" fmla="*/ 590898 h 11991523"/>
              <a:gd name="connsiteX14" fmla="*/ 5512527 w 5512527"/>
              <a:gd name="connsiteY14" fmla="*/ 11406975 h 11991523"/>
              <a:gd name="connsiteX15" fmla="*/ 4927979 w 5512527"/>
              <a:gd name="connsiteY15" fmla="*/ 11991523 h 11991523"/>
              <a:gd name="connsiteX16" fmla="*/ 584548 w 5512527"/>
              <a:gd name="connsiteY16" fmla="*/ 11991523 h 11991523"/>
              <a:gd name="connsiteX17" fmla="*/ 0 w 5512527"/>
              <a:gd name="connsiteY17" fmla="*/ 11406975 h 11991523"/>
              <a:gd name="connsiteX18" fmla="*/ 0 w 5512527"/>
              <a:gd name="connsiteY18" fmla="*/ 590898 h 11991523"/>
              <a:gd name="connsiteX19" fmla="*/ 584548 w 5512527"/>
              <a:gd name="connsiteY19" fmla="*/ 6350 h 11991523"/>
              <a:gd name="connsiteX0" fmla="*/ 584548 w 5512527"/>
              <a:gd name="connsiteY0" fmla="*/ 0 h 11994698"/>
              <a:gd name="connsiteX1" fmla="*/ 854589 w 5512527"/>
              <a:gd name="connsiteY1" fmla="*/ 3175 h 11994698"/>
              <a:gd name="connsiteX2" fmla="*/ 1177515 w 5512527"/>
              <a:gd name="connsiteY2" fmla="*/ 8265 h 11994698"/>
              <a:gd name="connsiteX3" fmla="*/ 1262697 w 5512527"/>
              <a:gd name="connsiteY3" fmla="*/ 159561 h 11994698"/>
              <a:gd name="connsiteX4" fmla="*/ 1262701 w 5512527"/>
              <a:gd name="connsiteY4" fmla="*/ 185133 h 11994698"/>
              <a:gd name="connsiteX5" fmla="*/ 1531513 w 5512527"/>
              <a:gd name="connsiteY5" fmla="*/ 447595 h 11994698"/>
              <a:gd name="connsiteX6" fmla="*/ 4005785 w 5512527"/>
              <a:gd name="connsiteY6" fmla="*/ 444420 h 11994698"/>
              <a:gd name="connsiteX7" fmla="*/ 4211195 w 5512527"/>
              <a:gd name="connsiteY7" fmla="*/ 381017 h 11994698"/>
              <a:gd name="connsiteX8" fmla="*/ 4214215 w 5512527"/>
              <a:gd name="connsiteY8" fmla="*/ 376534 h 11994698"/>
              <a:gd name="connsiteX9" fmla="*/ 4215227 w 5512527"/>
              <a:gd name="connsiteY9" fmla="*/ 375701 h 11994698"/>
              <a:gd name="connsiteX10" fmla="*/ 4278629 w 5512527"/>
              <a:gd name="connsiteY10" fmla="*/ 173467 h 11994698"/>
              <a:gd name="connsiteX11" fmla="*/ 4389833 w 5512527"/>
              <a:gd name="connsiteY11" fmla="*/ 3175 h 11994698"/>
              <a:gd name="connsiteX12" fmla="*/ 4927979 w 5512527"/>
              <a:gd name="connsiteY12" fmla="*/ 9525 h 11994698"/>
              <a:gd name="connsiteX13" fmla="*/ 5512527 w 5512527"/>
              <a:gd name="connsiteY13" fmla="*/ 594073 h 11994698"/>
              <a:gd name="connsiteX14" fmla="*/ 5512527 w 5512527"/>
              <a:gd name="connsiteY14" fmla="*/ 11410150 h 11994698"/>
              <a:gd name="connsiteX15" fmla="*/ 4927979 w 5512527"/>
              <a:gd name="connsiteY15" fmla="*/ 11994698 h 11994698"/>
              <a:gd name="connsiteX16" fmla="*/ 584548 w 5512527"/>
              <a:gd name="connsiteY16" fmla="*/ 11994698 h 11994698"/>
              <a:gd name="connsiteX17" fmla="*/ 0 w 5512527"/>
              <a:gd name="connsiteY17" fmla="*/ 11410150 h 11994698"/>
              <a:gd name="connsiteX18" fmla="*/ 0 w 5512527"/>
              <a:gd name="connsiteY18" fmla="*/ 594073 h 11994698"/>
              <a:gd name="connsiteX19" fmla="*/ 584548 w 5512527"/>
              <a:gd name="connsiteY19" fmla="*/ 0 h 11994698"/>
              <a:gd name="connsiteX0" fmla="*/ 584548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4548 w 5512527"/>
              <a:gd name="connsiteY19" fmla="*/ 6350 h 12001048"/>
              <a:gd name="connsiteX0" fmla="*/ 587723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7723 w 5512527"/>
              <a:gd name="connsiteY19" fmla="*/ 6350 h 12001048"/>
              <a:gd name="connsiteX0" fmla="*/ 587723 w 5512527"/>
              <a:gd name="connsiteY0" fmla="*/ 7263 h 12001961"/>
              <a:gd name="connsiteX1" fmla="*/ 870464 w 5512527"/>
              <a:gd name="connsiteY1" fmla="*/ 913 h 12001961"/>
              <a:gd name="connsiteX2" fmla="*/ 1177515 w 5512527"/>
              <a:gd name="connsiteY2" fmla="*/ 15528 h 12001961"/>
              <a:gd name="connsiteX3" fmla="*/ 1262697 w 5512527"/>
              <a:gd name="connsiteY3" fmla="*/ 166824 h 12001961"/>
              <a:gd name="connsiteX4" fmla="*/ 1262701 w 5512527"/>
              <a:gd name="connsiteY4" fmla="*/ 192396 h 12001961"/>
              <a:gd name="connsiteX5" fmla="*/ 1531513 w 5512527"/>
              <a:gd name="connsiteY5" fmla="*/ 454858 h 12001961"/>
              <a:gd name="connsiteX6" fmla="*/ 4005785 w 5512527"/>
              <a:gd name="connsiteY6" fmla="*/ 451683 h 12001961"/>
              <a:gd name="connsiteX7" fmla="*/ 4211195 w 5512527"/>
              <a:gd name="connsiteY7" fmla="*/ 388280 h 12001961"/>
              <a:gd name="connsiteX8" fmla="*/ 4214215 w 5512527"/>
              <a:gd name="connsiteY8" fmla="*/ 383797 h 12001961"/>
              <a:gd name="connsiteX9" fmla="*/ 4215227 w 5512527"/>
              <a:gd name="connsiteY9" fmla="*/ 382964 h 12001961"/>
              <a:gd name="connsiteX10" fmla="*/ 4278629 w 5512527"/>
              <a:gd name="connsiteY10" fmla="*/ 180730 h 12001961"/>
              <a:gd name="connsiteX11" fmla="*/ 4389833 w 5512527"/>
              <a:gd name="connsiteY11" fmla="*/ 10438 h 12001961"/>
              <a:gd name="connsiteX12" fmla="*/ 4927979 w 5512527"/>
              <a:gd name="connsiteY12" fmla="*/ 16788 h 12001961"/>
              <a:gd name="connsiteX13" fmla="*/ 5512527 w 5512527"/>
              <a:gd name="connsiteY13" fmla="*/ 601336 h 12001961"/>
              <a:gd name="connsiteX14" fmla="*/ 5512527 w 5512527"/>
              <a:gd name="connsiteY14" fmla="*/ 11417413 h 12001961"/>
              <a:gd name="connsiteX15" fmla="*/ 4927979 w 5512527"/>
              <a:gd name="connsiteY15" fmla="*/ 12001961 h 12001961"/>
              <a:gd name="connsiteX16" fmla="*/ 584548 w 5512527"/>
              <a:gd name="connsiteY16" fmla="*/ 12001961 h 12001961"/>
              <a:gd name="connsiteX17" fmla="*/ 0 w 5512527"/>
              <a:gd name="connsiteY17" fmla="*/ 11417413 h 12001961"/>
              <a:gd name="connsiteX18" fmla="*/ 0 w 5512527"/>
              <a:gd name="connsiteY18" fmla="*/ 601336 h 12001961"/>
              <a:gd name="connsiteX19" fmla="*/ 587723 w 5512527"/>
              <a:gd name="connsiteY19" fmla="*/ 7263 h 12001961"/>
              <a:gd name="connsiteX0" fmla="*/ 587723 w 5512527"/>
              <a:gd name="connsiteY0" fmla="*/ 9253 h 12003951"/>
              <a:gd name="connsiteX1" fmla="*/ 870464 w 5512527"/>
              <a:gd name="connsiteY1" fmla="*/ 2903 h 12003951"/>
              <a:gd name="connsiteX2" fmla="*/ 1177515 w 5512527"/>
              <a:gd name="connsiteY2" fmla="*/ 17518 h 12003951"/>
              <a:gd name="connsiteX3" fmla="*/ 1262697 w 5512527"/>
              <a:gd name="connsiteY3" fmla="*/ 168814 h 12003951"/>
              <a:gd name="connsiteX4" fmla="*/ 1262701 w 5512527"/>
              <a:gd name="connsiteY4" fmla="*/ 194386 h 12003951"/>
              <a:gd name="connsiteX5" fmla="*/ 1531513 w 5512527"/>
              <a:gd name="connsiteY5" fmla="*/ 456848 h 12003951"/>
              <a:gd name="connsiteX6" fmla="*/ 4005785 w 5512527"/>
              <a:gd name="connsiteY6" fmla="*/ 453673 h 12003951"/>
              <a:gd name="connsiteX7" fmla="*/ 4211195 w 5512527"/>
              <a:gd name="connsiteY7" fmla="*/ 390270 h 12003951"/>
              <a:gd name="connsiteX8" fmla="*/ 4214215 w 5512527"/>
              <a:gd name="connsiteY8" fmla="*/ 385787 h 12003951"/>
              <a:gd name="connsiteX9" fmla="*/ 4215227 w 5512527"/>
              <a:gd name="connsiteY9" fmla="*/ 384954 h 12003951"/>
              <a:gd name="connsiteX10" fmla="*/ 4278629 w 5512527"/>
              <a:gd name="connsiteY10" fmla="*/ 182720 h 12003951"/>
              <a:gd name="connsiteX11" fmla="*/ 4389833 w 5512527"/>
              <a:gd name="connsiteY11" fmla="*/ 12428 h 12003951"/>
              <a:gd name="connsiteX12" fmla="*/ 4927979 w 5512527"/>
              <a:gd name="connsiteY12" fmla="*/ 18778 h 12003951"/>
              <a:gd name="connsiteX13" fmla="*/ 5512527 w 5512527"/>
              <a:gd name="connsiteY13" fmla="*/ 603326 h 12003951"/>
              <a:gd name="connsiteX14" fmla="*/ 5512527 w 5512527"/>
              <a:gd name="connsiteY14" fmla="*/ 11419403 h 12003951"/>
              <a:gd name="connsiteX15" fmla="*/ 4927979 w 5512527"/>
              <a:gd name="connsiteY15" fmla="*/ 12003951 h 12003951"/>
              <a:gd name="connsiteX16" fmla="*/ 584548 w 5512527"/>
              <a:gd name="connsiteY16" fmla="*/ 12003951 h 12003951"/>
              <a:gd name="connsiteX17" fmla="*/ 0 w 5512527"/>
              <a:gd name="connsiteY17" fmla="*/ 11419403 h 12003951"/>
              <a:gd name="connsiteX18" fmla="*/ 0 w 5512527"/>
              <a:gd name="connsiteY18" fmla="*/ 603326 h 12003951"/>
              <a:gd name="connsiteX19" fmla="*/ 587723 w 5512527"/>
              <a:gd name="connsiteY19" fmla="*/ 9253 h 12003951"/>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15227 w 5512527"/>
              <a:gd name="connsiteY9" fmla="*/ 38339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05702 w 5512527"/>
              <a:gd name="connsiteY9" fmla="*/ 37704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78629 w 5512527"/>
              <a:gd name="connsiteY9" fmla="*/ 181162 h 12002393"/>
              <a:gd name="connsiteX10" fmla="*/ 4389833 w 5512527"/>
              <a:gd name="connsiteY10" fmla="*/ 10870 h 12002393"/>
              <a:gd name="connsiteX11" fmla="*/ 4927979 w 5512527"/>
              <a:gd name="connsiteY11" fmla="*/ 17220 h 12002393"/>
              <a:gd name="connsiteX12" fmla="*/ 5512527 w 5512527"/>
              <a:gd name="connsiteY12" fmla="*/ 601768 h 12002393"/>
              <a:gd name="connsiteX13" fmla="*/ 5512527 w 5512527"/>
              <a:gd name="connsiteY13" fmla="*/ 11417845 h 12002393"/>
              <a:gd name="connsiteX14" fmla="*/ 4927979 w 5512527"/>
              <a:gd name="connsiteY14" fmla="*/ 12002393 h 12002393"/>
              <a:gd name="connsiteX15" fmla="*/ 584548 w 5512527"/>
              <a:gd name="connsiteY15" fmla="*/ 12002393 h 12002393"/>
              <a:gd name="connsiteX16" fmla="*/ 0 w 5512527"/>
              <a:gd name="connsiteY16" fmla="*/ 11417845 h 12002393"/>
              <a:gd name="connsiteX17" fmla="*/ 0 w 5512527"/>
              <a:gd name="connsiteY17" fmla="*/ 601768 h 12002393"/>
              <a:gd name="connsiteX18" fmla="*/ 587723 w 5512527"/>
              <a:gd name="connsiteY18"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48479 w 5512527"/>
              <a:gd name="connsiteY8" fmla="*/ 216087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94504 w 5512527"/>
              <a:gd name="connsiteY8" fmla="*/ 22561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18454 w 5512527"/>
              <a:gd name="connsiteY9" fmla="*/ 45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701 w 5512527"/>
              <a:gd name="connsiteY3" fmla="*/ 19282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3175 h 11997873"/>
              <a:gd name="connsiteX1" fmla="*/ 1177515 w 5512527"/>
              <a:gd name="connsiteY1" fmla="*/ 11440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3175 h 11997873"/>
              <a:gd name="connsiteX1" fmla="*/ 1107665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5086 h 11999784"/>
              <a:gd name="connsiteX1" fmla="*/ 1107665 w 5512527"/>
              <a:gd name="connsiteY1" fmla="*/ 3826 h 11999784"/>
              <a:gd name="connsiteX2" fmla="*/ 1284926 w 5512527"/>
              <a:gd name="connsiteY2" fmla="*/ 285469 h 11999784"/>
              <a:gd name="connsiteX3" fmla="*/ 1531513 w 5512527"/>
              <a:gd name="connsiteY3" fmla="*/ 452681 h 11999784"/>
              <a:gd name="connsiteX4" fmla="*/ 4005785 w 5512527"/>
              <a:gd name="connsiteY4" fmla="*/ 449506 h 11999784"/>
              <a:gd name="connsiteX5" fmla="*/ 4214370 w 5512527"/>
              <a:gd name="connsiteY5" fmla="*/ 373403 h 11999784"/>
              <a:gd name="connsiteX6" fmla="*/ 4389833 w 5512527"/>
              <a:gd name="connsiteY6" fmla="*/ 8261 h 11999784"/>
              <a:gd name="connsiteX7" fmla="*/ 4918454 w 5512527"/>
              <a:gd name="connsiteY7" fmla="*/ 1911 h 11999784"/>
              <a:gd name="connsiteX8" fmla="*/ 5512527 w 5512527"/>
              <a:gd name="connsiteY8" fmla="*/ 599159 h 11999784"/>
              <a:gd name="connsiteX9" fmla="*/ 5512527 w 5512527"/>
              <a:gd name="connsiteY9" fmla="*/ 11415236 h 11999784"/>
              <a:gd name="connsiteX10" fmla="*/ 4927979 w 5512527"/>
              <a:gd name="connsiteY10" fmla="*/ 11999784 h 11999784"/>
              <a:gd name="connsiteX11" fmla="*/ 584548 w 5512527"/>
              <a:gd name="connsiteY11" fmla="*/ 11999784 h 11999784"/>
              <a:gd name="connsiteX12" fmla="*/ 0 w 5512527"/>
              <a:gd name="connsiteY12" fmla="*/ 11415236 h 11999784"/>
              <a:gd name="connsiteX13" fmla="*/ 0 w 5512527"/>
              <a:gd name="connsiteY13" fmla="*/ 599159 h 11999784"/>
              <a:gd name="connsiteX14" fmla="*/ 587723 w 5512527"/>
              <a:gd name="connsiteY14" fmla="*/ 5086 h 1199978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397890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8540 w 5512527"/>
              <a:gd name="connsiteY5" fmla="*/ 413481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4512 w 5512527"/>
              <a:gd name="connsiteY5" fmla="*/ 381255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8909 h 12003607"/>
              <a:gd name="connsiteX1" fmla="*/ 1107665 w 5512527"/>
              <a:gd name="connsiteY1" fmla="*/ 7649 h 12003607"/>
              <a:gd name="connsiteX2" fmla="*/ 1284926 w 5512527"/>
              <a:gd name="connsiteY2" fmla="*/ 289292 h 12003607"/>
              <a:gd name="connsiteX3" fmla="*/ 1531513 w 5512527"/>
              <a:gd name="connsiteY3" fmla="*/ 456504 h 12003607"/>
              <a:gd name="connsiteX4" fmla="*/ 4005785 w 5512527"/>
              <a:gd name="connsiteY4" fmla="*/ 453329 h 12003607"/>
              <a:gd name="connsiteX5" fmla="*/ 4234512 w 5512527"/>
              <a:gd name="connsiteY5" fmla="*/ 373198 h 12003607"/>
              <a:gd name="connsiteX6" fmla="*/ 4422059 w 5512527"/>
              <a:gd name="connsiteY6" fmla="*/ 0 h 12003607"/>
              <a:gd name="connsiteX7" fmla="*/ 4918454 w 5512527"/>
              <a:gd name="connsiteY7" fmla="*/ 5734 h 12003607"/>
              <a:gd name="connsiteX8" fmla="*/ 5512527 w 5512527"/>
              <a:gd name="connsiteY8" fmla="*/ 602982 h 12003607"/>
              <a:gd name="connsiteX9" fmla="*/ 5512527 w 5512527"/>
              <a:gd name="connsiteY9" fmla="*/ 11419059 h 12003607"/>
              <a:gd name="connsiteX10" fmla="*/ 4927979 w 5512527"/>
              <a:gd name="connsiteY10" fmla="*/ 12003607 h 12003607"/>
              <a:gd name="connsiteX11" fmla="*/ 584548 w 5512527"/>
              <a:gd name="connsiteY11" fmla="*/ 12003607 h 12003607"/>
              <a:gd name="connsiteX12" fmla="*/ 0 w 5512527"/>
              <a:gd name="connsiteY12" fmla="*/ 11419059 h 12003607"/>
              <a:gd name="connsiteX13" fmla="*/ 0 w 5512527"/>
              <a:gd name="connsiteY13" fmla="*/ 602982 h 12003607"/>
              <a:gd name="connsiteX14" fmla="*/ 587723 w 5512527"/>
              <a:gd name="connsiteY14" fmla="*/ 8909 h 1200360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7838 w 5512527"/>
              <a:gd name="connsiteY5" fmla="*/ 349513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71222 w 5512527"/>
              <a:gd name="connsiteY5" fmla="*/ 412921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59526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583 h 12010281"/>
              <a:gd name="connsiteX1" fmla="*/ 1107665 w 5512527"/>
              <a:gd name="connsiteY1" fmla="*/ 14323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15583 h 12010281"/>
              <a:gd name="connsiteX1" fmla="*/ 1104240 w 5512527"/>
              <a:gd name="connsiteY1" fmla="*/ 4049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0 h 12011822"/>
              <a:gd name="connsiteX1" fmla="*/ 1104240 w 5512527"/>
              <a:gd name="connsiteY1" fmla="*/ 5590 h 12011822"/>
              <a:gd name="connsiteX2" fmla="*/ 1284926 w 5512527"/>
              <a:gd name="connsiteY2" fmla="*/ 297507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 name="connsiteX0" fmla="*/ 587723 w 5512527"/>
              <a:gd name="connsiteY0" fmla="*/ 0 h 12011822"/>
              <a:gd name="connsiteX1" fmla="*/ 1104240 w 5512527"/>
              <a:gd name="connsiteY1" fmla="*/ 5590 h 12011822"/>
              <a:gd name="connsiteX2" fmla="*/ 1288350 w 5512527"/>
              <a:gd name="connsiteY2" fmla="*/ 280383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12527" h="12011822">
                <a:moveTo>
                  <a:pt x="587723" y="0"/>
                </a:moveTo>
                <a:lnTo>
                  <a:pt x="1104240" y="5590"/>
                </a:lnTo>
                <a:cubicBezTo>
                  <a:pt x="1258513" y="12104"/>
                  <a:pt x="1264275" y="137311"/>
                  <a:pt x="1288350" y="280383"/>
                </a:cubicBezTo>
                <a:cubicBezTo>
                  <a:pt x="1316925" y="362833"/>
                  <a:pt x="1376037" y="464719"/>
                  <a:pt x="1531513" y="464719"/>
                </a:cubicBezTo>
                <a:lnTo>
                  <a:pt x="4005785" y="461544"/>
                </a:lnTo>
                <a:cubicBezTo>
                  <a:pt x="4083521" y="461544"/>
                  <a:pt x="4174043" y="445058"/>
                  <a:pt x="4234512" y="361391"/>
                </a:cubicBezTo>
                <a:cubicBezTo>
                  <a:pt x="4291846" y="271164"/>
                  <a:pt x="4223813" y="4524"/>
                  <a:pt x="4422059" y="1541"/>
                </a:cubicBezTo>
                <a:lnTo>
                  <a:pt x="4902341" y="1865"/>
                </a:lnTo>
                <a:cubicBezTo>
                  <a:pt x="5257403" y="17978"/>
                  <a:pt x="5512527" y="288360"/>
                  <a:pt x="5512527" y="611197"/>
                </a:cubicBezTo>
                <a:lnTo>
                  <a:pt x="5512527" y="11427274"/>
                </a:lnTo>
                <a:cubicBezTo>
                  <a:pt x="5512527" y="11750111"/>
                  <a:pt x="5250815" y="12011822"/>
                  <a:pt x="4927979" y="12011822"/>
                </a:cubicBezTo>
                <a:lnTo>
                  <a:pt x="584548" y="12011822"/>
                </a:lnTo>
                <a:cubicBezTo>
                  <a:pt x="261711" y="12011822"/>
                  <a:pt x="0" y="11750111"/>
                  <a:pt x="0" y="11427274"/>
                </a:cubicBezTo>
                <a:lnTo>
                  <a:pt x="0" y="611197"/>
                </a:lnTo>
                <a:cubicBezTo>
                  <a:pt x="0" y="288360"/>
                  <a:pt x="264886" y="0"/>
                  <a:pt x="587723" y="0"/>
                </a:cubicBezTo>
                <a:close/>
              </a:path>
            </a:pathLst>
          </a:custGeom>
          <a:pattFill prst="wdUpDiag">
            <a:fgClr>
              <a:srgbClr val="FADFD9"/>
            </a:fgClr>
            <a:bgClr>
              <a:schemeClr val="bg1"/>
            </a:bgClr>
          </a:pattFill>
        </p:spPr>
        <p:txBody>
          <a:bodyPr wrap="square" lIns="457200" tIns="2560320" rIns="457200" bIns="457200" anchor="t">
            <a:noAutofit/>
          </a:bodyPr>
          <a:lstStyle>
            <a:lvl1pPr marL="0" indent="0" algn="l">
              <a:buNone/>
              <a:defRPr sz="3600">
                <a:solidFill>
                  <a:schemeClr val="tx1"/>
                </a:solidFill>
              </a:defRPr>
            </a:lvl1pPr>
          </a:lstStyle>
          <a:p>
            <a:r>
              <a:rPr lang="en-US"/>
              <a:t>Drag and drop your iPhone X screenshot into this photo placeholder</a:t>
            </a:r>
          </a:p>
        </p:txBody>
      </p:sp>
      <p:pic>
        <p:nvPicPr>
          <p:cNvPr id="13" name="Picture 12">
            <a:extLst>
              <a:ext uri="{FF2B5EF4-FFF2-40B4-BE49-F238E27FC236}">
                <a16:creationId xmlns:a16="http://schemas.microsoft.com/office/drawing/2014/main" id="{0E156965-DBEE-A541-8F48-764C7986C034}"/>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25588" y="11700946"/>
            <a:ext cx="1940677" cy="491056"/>
          </a:xfrm>
          <a:prstGeom prst="rect">
            <a:avLst/>
          </a:prstGeom>
        </p:spPr>
      </p:pic>
    </p:spTree>
    <p:extLst>
      <p:ext uri="{BB962C8B-B14F-4D97-AF65-F5344CB8AC3E}">
        <p14:creationId xmlns:p14="http://schemas.microsoft.com/office/powerpoint/2010/main" val="270283169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title + samsung s9 + macbook air">
    <p:bg>
      <p:bgPr>
        <a:solidFill>
          <a:schemeClr val="bg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FE5BDD6C-9423-9D42-94BC-F7C9FF19086A}"/>
              </a:ext>
              <a:ext uri="{C183D7F6-B498-43B3-948B-1728B52AA6E4}">
                <adec:decorative xmlns:adec="http://schemas.microsoft.com/office/drawing/2017/decorative" val="1"/>
              </a:ext>
            </a:extLst>
          </p:cNvPr>
          <p:cNvSpPr/>
          <p:nvPr/>
        </p:nvSpPr>
        <p:spPr>
          <a:xfrm>
            <a:off x="1" y="2"/>
            <a:ext cx="16440006" cy="13716000"/>
          </a:xfrm>
          <a:custGeom>
            <a:avLst/>
            <a:gdLst>
              <a:gd name="connsiteX0" fmla="*/ 0 w 16440007"/>
              <a:gd name="connsiteY0" fmla="*/ 0 h 13715999"/>
              <a:gd name="connsiteX1" fmla="*/ 14694637 w 16440007"/>
              <a:gd name="connsiteY1" fmla="*/ 0 h 13715999"/>
              <a:gd name="connsiteX2" fmla="*/ 14710471 w 16440007"/>
              <a:gd name="connsiteY2" fmla="*/ 27538 h 13715999"/>
              <a:gd name="connsiteX3" fmla="*/ 16440007 w 16440007"/>
              <a:gd name="connsiteY3" fmla="*/ 6857999 h 13715999"/>
              <a:gd name="connsiteX4" fmla="*/ 14710471 w 16440007"/>
              <a:gd name="connsiteY4" fmla="*/ 13688459 h 13715999"/>
              <a:gd name="connsiteX5" fmla="*/ 14694636 w 16440007"/>
              <a:gd name="connsiteY5" fmla="*/ 13715999 h 13715999"/>
              <a:gd name="connsiteX6" fmla="*/ 0 w 16440007"/>
              <a:gd name="connsiteY6" fmla="*/ 13715999 h 13715999"/>
              <a:gd name="connsiteX7" fmla="*/ 0 w 16440007"/>
              <a:gd name="connsiteY7" fmla="*/ 0 h 1371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40007" h="13715999">
                <a:moveTo>
                  <a:pt x="0" y="0"/>
                </a:moveTo>
                <a:lnTo>
                  <a:pt x="14694637" y="0"/>
                </a:lnTo>
                <a:lnTo>
                  <a:pt x="14710471" y="27538"/>
                </a:lnTo>
                <a:cubicBezTo>
                  <a:pt x="15813473" y="2057983"/>
                  <a:pt x="16440007" y="4384824"/>
                  <a:pt x="16440007" y="6857999"/>
                </a:cubicBezTo>
                <a:cubicBezTo>
                  <a:pt x="16440007" y="9331174"/>
                  <a:pt x="15813474" y="11658015"/>
                  <a:pt x="14710471" y="13688459"/>
                </a:cubicBezTo>
                <a:lnTo>
                  <a:pt x="14694636" y="13715999"/>
                </a:lnTo>
                <a:lnTo>
                  <a:pt x="0" y="13715999"/>
                </a:lnTo>
                <a:lnTo>
                  <a:pt x="0" y="0"/>
                </a:ln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080"/>
            <a:endParaRPr lang="en-US" sz="7998">
              <a:solidFill>
                <a:srgbClr val="FFFFFF"/>
              </a:solidFill>
              <a:latin typeface="Calibri" panose="020F0502020204030204"/>
            </a:endParaRPr>
          </a:p>
        </p:txBody>
      </p:sp>
      <p:sp>
        <p:nvSpPr>
          <p:cNvPr id="12" name="Title 4">
            <a:extLst>
              <a:ext uri="{FF2B5EF4-FFF2-40B4-BE49-F238E27FC236}">
                <a16:creationId xmlns:a16="http://schemas.microsoft.com/office/drawing/2014/main" id="{94CEF34F-035A-2548-AFC6-14115402624F}"/>
              </a:ext>
            </a:extLst>
          </p:cNvPr>
          <p:cNvSpPr>
            <a:spLocks noGrp="1"/>
          </p:cNvSpPr>
          <p:nvPr>
            <p:ph type="title" hasCustomPrompt="1"/>
          </p:nvPr>
        </p:nvSpPr>
        <p:spPr>
          <a:xfrm>
            <a:off x="1491299" y="4206240"/>
            <a:ext cx="8910002" cy="5349240"/>
          </a:xfrm>
        </p:spPr>
        <p:txBody>
          <a:bodyPr anchor="ctr" anchorCtr="0"/>
          <a:lstStyle>
            <a:lvl1pPr>
              <a:defRPr lang="en-US" sz="13798" kern="1200" baseline="0" smtClean="0">
                <a:solidFill>
                  <a:schemeClr val="accent2"/>
                </a:solidFill>
                <a:latin typeface="Community Light" panose="02000303040000020003" pitchFamily="2" charset="0"/>
                <a:ea typeface="+mn-ea"/>
                <a:cs typeface="+mn-cs"/>
              </a:defRPr>
            </a:lvl1pPr>
          </a:lstStyle>
          <a:p>
            <a:r>
              <a:rPr lang="en-US"/>
              <a:t>Enter slide title here</a:t>
            </a:r>
          </a:p>
        </p:txBody>
      </p:sp>
      <p:pic>
        <p:nvPicPr>
          <p:cNvPr id="9" name="Picture 8">
            <a:extLst>
              <a:ext uri="{FF2B5EF4-FFF2-40B4-BE49-F238E27FC236}">
                <a16:creationId xmlns:a16="http://schemas.microsoft.com/office/drawing/2014/main" id="{ED253D5F-252B-FB4C-9E6F-158170B5261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6279259" y="448946"/>
            <a:ext cx="23129713" cy="12788064"/>
          </a:xfrm>
          <a:prstGeom prst="rect">
            <a:avLst/>
          </a:prstGeom>
        </p:spPr>
      </p:pic>
      <p:sp>
        <p:nvSpPr>
          <p:cNvPr id="10" name="Picture Placeholder 5">
            <a:extLst>
              <a:ext uri="{FF2B5EF4-FFF2-40B4-BE49-F238E27FC236}">
                <a16:creationId xmlns:a16="http://schemas.microsoft.com/office/drawing/2014/main" id="{1C633728-34FD-A340-BE18-A7F691D80D8A}"/>
              </a:ext>
              <a:ext uri="{C183D7F6-B498-43B3-948B-1728B52AA6E4}">
                <adec:decorative xmlns:adec="http://schemas.microsoft.com/office/drawing/2017/decorative" val="1"/>
              </a:ext>
            </a:extLst>
          </p:cNvPr>
          <p:cNvSpPr>
            <a:spLocks noGrp="1"/>
          </p:cNvSpPr>
          <p:nvPr>
            <p:ph type="pic" sz="quarter" idx="18" hasCustomPrompt="1"/>
          </p:nvPr>
        </p:nvSpPr>
        <p:spPr>
          <a:xfrm>
            <a:off x="19295313" y="1324973"/>
            <a:ext cx="17121703" cy="10267730"/>
          </a:xfrm>
          <a:pattFill prst="wdUpDiag">
            <a:fgClr>
              <a:srgbClr val="FADFD9"/>
            </a:fgClr>
            <a:bgClr>
              <a:schemeClr val="bg1"/>
            </a:bgClr>
          </a:pattFill>
        </p:spPr>
        <p:txBody>
          <a:bodyPr lIns="914400" tIns="1463040" rIns="914400">
            <a:normAutofit/>
          </a:bodyPr>
          <a:lstStyle>
            <a:lvl1pPr marL="0" indent="0" algn="ctr">
              <a:buNone/>
              <a:defRPr sz="3600">
                <a:solidFill>
                  <a:schemeClr val="tx1"/>
                </a:solidFill>
              </a:defRPr>
            </a:lvl1pPr>
          </a:lstStyle>
          <a:p>
            <a:r>
              <a:rPr lang="en-US"/>
              <a:t>Drag and drop your screenshot into</a:t>
            </a:r>
          </a:p>
          <a:p>
            <a:r>
              <a:rPr lang="en-US"/>
              <a:t>this photo placeholder</a:t>
            </a:r>
          </a:p>
        </p:txBody>
      </p:sp>
      <p:sp>
        <p:nvSpPr>
          <p:cNvPr id="15" name="Folded Corner 14">
            <a:extLst>
              <a:ext uri="{FF2B5EF4-FFF2-40B4-BE49-F238E27FC236}">
                <a16:creationId xmlns:a16="http://schemas.microsoft.com/office/drawing/2014/main" id="{FD7B4F82-4E1D-7542-B680-BDA95FA50734}"/>
              </a:ext>
              <a:ext uri="{C183D7F6-B498-43B3-948B-1728B52AA6E4}">
                <adec:decorative xmlns:adec="http://schemas.microsoft.com/office/drawing/2017/decorative" val="1"/>
              </a:ext>
            </a:extLst>
          </p:cNvPr>
          <p:cNvSpPr/>
          <p:nvPr/>
        </p:nvSpPr>
        <p:spPr>
          <a:xfrm>
            <a:off x="-2" y="-2667000"/>
            <a:ext cx="9221789" cy="20828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Android and laptop screenshots.</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a:t>
            </a:r>
            <a:r>
              <a:rPr lang="en-US" sz="2400">
                <a:solidFill>
                  <a:schemeClr val="tx1"/>
                </a:solidFill>
                <a:latin typeface="Source Sans Pro" panose="020B0503030403020204" pitchFamily="34" charset="77"/>
                <a:ea typeface="Source Sans Pro" charset="0"/>
                <a:cs typeface="Arial" panose="020B0604020202020204" pitchFamily="34" charset="0"/>
              </a:rPr>
              <a:t>Drag and drop mobile or laptop screenshots into the matching device. This is a cover slide, so make your screenshots impactful.</a:t>
            </a:r>
          </a:p>
        </p:txBody>
      </p:sp>
      <p:pic>
        <p:nvPicPr>
          <p:cNvPr id="13" name="Picture 12">
            <a:extLst>
              <a:ext uri="{FF2B5EF4-FFF2-40B4-BE49-F238E27FC236}">
                <a16:creationId xmlns:a16="http://schemas.microsoft.com/office/drawing/2014/main" id="{853B862F-684E-4743-BD4D-BCFD8387F84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2551206" y="2049138"/>
            <a:ext cx="5309127" cy="11112128"/>
          </a:xfrm>
          <a:prstGeom prst="rect">
            <a:avLst/>
          </a:prstGeom>
        </p:spPr>
      </p:pic>
      <p:sp>
        <p:nvSpPr>
          <p:cNvPr id="14" name="Picture Placeholder 8">
            <a:extLst>
              <a:ext uri="{FF2B5EF4-FFF2-40B4-BE49-F238E27FC236}">
                <a16:creationId xmlns:a16="http://schemas.microsoft.com/office/drawing/2014/main" id="{F740CD01-0372-0B4A-8C73-A19B2654E62B}"/>
              </a:ext>
              <a:ext uri="{C183D7F6-B498-43B3-948B-1728B52AA6E4}">
                <adec:decorative xmlns:adec="http://schemas.microsoft.com/office/drawing/2017/decorative" val="1"/>
              </a:ext>
            </a:extLst>
          </p:cNvPr>
          <p:cNvSpPr>
            <a:spLocks noGrp="1"/>
          </p:cNvSpPr>
          <p:nvPr>
            <p:ph type="pic" sz="quarter" idx="20" hasCustomPrompt="1"/>
          </p:nvPr>
        </p:nvSpPr>
        <p:spPr>
          <a:xfrm>
            <a:off x="12755111" y="2623884"/>
            <a:ext cx="4895033" cy="10056312"/>
          </a:xfrm>
          <a:custGeom>
            <a:avLst/>
            <a:gdLst>
              <a:gd name="connsiteX0" fmla="*/ 497476 w 5570220"/>
              <a:gd name="connsiteY0" fmla="*/ 0 h 11460480"/>
              <a:gd name="connsiteX1" fmla="*/ 5072744 w 5570220"/>
              <a:gd name="connsiteY1" fmla="*/ 0 h 11460480"/>
              <a:gd name="connsiteX2" fmla="*/ 5570220 w 5570220"/>
              <a:gd name="connsiteY2" fmla="*/ 497476 h 11460480"/>
              <a:gd name="connsiteX3" fmla="*/ 5570220 w 5570220"/>
              <a:gd name="connsiteY3" fmla="*/ 10963004 h 11460480"/>
              <a:gd name="connsiteX4" fmla="*/ 5072744 w 5570220"/>
              <a:gd name="connsiteY4" fmla="*/ 11460480 h 11460480"/>
              <a:gd name="connsiteX5" fmla="*/ 497476 w 5570220"/>
              <a:gd name="connsiteY5" fmla="*/ 11460480 h 11460480"/>
              <a:gd name="connsiteX6" fmla="*/ 0 w 5570220"/>
              <a:gd name="connsiteY6" fmla="*/ 10963004 h 11460480"/>
              <a:gd name="connsiteX7" fmla="*/ 0 w 5570220"/>
              <a:gd name="connsiteY7" fmla="*/ 497476 h 11460480"/>
              <a:gd name="connsiteX8" fmla="*/ 497476 w 5570220"/>
              <a:gd name="connsiteY8" fmla="*/ 0 h 1146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70220" h="11460480">
                <a:moveTo>
                  <a:pt x="497476" y="0"/>
                </a:moveTo>
                <a:lnTo>
                  <a:pt x="5072744" y="0"/>
                </a:lnTo>
                <a:cubicBezTo>
                  <a:pt x="5347492" y="0"/>
                  <a:pt x="5570220" y="222728"/>
                  <a:pt x="5570220" y="497476"/>
                </a:cubicBezTo>
                <a:lnTo>
                  <a:pt x="5570220" y="10963004"/>
                </a:lnTo>
                <a:cubicBezTo>
                  <a:pt x="5570220" y="11237752"/>
                  <a:pt x="5347492" y="11460480"/>
                  <a:pt x="5072744" y="11460480"/>
                </a:cubicBezTo>
                <a:lnTo>
                  <a:pt x="497476" y="11460480"/>
                </a:lnTo>
                <a:cubicBezTo>
                  <a:pt x="222728" y="11460480"/>
                  <a:pt x="0" y="11237752"/>
                  <a:pt x="0" y="10963004"/>
                </a:cubicBezTo>
                <a:lnTo>
                  <a:pt x="0" y="497476"/>
                </a:lnTo>
                <a:cubicBezTo>
                  <a:pt x="0" y="222728"/>
                  <a:pt x="222728" y="0"/>
                  <a:pt x="497476" y="0"/>
                </a:cubicBezTo>
                <a:close/>
              </a:path>
            </a:pathLst>
          </a:custGeom>
          <a:pattFill prst="wdUpDiag">
            <a:fgClr>
              <a:srgbClr val="FADFD9"/>
            </a:fgClr>
            <a:bgClr>
              <a:schemeClr val="bg1"/>
            </a:bgClr>
          </a:pattFill>
        </p:spPr>
        <p:txBody>
          <a:bodyPr wrap="square" lIns="457200" tIns="2103120" rIns="457200">
            <a:noAutofit/>
          </a:bodyPr>
          <a:lstStyle>
            <a:lvl1pPr marL="0" indent="0" algn="l">
              <a:buNone/>
              <a:defRPr sz="4000">
                <a:solidFill>
                  <a:schemeClr val="tx1"/>
                </a:solidFill>
              </a:defRPr>
            </a:lvl1pPr>
          </a:lstStyle>
          <a:p>
            <a:r>
              <a:rPr lang="en-US"/>
              <a:t>Drag and drop your Samsung screenshot into this photo placeholder</a:t>
            </a:r>
          </a:p>
        </p:txBody>
      </p:sp>
      <p:pic>
        <p:nvPicPr>
          <p:cNvPr id="16" name="Picture 15">
            <a:extLst>
              <a:ext uri="{FF2B5EF4-FFF2-40B4-BE49-F238E27FC236}">
                <a16:creationId xmlns:a16="http://schemas.microsoft.com/office/drawing/2014/main" id="{FF2BEFB6-D3AD-7D4D-B4C9-7ED95B704F2C}"/>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25588" y="11700946"/>
            <a:ext cx="1940677" cy="491056"/>
          </a:xfrm>
          <a:prstGeom prst="rect">
            <a:avLst/>
          </a:prstGeom>
        </p:spPr>
      </p:pic>
    </p:spTree>
    <p:extLst>
      <p:ext uri="{BB962C8B-B14F-4D97-AF65-F5344CB8AC3E}">
        <p14:creationId xmlns:p14="http://schemas.microsoft.com/office/powerpoint/2010/main" val="181817751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titles + macbook air">
    <p:bg>
      <p:bgPr>
        <a:solidFill>
          <a:srgbClr val="FDFAF5"/>
        </a:solidFill>
        <a:effectLst/>
      </p:bgPr>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71054D90-0146-C648-9DF3-B94C3E775693}"/>
              </a:ext>
              <a:ext uri="{C183D7F6-B498-43B3-948B-1728B52AA6E4}">
                <adec:decorative xmlns:adec="http://schemas.microsoft.com/office/drawing/2017/decorative" val="1"/>
              </a:ext>
            </a:extLst>
          </p:cNvPr>
          <p:cNvSpPr/>
          <p:nvPr/>
        </p:nvSpPr>
        <p:spPr>
          <a:xfrm>
            <a:off x="11335770" y="0"/>
            <a:ext cx="13051407" cy="13716000"/>
          </a:xfrm>
          <a:custGeom>
            <a:avLst/>
            <a:gdLst>
              <a:gd name="connsiteX0" fmla="*/ 2591986 w 13051407"/>
              <a:gd name="connsiteY0" fmla="*/ 0 h 13716000"/>
              <a:gd name="connsiteX1" fmla="*/ 13051407 w 13051407"/>
              <a:gd name="connsiteY1" fmla="*/ 0 h 13716000"/>
              <a:gd name="connsiteX2" fmla="*/ 13051407 w 13051407"/>
              <a:gd name="connsiteY2" fmla="*/ 13716000 h 13716000"/>
              <a:gd name="connsiteX3" fmla="*/ 2591986 w 13051407"/>
              <a:gd name="connsiteY3" fmla="*/ 13716000 h 13716000"/>
              <a:gd name="connsiteX4" fmla="*/ 2369931 w 13051407"/>
              <a:gd name="connsiteY4" fmla="*/ 13459652 h 13716000"/>
              <a:gd name="connsiteX5" fmla="*/ 0 w 13051407"/>
              <a:gd name="connsiteY5" fmla="*/ 6858000 h 13716000"/>
              <a:gd name="connsiteX6" fmla="*/ 2369931 w 13051407"/>
              <a:gd name="connsiteY6" fmla="*/ 256349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51407" h="13716000">
                <a:moveTo>
                  <a:pt x="2591986" y="0"/>
                </a:moveTo>
                <a:lnTo>
                  <a:pt x="13051407" y="0"/>
                </a:lnTo>
                <a:lnTo>
                  <a:pt x="13051407" y="13716000"/>
                </a:lnTo>
                <a:lnTo>
                  <a:pt x="2591986" y="13716000"/>
                </a:lnTo>
                <a:lnTo>
                  <a:pt x="2369931" y="13459652"/>
                </a:lnTo>
                <a:cubicBezTo>
                  <a:pt x="889386" y="11665645"/>
                  <a:pt x="0" y="9365686"/>
                  <a:pt x="0" y="6858000"/>
                </a:cubicBezTo>
                <a:cubicBezTo>
                  <a:pt x="0" y="4350314"/>
                  <a:pt x="889386" y="2050355"/>
                  <a:pt x="2369931" y="256349"/>
                </a:cubicBez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noProof="0"/>
          </a:p>
        </p:txBody>
      </p:sp>
      <p:sp>
        <p:nvSpPr>
          <p:cNvPr id="15" name="Title Placeholder 1">
            <a:extLst>
              <a:ext uri="{FF2B5EF4-FFF2-40B4-BE49-F238E27FC236}">
                <a16:creationId xmlns:a16="http://schemas.microsoft.com/office/drawing/2014/main" id="{BD83B4EB-A5CF-5C4B-851B-2E7212A67D17}"/>
              </a:ext>
            </a:extLst>
          </p:cNvPr>
          <p:cNvSpPr>
            <a:spLocks noGrp="1"/>
          </p:cNvSpPr>
          <p:nvPr>
            <p:ph type="title" hasCustomPrompt="1"/>
          </p:nvPr>
        </p:nvSpPr>
        <p:spPr>
          <a:xfrm>
            <a:off x="1441696" y="4343400"/>
            <a:ext cx="7179791" cy="2514600"/>
          </a:xfrm>
          <a:prstGeom prst="rect">
            <a:avLst/>
          </a:prstGeom>
        </p:spPr>
        <p:txBody>
          <a:bodyPr vert="horz" lIns="91440" tIns="45720" rIns="91440" bIns="45720" rtlCol="0" anchor="b" anchorCtr="0">
            <a:noAutofit/>
          </a:bodyPr>
          <a:lstStyle>
            <a:lvl1pPr>
              <a:defRPr sz="8798">
                <a:solidFill>
                  <a:schemeClr val="accent2"/>
                </a:solidFill>
              </a:defRPr>
            </a:lvl1pPr>
          </a:lstStyle>
          <a:p>
            <a:r>
              <a:rPr lang="en-US"/>
              <a:t>Enter slide title here in two lines</a:t>
            </a:r>
          </a:p>
        </p:txBody>
      </p:sp>
      <p:sp>
        <p:nvSpPr>
          <p:cNvPr id="13" name="Text Placeholder 8">
            <a:extLst>
              <a:ext uri="{FF2B5EF4-FFF2-40B4-BE49-F238E27FC236}">
                <a16:creationId xmlns:a16="http://schemas.microsoft.com/office/drawing/2014/main" id="{3DC6B344-9856-064E-9D29-4F593472BDAD}"/>
              </a:ext>
            </a:extLst>
          </p:cNvPr>
          <p:cNvSpPr>
            <a:spLocks noGrp="1"/>
          </p:cNvSpPr>
          <p:nvPr>
            <p:ph type="body" sz="quarter" idx="17" hasCustomPrompt="1"/>
          </p:nvPr>
        </p:nvSpPr>
        <p:spPr>
          <a:xfrm>
            <a:off x="1441698" y="6949440"/>
            <a:ext cx="6745074" cy="2319252"/>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pic>
        <p:nvPicPr>
          <p:cNvPr id="3" name="Picture 2">
            <a:extLst>
              <a:ext uri="{FF2B5EF4-FFF2-40B4-BE49-F238E27FC236}">
                <a16:creationId xmlns:a16="http://schemas.microsoft.com/office/drawing/2014/main" id="{6E6FCC90-F31E-344F-9EDC-5666858B155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394854" y="2350348"/>
            <a:ext cx="15977466" cy="8833696"/>
          </a:xfrm>
          <a:prstGeom prst="rect">
            <a:avLst/>
          </a:prstGeom>
        </p:spPr>
      </p:pic>
      <p:sp>
        <p:nvSpPr>
          <p:cNvPr id="12" name="Picture Placeholder 5">
            <a:extLst>
              <a:ext uri="{FF2B5EF4-FFF2-40B4-BE49-F238E27FC236}">
                <a16:creationId xmlns:a16="http://schemas.microsoft.com/office/drawing/2014/main" id="{2855B3D1-83BB-D14D-8205-4C511F91D824}"/>
              </a:ext>
              <a:ext uri="{C183D7F6-B498-43B3-948B-1728B52AA6E4}">
                <adec:decorative xmlns:adec="http://schemas.microsoft.com/office/drawing/2017/decorative" val="1"/>
              </a:ext>
            </a:extLst>
          </p:cNvPr>
          <p:cNvSpPr>
            <a:spLocks noGrp="1"/>
          </p:cNvSpPr>
          <p:nvPr>
            <p:ph type="pic" sz="quarter" idx="18" hasCustomPrompt="1"/>
          </p:nvPr>
        </p:nvSpPr>
        <p:spPr>
          <a:xfrm>
            <a:off x="10460736" y="2948639"/>
            <a:ext cx="11832336" cy="7109762"/>
          </a:xfrm>
          <a:pattFill prst="wdUpDiag">
            <a:fgClr>
              <a:srgbClr val="FADFD9"/>
            </a:fgClr>
            <a:bgClr>
              <a:schemeClr val="bg1"/>
            </a:bgClr>
          </a:pattFill>
        </p:spPr>
        <p:txBody>
          <a:bodyPr lIns="914400" tIns="1463040" rIns="914400">
            <a:normAutofit/>
          </a:bodyPr>
          <a:lstStyle>
            <a:lvl1pPr marL="0" indent="0" algn="ctr">
              <a:buNone/>
              <a:defRPr sz="3600">
                <a:solidFill>
                  <a:schemeClr val="tx1"/>
                </a:solidFill>
              </a:defRPr>
            </a:lvl1pPr>
          </a:lstStyle>
          <a:p>
            <a:r>
              <a:rPr lang="en-US"/>
              <a:t>Drag and drop your screenshot into</a:t>
            </a:r>
          </a:p>
          <a:p>
            <a:r>
              <a:rPr lang="en-US"/>
              <a:t>this photo placeholder</a:t>
            </a:r>
          </a:p>
        </p:txBody>
      </p:sp>
      <p:sp>
        <p:nvSpPr>
          <p:cNvPr id="7" name="Folded Corner 6">
            <a:extLst>
              <a:ext uri="{FF2B5EF4-FFF2-40B4-BE49-F238E27FC236}">
                <a16:creationId xmlns:a16="http://schemas.microsoft.com/office/drawing/2014/main" id="{4A75138B-86ED-9A47-9C1A-BDA75D1DA028}"/>
              </a:ext>
              <a:ext uri="{C183D7F6-B498-43B3-948B-1728B52AA6E4}">
                <adec:decorative xmlns:adec="http://schemas.microsoft.com/office/drawing/2017/decorative" val="1"/>
              </a:ext>
            </a:extLst>
          </p:cNvPr>
          <p:cNvSpPr/>
          <p:nvPr/>
        </p:nvSpPr>
        <p:spPr>
          <a:xfrm>
            <a:off x="1" y="-2514600"/>
            <a:ext cx="8497888" cy="19304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laptop screenshot.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Drag and drop your screenshot and replace text placeholders with your own words.</a:t>
            </a:r>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131886263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titles + iphone x vertical">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5B232F01-48BC-E849-A3D8-4710F1C3691C}"/>
              </a:ext>
            </a:extLst>
          </p:cNvPr>
          <p:cNvSpPr>
            <a:spLocks noGrp="1"/>
          </p:cNvSpPr>
          <p:nvPr>
            <p:ph type="title" hasCustomPrompt="1"/>
          </p:nvPr>
        </p:nvSpPr>
        <p:spPr>
          <a:xfrm>
            <a:off x="1441697" y="4343400"/>
            <a:ext cx="7343074" cy="2514600"/>
          </a:xfrm>
          <a:prstGeom prst="rect">
            <a:avLst/>
          </a:prstGeom>
        </p:spPr>
        <p:txBody>
          <a:bodyPr vert="horz" lIns="91440" tIns="45720" rIns="91440" bIns="45720" rtlCol="0" anchor="b" anchorCtr="0">
            <a:noAutofit/>
          </a:bodyPr>
          <a:lstStyle>
            <a:lvl1pPr>
              <a:defRPr sz="8798">
                <a:solidFill>
                  <a:schemeClr val="accent2"/>
                </a:solidFill>
              </a:defRPr>
            </a:lvl1pPr>
          </a:lstStyle>
          <a:p>
            <a:r>
              <a:rPr lang="en-US"/>
              <a:t>Enter slide title here in two lines</a:t>
            </a:r>
          </a:p>
        </p:txBody>
      </p:sp>
      <p:sp>
        <p:nvSpPr>
          <p:cNvPr id="8" name="Text Placeholder 8">
            <a:extLst>
              <a:ext uri="{FF2B5EF4-FFF2-40B4-BE49-F238E27FC236}">
                <a16:creationId xmlns:a16="http://schemas.microsoft.com/office/drawing/2014/main" id="{BD17AF82-CFEF-444E-8CB0-C4CD52448D72}"/>
              </a:ext>
            </a:extLst>
          </p:cNvPr>
          <p:cNvSpPr>
            <a:spLocks noGrp="1"/>
          </p:cNvSpPr>
          <p:nvPr>
            <p:ph type="body" sz="quarter" idx="17" hasCustomPrompt="1"/>
          </p:nvPr>
        </p:nvSpPr>
        <p:spPr>
          <a:xfrm>
            <a:off x="1441698" y="6949440"/>
            <a:ext cx="6745074" cy="2319252"/>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sp>
        <p:nvSpPr>
          <p:cNvPr id="9" name="Freeform 8">
            <a:extLst>
              <a:ext uri="{FF2B5EF4-FFF2-40B4-BE49-F238E27FC236}">
                <a16:creationId xmlns:a16="http://schemas.microsoft.com/office/drawing/2014/main" id="{F5188961-A5EF-F94E-93B3-8A45F5C7C1A1}"/>
              </a:ext>
              <a:ext uri="{C183D7F6-B498-43B3-948B-1728B52AA6E4}">
                <adec:decorative xmlns:adec="http://schemas.microsoft.com/office/drawing/2017/decorative" val="1"/>
              </a:ext>
            </a:extLst>
          </p:cNvPr>
          <p:cNvSpPr/>
          <p:nvPr/>
        </p:nvSpPr>
        <p:spPr>
          <a:xfrm>
            <a:off x="11335770" y="0"/>
            <a:ext cx="13051407" cy="13716000"/>
          </a:xfrm>
          <a:custGeom>
            <a:avLst/>
            <a:gdLst>
              <a:gd name="connsiteX0" fmla="*/ 2591986 w 13051407"/>
              <a:gd name="connsiteY0" fmla="*/ 0 h 13716000"/>
              <a:gd name="connsiteX1" fmla="*/ 13051407 w 13051407"/>
              <a:gd name="connsiteY1" fmla="*/ 0 h 13716000"/>
              <a:gd name="connsiteX2" fmla="*/ 13051407 w 13051407"/>
              <a:gd name="connsiteY2" fmla="*/ 13716000 h 13716000"/>
              <a:gd name="connsiteX3" fmla="*/ 2591986 w 13051407"/>
              <a:gd name="connsiteY3" fmla="*/ 13716000 h 13716000"/>
              <a:gd name="connsiteX4" fmla="*/ 2369931 w 13051407"/>
              <a:gd name="connsiteY4" fmla="*/ 13459652 h 13716000"/>
              <a:gd name="connsiteX5" fmla="*/ 0 w 13051407"/>
              <a:gd name="connsiteY5" fmla="*/ 6858000 h 13716000"/>
              <a:gd name="connsiteX6" fmla="*/ 2369931 w 13051407"/>
              <a:gd name="connsiteY6" fmla="*/ 256349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51407" h="13716000">
                <a:moveTo>
                  <a:pt x="2591986" y="0"/>
                </a:moveTo>
                <a:lnTo>
                  <a:pt x="13051407" y="0"/>
                </a:lnTo>
                <a:lnTo>
                  <a:pt x="13051407" y="13716000"/>
                </a:lnTo>
                <a:lnTo>
                  <a:pt x="2591986" y="13716000"/>
                </a:lnTo>
                <a:lnTo>
                  <a:pt x="2369931" y="13459652"/>
                </a:lnTo>
                <a:cubicBezTo>
                  <a:pt x="889386" y="11665645"/>
                  <a:pt x="0" y="9365686"/>
                  <a:pt x="0" y="6858000"/>
                </a:cubicBezTo>
                <a:cubicBezTo>
                  <a:pt x="0" y="4350314"/>
                  <a:pt x="889386" y="2050355"/>
                  <a:pt x="2369931" y="256349"/>
                </a:cubicBez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noProof="0"/>
          </a:p>
        </p:txBody>
      </p:sp>
      <p:pic>
        <p:nvPicPr>
          <p:cNvPr id="4" name="phone">
            <a:extLst>
              <a:ext uri="{FF2B5EF4-FFF2-40B4-BE49-F238E27FC236}">
                <a16:creationId xmlns:a16="http://schemas.microsoft.com/office/drawing/2014/main" id="{C85F4C07-40BB-BE42-A952-E64B3F5B3B55}"/>
              </a:ext>
              <a:ext uri="{C183D7F6-B498-43B3-948B-1728B52AA6E4}">
                <adec:decorative xmlns:adec="http://schemas.microsoft.com/office/drawing/2017/decorative" val="1"/>
              </a:ext>
            </a:extLst>
          </p:cNvPr>
          <p:cNvPicPr>
            <a:picLocks noChangeAspect="1"/>
          </p:cNvPicPr>
          <p:nvPr/>
        </p:nvPicPr>
        <p:blipFill>
          <a:blip r:embed="rId2">
            <a:lum bright="28000"/>
          </a:blip>
          <a:stretch>
            <a:fillRect/>
          </a:stretch>
        </p:blipFill>
        <p:spPr>
          <a:xfrm>
            <a:off x="12711262" y="712790"/>
            <a:ext cx="5890629" cy="12346536"/>
          </a:xfrm>
          <a:prstGeom prst="rect">
            <a:avLst/>
          </a:prstGeom>
        </p:spPr>
      </p:pic>
      <p:sp>
        <p:nvSpPr>
          <p:cNvPr id="37" name="Picture Placeholder 6">
            <a:extLst>
              <a:ext uri="{FF2B5EF4-FFF2-40B4-BE49-F238E27FC236}">
                <a16:creationId xmlns:a16="http://schemas.microsoft.com/office/drawing/2014/main" id="{184DDDC5-FB04-5341-BE58-E60D02432D72}"/>
              </a:ext>
              <a:ext uri="{C183D7F6-B498-43B3-948B-1728B52AA6E4}">
                <adec:decorative xmlns:adec="http://schemas.microsoft.com/office/drawing/2017/decorative" val="1"/>
              </a:ext>
            </a:extLst>
          </p:cNvPr>
          <p:cNvSpPr>
            <a:spLocks noGrp="1"/>
          </p:cNvSpPr>
          <p:nvPr>
            <p:ph type="pic" sz="quarter" idx="18" hasCustomPrompt="1"/>
          </p:nvPr>
        </p:nvSpPr>
        <p:spPr>
          <a:xfrm>
            <a:off x="12883128" y="860145"/>
            <a:ext cx="5512528" cy="12011822"/>
          </a:xfrm>
          <a:custGeom>
            <a:avLst/>
            <a:gdLst>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297683 w 5512527"/>
              <a:gd name="connsiteY18" fmla="*/ 160595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46021 w 5512527"/>
              <a:gd name="connsiteY18" fmla="*/ 144482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96183 w 5512527"/>
              <a:gd name="connsiteY17" fmla="*/ 0 h 11985173"/>
              <a:gd name="connsiteX18" fmla="*/ 4927979 w 5512527"/>
              <a:gd name="connsiteY18" fmla="*/ 0 h 11985173"/>
              <a:gd name="connsiteX19" fmla="*/ 5512527 w 5512527"/>
              <a:gd name="connsiteY19" fmla="*/ 584548 h 11985173"/>
              <a:gd name="connsiteX20" fmla="*/ 5512527 w 5512527"/>
              <a:gd name="connsiteY20" fmla="*/ 11400625 h 11985173"/>
              <a:gd name="connsiteX21" fmla="*/ 4927979 w 5512527"/>
              <a:gd name="connsiteY21" fmla="*/ 11985173 h 11985173"/>
              <a:gd name="connsiteX22" fmla="*/ 584548 w 5512527"/>
              <a:gd name="connsiteY22" fmla="*/ 11985173 h 11985173"/>
              <a:gd name="connsiteX23" fmla="*/ 0 w 5512527"/>
              <a:gd name="connsiteY23" fmla="*/ 11400625 h 11985173"/>
              <a:gd name="connsiteX24" fmla="*/ 0 w 5512527"/>
              <a:gd name="connsiteY24" fmla="*/ 584548 h 11985173"/>
              <a:gd name="connsiteX25" fmla="*/ 584548 w 5512527"/>
              <a:gd name="connsiteY25" fmla="*/ 0 h 119851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12135 w 5512527"/>
              <a:gd name="connsiteY12" fmla="*/ 46029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333881 w 5512527"/>
              <a:gd name="connsiteY9" fmla="*/ 124570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77515 w 5512527"/>
              <a:gd name="connsiteY7" fmla="*/ 50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20100 h 12005273"/>
              <a:gd name="connsiteX1" fmla="*/ 867289 w 5512527"/>
              <a:gd name="connsiteY1" fmla="*/ 20100 h 12005273"/>
              <a:gd name="connsiteX2" fmla="*/ 872596 w 5512527"/>
              <a:gd name="connsiteY2" fmla="*/ 21807 h 12005273"/>
              <a:gd name="connsiteX3" fmla="*/ 957894 w 5512527"/>
              <a:gd name="connsiteY3" fmla="*/ 20887 h 12005273"/>
              <a:gd name="connsiteX4" fmla="*/ 981310 w 5512527"/>
              <a:gd name="connsiteY4" fmla="*/ 20100 h 12005273"/>
              <a:gd name="connsiteX5" fmla="*/ 1099734 w 5512527"/>
              <a:gd name="connsiteY5" fmla="*/ 20100 h 12005273"/>
              <a:gd name="connsiteX6" fmla="*/ 1134631 w 5512527"/>
              <a:gd name="connsiteY6" fmla="*/ 0 h 12005273"/>
              <a:gd name="connsiteX7" fmla="*/ 1177515 w 5512527"/>
              <a:gd name="connsiteY7" fmla="*/ 18840 h 12005273"/>
              <a:gd name="connsiteX8" fmla="*/ 1262697 w 5512527"/>
              <a:gd name="connsiteY8" fmla="*/ 170136 h 12005273"/>
              <a:gd name="connsiteX9" fmla="*/ 1262701 w 5512527"/>
              <a:gd name="connsiteY9" fmla="*/ 195708 h 12005273"/>
              <a:gd name="connsiteX10" fmla="*/ 1531513 w 5512527"/>
              <a:gd name="connsiteY10" fmla="*/ 458170 h 12005273"/>
              <a:gd name="connsiteX11" fmla="*/ 4005785 w 5512527"/>
              <a:gd name="connsiteY11" fmla="*/ 454995 h 12005273"/>
              <a:gd name="connsiteX12" fmla="*/ 4211195 w 5512527"/>
              <a:gd name="connsiteY12" fmla="*/ 391592 h 12005273"/>
              <a:gd name="connsiteX13" fmla="*/ 4214215 w 5512527"/>
              <a:gd name="connsiteY13" fmla="*/ 387109 h 12005273"/>
              <a:gd name="connsiteX14" fmla="*/ 4215227 w 5512527"/>
              <a:gd name="connsiteY14" fmla="*/ 386276 h 12005273"/>
              <a:gd name="connsiteX15" fmla="*/ 4278629 w 5512527"/>
              <a:gd name="connsiteY15" fmla="*/ 184042 h 12005273"/>
              <a:gd name="connsiteX16" fmla="*/ 4389833 w 5512527"/>
              <a:gd name="connsiteY16" fmla="*/ 13750 h 12005273"/>
              <a:gd name="connsiteX17" fmla="*/ 4927979 w 5512527"/>
              <a:gd name="connsiteY17" fmla="*/ 20100 h 12005273"/>
              <a:gd name="connsiteX18" fmla="*/ 5512527 w 5512527"/>
              <a:gd name="connsiteY18" fmla="*/ 604648 h 12005273"/>
              <a:gd name="connsiteX19" fmla="*/ 5512527 w 5512527"/>
              <a:gd name="connsiteY19" fmla="*/ 11420725 h 12005273"/>
              <a:gd name="connsiteX20" fmla="*/ 4927979 w 5512527"/>
              <a:gd name="connsiteY20" fmla="*/ 12005273 h 12005273"/>
              <a:gd name="connsiteX21" fmla="*/ 584548 w 5512527"/>
              <a:gd name="connsiteY21" fmla="*/ 12005273 h 12005273"/>
              <a:gd name="connsiteX22" fmla="*/ 0 w 5512527"/>
              <a:gd name="connsiteY22" fmla="*/ 11420725 h 12005273"/>
              <a:gd name="connsiteX23" fmla="*/ 0 w 5512527"/>
              <a:gd name="connsiteY23" fmla="*/ 604648 h 12005273"/>
              <a:gd name="connsiteX24" fmla="*/ 584548 w 5512527"/>
              <a:gd name="connsiteY24" fmla="*/ 20100 h 120052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77515 w 5512527"/>
              <a:gd name="connsiteY6" fmla="*/ 5090 h 11991523"/>
              <a:gd name="connsiteX7" fmla="*/ 1262697 w 5512527"/>
              <a:gd name="connsiteY7" fmla="*/ 156386 h 11991523"/>
              <a:gd name="connsiteX8" fmla="*/ 1262701 w 5512527"/>
              <a:gd name="connsiteY8" fmla="*/ 181958 h 11991523"/>
              <a:gd name="connsiteX9" fmla="*/ 1531513 w 5512527"/>
              <a:gd name="connsiteY9" fmla="*/ 444420 h 11991523"/>
              <a:gd name="connsiteX10" fmla="*/ 4005785 w 5512527"/>
              <a:gd name="connsiteY10" fmla="*/ 441245 h 11991523"/>
              <a:gd name="connsiteX11" fmla="*/ 4211195 w 5512527"/>
              <a:gd name="connsiteY11" fmla="*/ 377842 h 11991523"/>
              <a:gd name="connsiteX12" fmla="*/ 4214215 w 5512527"/>
              <a:gd name="connsiteY12" fmla="*/ 373359 h 11991523"/>
              <a:gd name="connsiteX13" fmla="*/ 4215227 w 5512527"/>
              <a:gd name="connsiteY13" fmla="*/ 372526 h 11991523"/>
              <a:gd name="connsiteX14" fmla="*/ 4278629 w 5512527"/>
              <a:gd name="connsiteY14" fmla="*/ 170292 h 11991523"/>
              <a:gd name="connsiteX15" fmla="*/ 4389833 w 5512527"/>
              <a:gd name="connsiteY15" fmla="*/ 0 h 11991523"/>
              <a:gd name="connsiteX16" fmla="*/ 4927979 w 5512527"/>
              <a:gd name="connsiteY16" fmla="*/ 6350 h 11991523"/>
              <a:gd name="connsiteX17" fmla="*/ 5512527 w 5512527"/>
              <a:gd name="connsiteY17" fmla="*/ 590898 h 11991523"/>
              <a:gd name="connsiteX18" fmla="*/ 5512527 w 5512527"/>
              <a:gd name="connsiteY18" fmla="*/ 11406975 h 11991523"/>
              <a:gd name="connsiteX19" fmla="*/ 4927979 w 5512527"/>
              <a:gd name="connsiteY19" fmla="*/ 11991523 h 11991523"/>
              <a:gd name="connsiteX20" fmla="*/ 584548 w 5512527"/>
              <a:gd name="connsiteY20" fmla="*/ 11991523 h 11991523"/>
              <a:gd name="connsiteX21" fmla="*/ 0 w 5512527"/>
              <a:gd name="connsiteY21" fmla="*/ 11406975 h 11991523"/>
              <a:gd name="connsiteX22" fmla="*/ 0 w 5512527"/>
              <a:gd name="connsiteY22" fmla="*/ 590898 h 11991523"/>
              <a:gd name="connsiteX23" fmla="*/ 584548 w 5512527"/>
              <a:gd name="connsiteY23"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177515 w 5512527"/>
              <a:gd name="connsiteY5" fmla="*/ 5090 h 11991523"/>
              <a:gd name="connsiteX6" fmla="*/ 1262697 w 5512527"/>
              <a:gd name="connsiteY6" fmla="*/ 156386 h 11991523"/>
              <a:gd name="connsiteX7" fmla="*/ 1262701 w 5512527"/>
              <a:gd name="connsiteY7" fmla="*/ 181958 h 11991523"/>
              <a:gd name="connsiteX8" fmla="*/ 1531513 w 5512527"/>
              <a:gd name="connsiteY8" fmla="*/ 444420 h 11991523"/>
              <a:gd name="connsiteX9" fmla="*/ 4005785 w 5512527"/>
              <a:gd name="connsiteY9" fmla="*/ 441245 h 11991523"/>
              <a:gd name="connsiteX10" fmla="*/ 4211195 w 5512527"/>
              <a:gd name="connsiteY10" fmla="*/ 377842 h 11991523"/>
              <a:gd name="connsiteX11" fmla="*/ 4214215 w 5512527"/>
              <a:gd name="connsiteY11" fmla="*/ 373359 h 11991523"/>
              <a:gd name="connsiteX12" fmla="*/ 4215227 w 5512527"/>
              <a:gd name="connsiteY12" fmla="*/ 372526 h 11991523"/>
              <a:gd name="connsiteX13" fmla="*/ 4278629 w 5512527"/>
              <a:gd name="connsiteY13" fmla="*/ 170292 h 11991523"/>
              <a:gd name="connsiteX14" fmla="*/ 4389833 w 5512527"/>
              <a:gd name="connsiteY14" fmla="*/ 0 h 11991523"/>
              <a:gd name="connsiteX15" fmla="*/ 4927979 w 5512527"/>
              <a:gd name="connsiteY15" fmla="*/ 6350 h 11991523"/>
              <a:gd name="connsiteX16" fmla="*/ 5512527 w 5512527"/>
              <a:gd name="connsiteY16" fmla="*/ 590898 h 11991523"/>
              <a:gd name="connsiteX17" fmla="*/ 5512527 w 5512527"/>
              <a:gd name="connsiteY17" fmla="*/ 11406975 h 11991523"/>
              <a:gd name="connsiteX18" fmla="*/ 4927979 w 5512527"/>
              <a:gd name="connsiteY18" fmla="*/ 11991523 h 11991523"/>
              <a:gd name="connsiteX19" fmla="*/ 584548 w 5512527"/>
              <a:gd name="connsiteY19" fmla="*/ 11991523 h 11991523"/>
              <a:gd name="connsiteX20" fmla="*/ 0 w 5512527"/>
              <a:gd name="connsiteY20" fmla="*/ 11406975 h 11991523"/>
              <a:gd name="connsiteX21" fmla="*/ 0 w 5512527"/>
              <a:gd name="connsiteY21" fmla="*/ 590898 h 11991523"/>
              <a:gd name="connsiteX22" fmla="*/ 584548 w 5512527"/>
              <a:gd name="connsiteY22"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1177515 w 5512527"/>
              <a:gd name="connsiteY4" fmla="*/ 5090 h 11991523"/>
              <a:gd name="connsiteX5" fmla="*/ 1262697 w 5512527"/>
              <a:gd name="connsiteY5" fmla="*/ 156386 h 11991523"/>
              <a:gd name="connsiteX6" fmla="*/ 1262701 w 5512527"/>
              <a:gd name="connsiteY6" fmla="*/ 181958 h 11991523"/>
              <a:gd name="connsiteX7" fmla="*/ 1531513 w 5512527"/>
              <a:gd name="connsiteY7" fmla="*/ 444420 h 11991523"/>
              <a:gd name="connsiteX8" fmla="*/ 4005785 w 5512527"/>
              <a:gd name="connsiteY8" fmla="*/ 441245 h 11991523"/>
              <a:gd name="connsiteX9" fmla="*/ 4211195 w 5512527"/>
              <a:gd name="connsiteY9" fmla="*/ 377842 h 11991523"/>
              <a:gd name="connsiteX10" fmla="*/ 4214215 w 5512527"/>
              <a:gd name="connsiteY10" fmla="*/ 373359 h 11991523"/>
              <a:gd name="connsiteX11" fmla="*/ 4215227 w 5512527"/>
              <a:gd name="connsiteY11" fmla="*/ 372526 h 11991523"/>
              <a:gd name="connsiteX12" fmla="*/ 4278629 w 5512527"/>
              <a:gd name="connsiteY12" fmla="*/ 170292 h 11991523"/>
              <a:gd name="connsiteX13" fmla="*/ 4389833 w 5512527"/>
              <a:gd name="connsiteY13" fmla="*/ 0 h 11991523"/>
              <a:gd name="connsiteX14" fmla="*/ 4927979 w 5512527"/>
              <a:gd name="connsiteY14" fmla="*/ 6350 h 11991523"/>
              <a:gd name="connsiteX15" fmla="*/ 5512527 w 5512527"/>
              <a:gd name="connsiteY15" fmla="*/ 590898 h 11991523"/>
              <a:gd name="connsiteX16" fmla="*/ 5512527 w 5512527"/>
              <a:gd name="connsiteY16" fmla="*/ 11406975 h 11991523"/>
              <a:gd name="connsiteX17" fmla="*/ 4927979 w 5512527"/>
              <a:gd name="connsiteY17" fmla="*/ 11991523 h 11991523"/>
              <a:gd name="connsiteX18" fmla="*/ 584548 w 5512527"/>
              <a:gd name="connsiteY18" fmla="*/ 11991523 h 11991523"/>
              <a:gd name="connsiteX19" fmla="*/ 0 w 5512527"/>
              <a:gd name="connsiteY19" fmla="*/ 11406975 h 11991523"/>
              <a:gd name="connsiteX20" fmla="*/ 0 w 5512527"/>
              <a:gd name="connsiteY20" fmla="*/ 590898 h 11991523"/>
              <a:gd name="connsiteX21" fmla="*/ 584548 w 5512527"/>
              <a:gd name="connsiteY21" fmla="*/ 6350 h 11991523"/>
              <a:gd name="connsiteX0" fmla="*/ 584548 w 5512527"/>
              <a:gd name="connsiteY0" fmla="*/ 6350 h 11991523"/>
              <a:gd name="connsiteX1" fmla="*/ 867289 w 5512527"/>
              <a:gd name="connsiteY1" fmla="*/ 6350 h 11991523"/>
              <a:gd name="connsiteX2" fmla="*/ 957894 w 5512527"/>
              <a:gd name="connsiteY2" fmla="*/ 7137 h 11991523"/>
              <a:gd name="connsiteX3" fmla="*/ 1177515 w 5512527"/>
              <a:gd name="connsiteY3" fmla="*/ 5090 h 11991523"/>
              <a:gd name="connsiteX4" fmla="*/ 1262697 w 5512527"/>
              <a:gd name="connsiteY4" fmla="*/ 156386 h 11991523"/>
              <a:gd name="connsiteX5" fmla="*/ 1262701 w 5512527"/>
              <a:gd name="connsiteY5" fmla="*/ 181958 h 11991523"/>
              <a:gd name="connsiteX6" fmla="*/ 1531513 w 5512527"/>
              <a:gd name="connsiteY6" fmla="*/ 444420 h 11991523"/>
              <a:gd name="connsiteX7" fmla="*/ 4005785 w 5512527"/>
              <a:gd name="connsiteY7" fmla="*/ 441245 h 11991523"/>
              <a:gd name="connsiteX8" fmla="*/ 4211195 w 5512527"/>
              <a:gd name="connsiteY8" fmla="*/ 377842 h 11991523"/>
              <a:gd name="connsiteX9" fmla="*/ 4214215 w 5512527"/>
              <a:gd name="connsiteY9" fmla="*/ 373359 h 11991523"/>
              <a:gd name="connsiteX10" fmla="*/ 4215227 w 5512527"/>
              <a:gd name="connsiteY10" fmla="*/ 372526 h 11991523"/>
              <a:gd name="connsiteX11" fmla="*/ 4278629 w 5512527"/>
              <a:gd name="connsiteY11" fmla="*/ 170292 h 11991523"/>
              <a:gd name="connsiteX12" fmla="*/ 4389833 w 5512527"/>
              <a:gd name="connsiteY12" fmla="*/ 0 h 11991523"/>
              <a:gd name="connsiteX13" fmla="*/ 4927979 w 5512527"/>
              <a:gd name="connsiteY13" fmla="*/ 6350 h 11991523"/>
              <a:gd name="connsiteX14" fmla="*/ 5512527 w 5512527"/>
              <a:gd name="connsiteY14" fmla="*/ 590898 h 11991523"/>
              <a:gd name="connsiteX15" fmla="*/ 5512527 w 5512527"/>
              <a:gd name="connsiteY15" fmla="*/ 11406975 h 11991523"/>
              <a:gd name="connsiteX16" fmla="*/ 4927979 w 5512527"/>
              <a:gd name="connsiteY16" fmla="*/ 11991523 h 11991523"/>
              <a:gd name="connsiteX17" fmla="*/ 584548 w 5512527"/>
              <a:gd name="connsiteY17" fmla="*/ 11991523 h 11991523"/>
              <a:gd name="connsiteX18" fmla="*/ 0 w 5512527"/>
              <a:gd name="connsiteY18" fmla="*/ 11406975 h 11991523"/>
              <a:gd name="connsiteX19" fmla="*/ 0 w 5512527"/>
              <a:gd name="connsiteY19" fmla="*/ 590898 h 11991523"/>
              <a:gd name="connsiteX20" fmla="*/ 584548 w 5512527"/>
              <a:gd name="connsiteY20" fmla="*/ 6350 h 11991523"/>
              <a:gd name="connsiteX0" fmla="*/ 584548 w 5512527"/>
              <a:gd name="connsiteY0" fmla="*/ 11913 h 11997086"/>
              <a:gd name="connsiteX1" fmla="*/ 867289 w 5512527"/>
              <a:gd name="connsiteY1" fmla="*/ 11913 h 11997086"/>
              <a:gd name="connsiteX2" fmla="*/ 961069 w 5512527"/>
              <a:gd name="connsiteY2" fmla="*/ 0 h 11997086"/>
              <a:gd name="connsiteX3" fmla="*/ 1177515 w 5512527"/>
              <a:gd name="connsiteY3" fmla="*/ 10653 h 11997086"/>
              <a:gd name="connsiteX4" fmla="*/ 1262697 w 5512527"/>
              <a:gd name="connsiteY4" fmla="*/ 161949 h 11997086"/>
              <a:gd name="connsiteX5" fmla="*/ 1262701 w 5512527"/>
              <a:gd name="connsiteY5" fmla="*/ 187521 h 11997086"/>
              <a:gd name="connsiteX6" fmla="*/ 1531513 w 5512527"/>
              <a:gd name="connsiteY6" fmla="*/ 449983 h 11997086"/>
              <a:gd name="connsiteX7" fmla="*/ 4005785 w 5512527"/>
              <a:gd name="connsiteY7" fmla="*/ 446808 h 11997086"/>
              <a:gd name="connsiteX8" fmla="*/ 4211195 w 5512527"/>
              <a:gd name="connsiteY8" fmla="*/ 383405 h 11997086"/>
              <a:gd name="connsiteX9" fmla="*/ 4214215 w 5512527"/>
              <a:gd name="connsiteY9" fmla="*/ 378922 h 11997086"/>
              <a:gd name="connsiteX10" fmla="*/ 4215227 w 5512527"/>
              <a:gd name="connsiteY10" fmla="*/ 378089 h 11997086"/>
              <a:gd name="connsiteX11" fmla="*/ 4278629 w 5512527"/>
              <a:gd name="connsiteY11" fmla="*/ 175855 h 11997086"/>
              <a:gd name="connsiteX12" fmla="*/ 4389833 w 5512527"/>
              <a:gd name="connsiteY12" fmla="*/ 5563 h 11997086"/>
              <a:gd name="connsiteX13" fmla="*/ 4927979 w 5512527"/>
              <a:gd name="connsiteY13" fmla="*/ 11913 h 11997086"/>
              <a:gd name="connsiteX14" fmla="*/ 5512527 w 5512527"/>
              <a:gd name="connsiteY14" fmla="*/ 596461 h 11997086"/>
              <a:gd name="connsiteX15" fmla="*/ 5512527 w 5512527"/>
              <a:gd name="connsiteY15" fmla="*/ 11412538 h 11997086"/>
              <a:gd name="connsiteX16" fmla="*/ 4927979 w 5512527"/>
              <a:gd name="connsiteY16" fmla="*/ 11997086 h 11997086"/>
              <a:gd name="connsiteX17" fmla="*/ 584548 w 5512527"/>
              <a:gd name="connsiteY17" fmla="*/ 11997086 h 11997086"/>
              <a:gd name="connsiteX18" fmla="*/ 0 w 5512527"/>
              <a:gd name="connsiteY18" fmla="*/ 11412538 h 11997086"/>
              <a:gd name="connsiteX19" fmla="*/ 0 w 5512527"/>
              <a:gd name="connsiteY19" fmla="*/ 596461 h 11997086"/>
              <a:gd name="connsiteX20" fmla="*/ 584548 w 5512527"/>
              <a:gd name="connsiteY20" fmla="*/ 11913 h 11997086"/>
              <a:gd name="connsiteX0" fmla="*/ 584548 w 5512527"/>
              <a:gd name="connsiteY0" fmla="*/ 19050 h 12004223"/>
              <a:gd name="connsiteX1" fmla="*/ 857764 w 5512527"/>
              <a:gd name="connsiteY1" fmla="*/ 0 h 12004223"/>
              <a:gd name="connsiteX2" fmla="*/ 961069 w 5512527"/>
              <a:gd name="connsiteY2" fmla="*/ 7137 h 12004223"/>
              <a:gd name="connsiteX3" fmla="*/ 1177515 w 5512527"/>
              <a:gd name="connsiteY3" fmla="*/ 17790 h 12004223"/>
              <a:gd name="connsiteX4" fmla="*/ 1262697 w 5512527"/>
              <a:gd name="connsiteY4" fmla="*/ 169086 h 12004223"/>
              <a:gd name="connsiteX5" fmla="*/ 1262701 w 5512527"/>
              <a:gd name="connsiteY5" fmla="*/ 194658 h 12004223"/>
              <a:gd name="connsiteX6" fmla="*/ 1531513 w 5512527"/>
              <a:gd name="connsiteY6" fmla="*/ 457120 h 12004223"/>
              <a:gd name="connsiteX7" fmla="*/ 4005785 w 5512527"/>
              <a:gd name="connsiteY7" fmla="*/ 453945 h 12004223"/>
              <a:gd name="connsiteX8" fmla="*/ 4211195 w 5512527"/>
              <a:gd name="connsiteY8" fmla="*/ 390542 h 12004223"/>
              <a:gd name="connsiteX9" fmla="*/ 4214215 w 5512527"/>
              <a:gd name="connsiteY9" fmla="*/ 386059 h 12004223"/>
              <a:gd name="connsiteX10" fmla="*/ 4215227 w 5512527"/>
              <a:gd name="connsiteY10" fmla="*/ 385226 h 12004223"/>
              <a:gd name="connsiteX11" fmla="*/ 4278629 w 5512527"/>
              <a:gd name="connsiteY11" fmla="*/ 182992 h 12004223"/>
              <a:gd name="connsiteX12" fmla="*/ 4389833 w 5512527"/>
              <a:gd name="connsiteY12" fmla="*/ 12700 h 12004223"/>
              <a:gd name="connsiteX13" fmla="*/ 4927979 w 5512527"/>
              <a:gd name="connsiteY13" fmla="*/ 19050 h 12004223"/>
              <a:gd name="connsiteX14" fmla="*/ 5512527 w 5512527"/>
              <a:gd name="connsiteY14" fmla="*/ 603598 h 12004223"/>
              <a:gd name="connsiteX15" fmla="*/ 5512527 w 5512527"/>
              <a:gd name="connsiteY15" fmla="*/ 11419675 h 12004223"/>
              <a:gd name="connsiteX16" fmla="*/ 4927979 w 5512527"/>
              <a:gd name="connsiteY16" fmla="*/ 12004223 h 12004223"/>
              <a:gd name="connsiteX17" fmla="*/ 584548 w 5512527"/>
              <a:gd name="connsiteY17" fmla="*/ 12004223 h 12004223"/>
              <a:gd name="connsiteX18" fmla="*/ 0 w 5512527"/>
              <a:gd name="connsiteY18" fmla="*/ 11419675 h 12004223"/>
              <a:gd name="connsiteX19" fmla="*/ 0 w 5512527"/>
              <a:gd name="connsiteY19" fmla="*/ 603598 h 12004223"/>
              <a:gd name="connsiteX20" fmla="*/ 584548 w 5512527"/>
              <a:gd name="connsiteY20" fmla="*/ 19050 h 12004223"/>
              <a:gd name="connsiteX0" fmla="*/ 584548 w 5512527"/>
              <a:gd name="connsiteY0" fmla="*/ 19050 h 12004223"/>
              <a:gd name="connsiteX1" fmla="*/ 857764 w 5512527"/>
              <a:gd name="connsiteY1" fmla="*/ 0 h 12004223"/>
              <a:gd name="connsiteX2" fmla="*/ 1177515 w 5512527"/>
              <a:gd name="connsiteY2" fmla="*/ 17790 h 12004223"/>
              <a:gd name="connsiteX3" fmla="*/ 1262697 w 5512527"/>
              <a:gd name="connsiteY3" fmla="*/ 169086 h 12004223"/>
              <a:gd name="connsiteX4" fmla="*/ 1262701 w 5512527"/>
              <a:gd name="connsiteY4" fmla="*/ 194658 h 12004223"/>
              <a:gd name="connsiteX5" fmla="*/ 1531513 w 5512527"/>
              <a:gd name="connsiteY5" fmla="*/ 457120 h 12004223"/>
              <a:gd name="connsiteX6" fmla="*/ 4005785 w 5512527"/>
              <a:gd name="connsiteY6" fmla="*/ 453945 h 12004223"/>
              <a:gd name="connsiteX7" fmla="*/ 4211195 w 5512527"/>
              <a:gd name="connsiteY7" fmla="*/ 390542 h 12004223"/>
              <a:gd name="connsiteX8" fmla="*/ 4214215 w 5512527"/>
              <a:gd name="connsiteY8" fmla="*/ 386059 h 12004223"/>
              <a:gd name="connsiteX9" fmla="*/ 4215227 w 5512527"/>
              <a:gd name="connsiteY9" fmla="*/ 385226 h 12004223"/>
              <a:gd name="connsiteX10" fmla="*/ 4278629 w 5512527"/>
              <a:gd name="connsiteY10" fmla="*/ 182992 h 12004223"/>
              <a:gd name="connsiteX11" fmla="*/ 4389833 w 5512527"/>
              <a:gd name="connsiteY11" fmla="*/ 12700 h 12004223"/>
              <a:gd name="connsiteX12" fmla="*/ 4927979 w 5512527"/>
              <a:gd name="connsiteY12" fmla="*/ 19050 h 12004223"/>
              <a:gd name="connsiteX13" fmla="*/ 5512527 w 5512527"/>
              <a:gd name="connsiteY13" fmla="*/ 603598 h 12004223"/>
              <a:gd name="connsiteX14" fmla="*/ 5512527 w 5512527"/>
              <a:gd name="connsiteY14" fmla="*/ 11419675 h 12004223"/>
              <a:gd name="connsiteX15" fmla="*/ 4927979 w 5512527"/>
              <a:gd name="connsiteY15" fmla="*/ 12004223 h 12004223"/>
              <a:gd name="connsiteX16" fmla="*/ 584548 w 5512527"/>
              <a:gd name="connsiteY16" fmla="*/ 12004223 h 12004223"/>
              <a:gd name="connsiteX17" fmla="*/ 0 w 5512527"/>
              <a:gd name="connsiteY17" fmla="*/ 11419675 h 12004223"/>
              <a:gd name="connsiteX18" fmla="*/ 0 w 5512527"/>
              <a:gd name="connsiteY18" fmla="*/ 603598 h 12004223"/>
              <a:gd name="connsiteX19" fmla="*/ 584548 w 5512527"/>
              <a:gd name="connsiteY19" fmla="*/ 19050 h 12004223"/>
              <a:gd name="connsiteX0" fmla="*/ 584548 w 5512527"/>
              <a:gd name="connsiteY0" fmla="*/ 6350 h 11991523"/>
              <a:gd name="connsiteX1" fmla="*/ 854589 w 5512527"/>
              <a:gd name="connsiteY1" fmla="*/ 0 h 11991523"/>
              <a:gd name="connsiteX2" fmla="*/ 1177515 w 5512527"/>
              <a:gd name="connsiteY2" fmla="*/ 5090 h 11991523"/>
              <a:gd name="connsiteX3" fmla="*/ 1262697 w 5512527"/>
              <a:gd name="connsiteY3" fmla="*/ 156386 h 11991523"/>
              <a:gd name="connsiteX4" fmla="*/ 1262701 w 5512527"/>
              <a:gd name="connsiteY4" fmla="*/ 181958 h 11991523"/>
              <a:gd name="connsiteX5" fmla="*/ 1531513 w 5512527"/>
              <a:gd name="connsiteY5" fmla="*/ 444420 h 11991523"/>
              <a:gd name="connsiteX6" fmla="*/ 4005785 w 5512527"/>
              <a:gd name="connsiteY6" fmla="*/ 441245 h 11991523"/>
              <a:gd name="connsiteX7" fmla="*/ 4211195 w 5512527"/>
              <a:gd name="connsiteY7" fmla="*/ 377842 h 11991523"/>
              <a:gd name="connsiteX8" fmla="*/ 4214215 w 5512527"/>
              <a:gd name="connsiteY8" fmla="*/ 373359 h 11991523"/>
              <a:gd name="connsiteX9" fmla="*/ 4215227 w 5512527"/>
              <a:gd name="connsiteY9" fmla="*/ 372526 h 11991523"/>
              <a:gd name="connsiteX10" fmla="*/ 4278629 w 5512527"/>
              <a:gd name="connsiteY10" fmla="*/ 170292 h 11991523"/>
              <a:gd name="connsiteX11" fmla="*/ 4389833 w 5512527"/>
              <a:gd name="connsiteY11" fmla="*/ 0 h 11991523"/>
              <a:gd name="connsiteX12" fmla="*/ 4927979 w 5512527"/>
              <a:gd name="connsiteY12" fmla="*/ 6350 h 11991523"/>
              <a:gd name="connsiteX13" fmla="*/ 5512527 w 5512527"/>
              <a:gd name="connsiteY13" fmla="*/ 590898 h 11991523"/>
              <a:gd name="connsiteX14" fmla="*/ 5512527 w 5512527"/>
              <a:gd name="connsiteY14" fmla="*/ 11406975 h 11991523"/>
              <a:gd name="connsiteX15" fmla="*/ 4927979 w 5512527"/>
              <a:gd name="connsiteY15" fmla="*/ 11991523 h 11991523"/>
              <a:gd name="connsiteX16" fmla="*/ 584548 w 5512527"/>
              <a:gd name="connsiteY16" fmla="*/ 11991523 h 11991523"/>
              <a:gd name="connsiteX17" fmla="*/ 0 w 5512527"/>
              <a:gd name="connsiteY17" fmla="*/ 11406975 h 11991523"/>
              <a:gd name="connsiteX18" fmla="*/ 0 w 5512527"/>
              <a:gd name="connsiteY18" fmla="*/ 590898 h 11991523"/>
              <a:gd name="connsiteX19" fmla="*/ 584548 w 5512527"/>
              <a:gd name="connsiteY19" fmla="*/ 6350 h 11991523"/>
              <a:gd name="connsiteX0" fmla="*/ 584548 w 5512527"/>
              <a:gd name="connsiteY0" fmla="*/ 0 h 11994698"/>
              <a:gd name="connsiteX1" fmla="*/ 854589 w 5512527"/>
              <a:gd name="connsiteY1" fmla="*/ 3175 h 11994698"/>
              <a:gd name="connsiteX2" fmla="*/ 1177515 w 5512527"/>
              <a:gd name="connsiteY2" fmla="*/ 8265 h 11994698"/>
              <a:gd name="connsiteX3" fmla="*/ 1262697 w 5512527"/>
              <a:gd name="connsiteY3" fmla="*/ 159561 h 11994698"/>
              <a:gd name="connsiteX4" fmla="*/ 1262701 w 5512527"/>
              <a:gd name="connsiteY4" fmla="*/ 185133 h 11994698"/>
              <a:gd name="connsiteX5" fmla="*/ 1531513 w 5512527"/>
              <a:gd name="connsiteY5" fmla="*/ 447595 h 11994698"/>
              <a:gd name="connsiteX6" fmla="*/ 4005785 w 5512527"/>
              <a:gd name="connsiteY6" fmla="*/ 444420 h 11994698"/>
              <a:gd name="connsiteX7" fmla="*/ 4211195 w 5512527"/>
              <a:gd name="connsiteY7" fmla="*/ 381017 h 11994698"/>
              <a:gd name="connsiteX8" fmla="*/ 4214215 w 5512527"/>
              <a:gd name="connsiteY8" fmla="*/ 376534 h 11994698"/>
              <a:gd name="connsiteX9" fmla="*/ 4215227 w 5512527"/>
              <a:gd name="connsiteY9" fmla="*/ 375701 h 11994698"/>
              <a:gd name="connsiteX10" fmla="*/ 4278629 w 5512527"/>
              <a:gd name="connsiteY10" fmla="*/ 173467 h 11994698"/>
              <a:gd name="connsiteX11" fmla="*/ 4389833 w 5512527"/>
              <a:gd name="connsiteY11" fmla="*/ 3175 h 11994698"/>
              <a:gd name="connsiteX12" fmla="*/ 4927979 w 5512527"/>
              <a:gd name="connsiteY12" fmla="*/ 9525 h 11994698"/>
              <a:gd name="connsiteX13" fmla="*/ 5512527 w 5512527"/>
              <a:gd name="connsiteY13" fmla="*/ 594073 h 11994698"/>
              <a:gd name="connsiteX14" fmla="*/ 5512527 w 5512527"/>
              <a:gd name="connsiteY14" fmla="*/ 11410150 h 11994698"/>
              <a:gd name="connsiteX15" fmla="*/ 4927979 w 5512527"/>
              <a:gd name="connsiteY15" fmla="*/ 11994698 h 11994698"/>
              <a:gd name="connsiteX16" fmla="*/ 584548 w 5512527"/>
              <a:gd name="connsiteY16" fmla="*/ 11994698 h 11994698"/>
              <a:gd name="connsiteX17" fmla="*/ 0 w 5512527"/>
              <a:gd name="connsiteY17" fmla="*/ 11410150 h 11994698"/>
              <a:gd name="connsiteX18" fmla="*/ 0 w 5512527"/>
              <a:gd name="connsiteY18" fmla="*/ 594073 h 11994698"/>
              <a:gd name="connsiteX19" fmla="*/ 584548 w 5512527"/>
              <a:gd name="connsiteY19" fmla="*/ 0 h 11994698"/>
              <a:gd name="connsiteX0" fmla="*/ 584548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4548 w 5512527"/>
              <a:gd name="connsiteY19" fmla="*/ 6350 h 12001048"/>
              <a:gd name="connsiteX0" fmla="*/ 587723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7723 w 5512527"/>
              <a:gd name="connsiteY19" fmla="*/ 6350 h 12001048"/>
              <a:gd name="connsiteX0" fmla="*/ 587723 w 5512527"/>
              <a:gd name="connsiteY0" fmla="*/ 7263 h 12001961"/>
              <a:gd name="connsiteX1" fmla="*/ 870464 w 5512527"/>
              <a:gd name="connsiteY1" fmla="*/ 913 h 12001961"/>
              <a:gd name="connsiteX2" fmla="*/ 1177515 w 5512527"/>
              <a:gd name="connsiteY2" fmla="*/ 15528 h 12001961"/>
              <a:gd name="connsiteX3" fmla="*/ 1262697 w 5512527"/>
              <a:gd name="connsiteY3" fmla="*/ 166824 h 12001961"/>
              <a:gd name="connsiteX4" fmla="*/ 1262701 w 5512527"/>
              <a:gd name="connsiteY4" fmla="*/ 192396 h 12001961"/>
              <a:gd name="connsiteX5" fmla="*/ 1531513 w 5512527"/>
              <a:gd name="connsiteY5" fmla="*/ 454858 h 12001961"/>
              <a:gd name="connsiteX6" fmla="*/ 4005785 w 5512527"/>
              <a:gd name="connsiteY6" fmla="*/ 451683 h 12001961"/>
              <a:gd name="connsiteX7" fmla="*/ 4211195 w 5512527"/>
              <a:gd name="connsiteY7" fmla="*/ 388280 h 12001961"/>
              <a:gd name="connsiteX8" fmla="*/ 4214215 w 5512527"/>
              <a:gd name="connsiteY8" fmla="*/ 383797 h 12001961"/>
              <a:gd name="connsiteX9" fmla="*/ 4215227 w 5512527"/>
              <a:gd name="connsiteY9" fmla="*/ 382964 h 12001961"/>
              <a:gd name="connsiteX10" fmla="*/ 4278629 w 5512527"/>
              <a:gd name="connsiteY10" fmla="*/ 180730 h 12001961"/>
              <a:gd name="connsiteX11" fmla="*/ 4389833 w 5512527"/>
              <a:gd name="connsiteY11" fmla="*/ 10438 h 12001961"/>
              <a:gd name="connsiteX12" fmla="*/ 4927979 w 5512527"/>
              <a:gd name="connsiteY12" fmla="*/ 16788 h 12001961"/>
              <a:gd name="connsiteX13" fmla="*/ 5512527 w 5512527"/>
              <a:gd name="connsiteY13" fmla="*/ 601336 h 12001961"/>
              <a:gd name="connsiteX14" fmla="*/ 5512527 w 5512527"/>
              <a:gd name="connsiteY14" fmla="*/ 11417413 h 12001961"/>
              <a:gd name="connsiteX15" fmla="*/ 4927979 w 5512527"/>
              <a:gd name="connsiteY15" fmla="*/ 12001961 h 12001961"/>
              <a:gd name="connsiteX16" fmla="*/ 584548 w 5512527"/>
              <a:gd name="connsiteY16" fmla="*/ 12001961 h 12001961"/>
              <a:gd name="connsiteX17" fmla="*/ 0 w 5512527"/>
              <a:gd name="connsiteY17" fmla="*/ 11417413 h 12001961"/>
              <a:gd name="connsiteX18" fmla="*/ 0 w 5512527"/>
              <a:gd name="connsiteY18" fmla="*/ 601336 h 12001961"/>
              <a:gd name="connsiteX19" fmla="*/ 587723 w 5512527"/>
              <a:gd name="connsiteY19" fmla="*/ 7263 h 12001961"/>
              <a:gd name="connsiteX0" fmla="*/ 587723 w 5512527"/>
              <a:gd name="connsiteY0" fmla="*/ 9253 h 12003951"/>
              <a:gd name="connsiteX1" fmla="*/ 870464 w 5512527"/>
              <a:gd name="connsiteY1" fmla="*/ 2903 h 12003951"/>
              <a:gd name="connsiteX2" fmla="*/ 1177515 w 5512527"/>
              <a:gd name="connsiteY2" fmla="*/ 17518 h 12003951"/>
              <a:gd name="connsiteX3" fmla="*/ 1262697 w 5512527"/>
              <a:gd name="connsiteY3" fmla="*/ 168814 h 12003951"/>
              <a:gd name="connsiteX4" fmla="*/ 1262701 w 5512527"/>
              <a:gd name="connsiteY4" fmla="*/ 194386 h 12003951"/>
              <a:gd name="connsiteX5" fmla="*/ 1531513 w 5512527"/>
              <a:gd name="connsiteY5" fmla="*/ 456848 h 12003951"/>
              <a:gd name="connsiteX6" fmla="*/ 4005785 w 5512527"/>
              <a:gd name="connsiteY6" fmla="*/ 453673 h 12003951"/>
              <a:gd name="connsiteX7" fmla="*/ 4211195 w 5512527"/>
              <a:gd name="connsiteY7" fmla="*/ 390270 h 12003951"/>
              <a:gd name="connsiteX8" fmla="*/ 4214215 w 5512527"/>
              <a:gd name="connsiteY8" fmla="*/ 385787 h 12003951"/>
              <a:gd name="connsiteX9" fmla="*/ 4215227 w 5512527"/>
              <a:gd name="connsiteY9" fmla="*/ 384954 h 12003951"/>
              <a:gd name="connsiteX10" fmla="*/ 4278629 w 5512527"/>
              <a:gd name="connsiteY10" fmla="*/ 182720 h 12003951"/>
              <a:gd name="connsiteX11" fmla="*/ 4389833 w 5512527"/>
              <a:gd name="connsiteY11" fmla="*/ 12428 h 12003951"/>
              <a:gd name="connsiteX12" fmla="*/ 4927979 w 5512527"/>
              <a:gd name="connsiteY12" fmla="*/ 18778 h 12003951"/>
              <a:gd name="connsiteX13" fmla="*/ 5512527 w 5512527"/>
              <a:gd name="connsiteY13" fmla="*/ 603326 h 12003951"/>
              <a:gd name="connsiteX14" fmla="*/ 5512527 w 5512527"/>
              <a:gd name="connsiteY14" fmla="*/ 11419403 h 12003951"/>
              <a:gd name="connsiteX15" fmla="*/ 4927979 w 5512527"/>
              <a:gd name="connsiteY15" fmla="*/ 12003951 h 12003951"/>
              <a:gd name="connsiteX16" fmla="*/ 584548 w 5512527"/>
              <a:gd name="connsiteY16" fmla="*/ 12003951 h 12003951"/>
              <a:gd name="connsiteX17" fmla="*/ 0 w 5512527"/>
              <a:gd name="connsiteY17" fmla="*/ 11419403 h 12003951"/>
              <a:gd name="connsiteX18" fmla="*/ 0 w 5512527"/>
              <a:gd name="connsiteY18" fmla="*/ 603326 h 12003951"/>
              <a:gd name="connsiteX19" fmla="*/ 587723 w 5512527"/>
              <a:gd name="connsiteY19" fmla="*/ 9253 h 12003951"/>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15227 w 5512527"/>
              <a:gd name="connsiteY9" fmla="*/ 38339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05702 w 5512527"/>
              <a:gd name="connsiteY9" fmla="*/ 37704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78629 w 5512527"/>
              <a:gd name="connsiteY9" fmla="*/ 181162 h 12002393"/>
              <a:gd name="connsiteX10" fmla="*/ 4389833 w 5512527"/>
              <a:gd name="connsiteY10" fmla="*/ 10870 h 12002393"/>
              <a:gd name="connsiteX11" fmla="*/ 4927979 w 5512527"/>
              <a:gd name="connsiteY11" fmla="*/ 17220 h 12002393"/>
              <a:gd name="connsiteX12" fmla="*/ 5512527 w 5512527"/>
              <a:gd name="connsiteY12" fmla="*/ 601768 h 12002393"/>
              <a:gd name="connsiteX13" fmla="*/ 5512527 w 5512527"/>
              <a:gd name="connsiteY13" fmla="*/ 11417845 h 12002393"/>
              <a:gd name="connsiteX14" fmla="*/ 4927979 w 5512527"/>
              <a:gd name="connsiteY14" fmla="*/ 12002393 h 12002393"/>
              <a:gd name="connsiteX15" fmla="*/ 584548 w 5512527"/>
              <a:gd name="connsiteY15" fmla="*/ 12002393 h 12002393"/>
              <a:gd name="connsiteX16" fmla="*/ 0 w 5512527"/>
              <a:gd name="connsiteY16" fmla="*/ 11417845 h 12002393"/>
              <a:gd name="connsiteX17" fmla="*/ 0 w 5512527"/>
              <a:gd name="connsiteY17" fmla="*/ 601768 h 12002393"/>
              <a:gd name="connsiteX18" fmla="*/ 587723 w 5512527"/>
              <a:gd name="connsiteY18"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48479 w 5512527"/>
              <a:gd name="connsiteY8" fmla="*/ 216087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94504 w 5512527"/>
              <a:gd name="connsiteY8" fmla="*/ 22561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18454 w 5512527"/>
              <a:gd name="connsiteY9" fmla="*/ 45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701 w 5512527"/>
              <a:gd name="connsiteY3" fmla="*/ 19282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3175 h 11997873"/>
              <a:gd name="connsiteX1" fmla="*/ 1177515 w 5512527"/>
              <a:gd name="connsiteY1" fmla="*/ 11440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3175 h 11997873"/>
              <a:gd name="connsiteX1" fmla="*/ 1107665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5086 h 11999784"/>
              <a:gd name="connsiteX1" fmla="*/ 1107665 w 5512527"/>
              <a:gd name="connsiteY1" fmla="*/ 3826 h 11999784"/>
              <a:gd name="connsiteX2" fmla="*/ 1284926 w 5512527"/>
              <a:gd name="connsiteY2" fmla="*/ 285469 h 11999784"/>
              <a:gd name="connsiteX3" fmla="*/ 1531513 w 5512527"/>
              <a:gd name="connsiteY3" fmla="*/ 452681 h 11999784"/>
              <a:gd name="connsiteX4" fmla="*/ 4005785 w 5512527"/>
              <a:gd name="connsiteY4" fmla="*/ 449506 h 11999784"/>
              <a:gd name="connsiteX5" fmla="*/ 4214370 w 5512527"/>
              <a:gd name="connsiteY5" fmla="*/ 373403 h 11999784"/>
              <a:gd name="connsiteX6" fmla="*/ 4389833 w 5512527"/>
              <a:gd name="connsiteY6" fmla="*/ 8261 h 11999784"/>
              <a:gd name="connsiteX7" fmla="*/ 4918454 w 5512527"/>
              <a:gd name="connsiteY7" fmla="*/ 1911 h 11999784"/>
              <a:gd name="connsiteX8" fmla="*/ 5512527 w 5512527"/>
              <a:gd name="connsiteY8" fmla="*/ 599159 h 11999784"/>
              <a:gd name="connsiteX9" fmla="*/ 5512527 w 5512527"/>
              <a:gd name="connsiteY9" fmla="*/ 11415236 h 11999784"/>
              <a:gd name="connsiteX10" fmla="*/ 4927979 w 5512527"/>
              <a:gd name="connsiteY10" fmla="*/ 11999784 h 11999784"/>
              <a:gd name="connsiteX11" fmla="*/ 584548 w 5512527"/>
              <a:gd name="connsiteY11" fmla="*/ 11999784 h 11999784"/>
              <a:gd name="connsiteX12" fmla="*/ 0 w 5512527"/>
              <a:gd name="connsiteY12" fmla="*/ 11415236 h 11999784"/>
              <a:gd name="connsiteX13" fmla="*/ 0 w 5512527"/>
              <a:gd name="connsiteY13" fmla="*/ 599159 h 11999784"/>
              <a:gd name="connsiteX14" fmla="*/ 587723 w 5512527"/>
              <a:gd name="connsiteY14" fmla="*/ 5086 h 1199978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397890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8540 w 5512527"/>
              <a:gd name="connsiteY5" fmla="*/ 413481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4512 w 5512527"/>
              <a:gd name="connsiteY5" fmla="*/ 381255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8909 h 12003607"/>
              <a:gd name="connsiteX1" fmla="*/ 1107665 w 5512527"/>
              <a:gd name="connsiteY1" fmla="*/ 7649 h 12003607"/>
              <a:gd name="connsiteX2" fmla="*/ 1284926 w 5512527"/>
              <a:gd name="connsiteY2" fmla="*/ 289292 h 12003607"/>
              <a:gd name="connsiteX3" fmla="*/ 1531513 w 5512527"/>
              <a:gd name="connsiteY3" fmla="*/ 456504 h 12003607"/>
              <a:gd name="connsiteX4" fmla="*/ 4005785 w 5512527"/>
              <a:gd name="connsiteY4" fmla="*/ 453329 h 12003607"/>
              <a:gd name="connsiteX5" fmla="*/ 4234512 w 5512527"/>
              <a:gd name="connsiteY5" fmla="*/ 373198 h 12003607"/>
              <a:gd name="connsiteX6" fmla="*/ 4422059 w 5512527"/>
              <a:gd name="connsiteY6" fmla="*/ 0 h 12003607"/>
              <a:gd name="connsiteX7" fmla="*/ 4918454 w 5512527"/>
              <a:gd name="connsiteY7" fmla="*/ 5734 h 12003607"/>
              <a:gd name="connsiteX8" fmla="*/ 5512527 w 5512527"/>
              <a:gd name="connsiteY8" fmla="*/ 602982 h 12003607"/>
              <a:gd name="connsiteX9" fmla="*/ 5512527 w 5512527"/>
              <a:gd name="connsiteY9" fmla="*/ 11419059 h 12003607"/>
              <a:gd name="connsiteX10" fmla="*/ 4927979 w 5512527"/>
              <a:gd name="connsiteY10" fmla="*/ 12003607 h 12003607"/>
              <a:gd name="connsiteX11" fmla="*/ 584548 w 5512527"/>
              <a:gd name="connsiteY11" fmla="*/ 12003607 h 12003607"/>
              <a:gd name="connsiteX12" fmla="*/ 0 w 5512527"/>
              <a:gd name="connsiteY12" fmla="*/ 11419059 h 12003607"/>
              <a:gd name="connsiteX13" fmla="*/ 0 w 5512527"/>
              <a:gd name="connsiteY13" fmla="*/ 602982 h 12003607"/>
              <a:gd name="connsiteX14" fmla="*/ 587723 w 5512527"/>
              <a:gd name="connsiteY14" fmla="*/ 8909 h 1200360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7838 w 5512527"/>
              <a:gd name="connsiteY5" fmla="*/ 349513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71222 w 5512527"/>
              <a:gd name="connsiteY5" fmla="*/ 412921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59526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583 h 12010281"/>
              <a:gd name="connsiteX1" fmla="*/ 1107665 w 5512527"/>
              <a:gd name="connsiteY1" fmla="*/ 14323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15583 h 12010281"/>
              <a:gd name="connsiteX1" fmla="*/ 1104240 w 5512527"/>
              <a:gd name="connsiteY1" fmla="*/ 4049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0 h 12011822"/>
              <a:gd name="connsiteX1" fmla="*/ 1104240 w 5512527"/>
              <a:gd name="connsiteY1" fmla="*/ 5590 h 12011822"/>
              <a:gd name="connsiteX2" fmla="*/ 1284926 w 5512527"/>
              <a:gd name="connsiteY2" fmla="*/ 297507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 name="connsiteX0" fmla="*/ 587723 w 5512527"/>
              <a:gd name="connsiteY0" fmla="*/ 0 h 12011822"/>
              <a:gd name="connsiteX1" fmla="*/ 1104240 w 5512527"/>
              <a:gd name="connsiteY1" fmla="*/ 5590 h 12011822"/>
              <a:gd name="connsiteX2" fmla="*/ 1288350 w 5512527"/>
              <a:gd name="connsiteY2" fmla="*/ 280383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12527" h="12011822">
                <a:moveTo>
                  <a:pt x="587723" y="0"/>
                </a:moveTo>
                <a:lnTo>
                  <a:pt x="1104240" y="5590"/>
                </a:lnTo>
                <a:cubicBezTo>
                  <a:pt x="1258513" y="12104"/>
                  <a:pt x="1264275" y="137311"/>
                  <a:pt x="1288350" y="280383"/>
                </a:cubicBezTo>
                <a:cubicBezTo>
                  <a:pt x="1316925" y="362833"/>
                  <a:pt x="1376037" y="464719"/>
                  <a:pt x="1531513" y="464719"/>
                </a:cubicBezTo>
                <a:lnTo>
                  <a:pt x="4005785" y="461544"/>
                </a:lnTo>
                <a:cubicBezTo>
                  <a:pt x="4083521" y="461544"/>
                  <a:pt x="4174043" y="445058"/>
                  <a:pt x="4234512" y="361391"/>
                </a:cubicBezTo>
                <a:cubicBezTo>
                  <a:pt x="4291846" y="271164"/>
                  <a:pt x="4223813" y="4524"/>
                  <a:pt x="4422059" y="1541"/>
                </a:cubicBezTo>
                <a:lnTo>
                  <a:pt x="4902341" y="1865"/>
                </a:lnTo>
                <a:cubicBezTo>
                  <a:pt x="5257403" y="17978"/>
                  <a:pt x="5512527" y="288360"/>
                  <a:pt x="5512527" y="611197"/>
                </a:cubicBezTo>
                <a:lnTo>
                  <a:pt x="5512527" y="11427274"/>
                </a:lnTo>
                <a:cubicBezTo>
                  <a:pt x="5512527" y="11750111"/>
                  <a:pt x="5250815" y="12011822"/>
                  <a:pt x="4927979" y="12011822"/>
                </a:cubicBezTo>
                <a:lnTo>
                  <a:pt x="584548" y="12011822"/>
                </a:lnTo>
                <a:cubicBezTo>
                  <a:pt x="261711" y="12011822"/>
                  <a:pt x="0" y="11750111"/>
                  <a:pt x="0" y="11427274"/>
                </a:cubicBezTo>
                <a:lnTo>
                  <a:pt x="0" y="611197"/>
                </a:lnTo>
                <a:cubicBezTo>
                  <a:pt x="0" y="288360"/>
                  <a:pt x="264886" y="0"/>
                  <a:pt x="587723" y="0"/>
                </a:cubicBezTo>
                <a:close/>
              </a:path>
            </a:pathLst>
          </a:custGeom>
          <a:pattFill prst="wdUpDiag">
            <a:fgClr>
              <a:srgbClr val="FADFD9"/>
            </a:fgClr>
            <a:bgClr>
              <a:schemeClr val="bg1"/>
            </a:bgClr>
          </a:pattFill>
        </p:spPr>
        <p:txBody>
          <a:bodyPr wrap="square" lIns="457200" tIns="2560320" rIns="457200" bIns="457200" anchor="t">
            <a:noAutofit/>
          </a:bodyPr>
          <a:lstStyle>
            <a:lvl1pPr marL="0" indent="0" algn="l">
              <a:buNone/>
              <a:defRPr sz="3600">
                <a:solidFill>
                  <a:schemeClr val="tx1"/>
                </a:solidFill>
              </a:defRPr>
            </a:lvl1pPr>
          </a:lstStyle>
          <a:p>
            <a:r>
              <a:rPr lang="en-US"/>
              <a:t>Drag and drop your iPhone X screenshot into this photo placeholder</a:t>
            </a:r>
          </a:p>
        </p:txBody>
      </p:sp>
      <p:sp>
        <p:nvSpPr>
          <p:cNvPr id="10" name="Folded Corner 9">
            <a:extLst>
              <a:ext uri="{FF2B5EF4-FFF2-40B4-BE49-F238E27FC236}">
                <a16:creationId xmlns:a16="http://schemas.microsoft.com/office/drawing/2014/main" id="{F9756405-AACC-DF4A-A1BA-4DFBCE4A26C3}"/>
              </a:ext>
              <a:ext uri="{C183D7F6-B498-43B3-948B-1728B52AA6E4}">
                <adec:decorative xmlns:adec="http://schemas.microsoft.com/office/drawing/2017/decorative" val="1"/>
              </a:ext>
            </a:extLst>
          </p:cNvPr>
          <p:cNvSpPr/>
          <p:nvPr/>
        </p:nvSpPr>
        <p:spPr>
          <a:xfrm>
            <a:off x="1" y="-2514600"/>
            <a:ext cx="8497888" cy="19304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iPhone X screenshot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Drag and drop your screenshot and replace text placeholders with your own words.</a:t>
            </a:r>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326682891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7_titles + iphone x vertical">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5B232F01-48BC-E849-A3D8-4710F1C3691C}"/>
              </a:ext>
            </a:extLst>
          </p:cNvPr>
          <p:cNvSpPr>
            <a:spLocks noGrp="1"/>
          </p:cNvSpPr>
          <p:nvPr>
            <p:ph type="title" hasCustomPrompt="1"/>
          </p:nvPr>
        </p:nvSpPr>
        <p:spPr>
          <a:xfrm>
            <a:off x="1441697" y="4343400"/>
            <a:ext cx="7147132" cy="2514600"/>
          </a:xfrm>
          <a:prstGeom prst="rect">
            <a:avLst/>
          </a:prstGeom>
        </p:spPr>
        <p:txBody>
          <a:bodyPr vert="horz" lIns="91440" tIns="45720" rIns="91440" bIns="45720" rtlCol="0" anchor="b" anchorCtr="0">
            <a:noAutofit/>
          </a:bodyPr>
          <a:lstStyle>
            <a:lvl1pPr>
              <a:defRPr sz="8798">
                <a:solidFill>
                  <a:schemeClr val="accent2"/>
                </a:solidFill>
              </a:defRPr>
            </a:lvl1pPr>
          </a:lstStyle>
          <a:p>
            <a:r>
              <a:rPr lang="en-US"/>
              <a:t>Enter slide title here in two lines</a:t>
            </a:r>
          </a:p>
        </p:txBody>
      </p:sp>
      <p:sp>
        <p:nvSpPr>
          <p:cNvPr id="8" name="Text Placeholder 8">
            <a:extLst>
              <a:ext uri="{FF2B5EF4-FFF2-40B4-BE49-F238E27FC236}">
                <a16:creationId xmlns:a16="http://schemas.microsoft.com/office/drawing/2014/main" id="{BD17AF82-CFEF-444E-8CB0-C4CD52448D72}"/>
              </a:ext>
            </a:extLst>
          </p:cNvPr>
          <p:cNvSpPr>
            <a:spLocks noGrp="1"/>
          </p:cNvSpPr>
          <p:nvPr>
            <p:ph type="body" sz="quarter" idx="17" hasCustomPrompt="1"/>
          </p:nvPr>
        </p:nvSpPr>
        <p:spPr>
          <a:xfrm>
            <a:off x="1441698" y="6949440"/>
            <a:ext cx="6745074" cy="2319252"/>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sp>
        <p:nvSpPr>
          <p:cNvPr id="9" name="Freeform 8">
            <a:extLst>
              <a:ext uri="{FF2B5EF4-FFF2-40B4-BE49-F238E27FC236}">
                <a16:creationId xmlns:a16="http://schemas.microsoft.com/office/drawing/2014/main" id="{F5188961-A5EF-F94E-93B3-8A45F5C7C1A1}"/>
              </a:ext>
              <a:ext uri="{C183D7F6-B498-43B3-948B-1728B52AA6E4}">
                <adec:decorative xmlns:adec="http://schemas.microsoft.com/office/drawing/2017/decorative" val="1"/>
              </a:ext>
            </a:extLst>
          </p:cNvPr>
          <p:cNvSpPr/>
          <p:nvPr/>
        </p:nvSpPr>
        <p:spPr>
          <a:xfrm>
            <a:off x="11335770" y="0"/>
            <a:ext cx="13051407" cy="13716000"/>
          </a:xfrm>
          <a:custGeom>
            <a:avLst/>
            <a:gdLst>
              <a:gd name="connsiteX0" fmla="*/ 2591986 w 13051407"/>
              <a:gd name="connsiteY0" fmla="*/ 0 h 13716000"/>
              <a:gd name="connsiteX1" fmla="*/ 13051407 w 13051407"/>
              <a:gd name="connsiteY1" fmla="*/ 0 h 13716000"/>
              <a:gd name="connsiteX2" fmla="*/ 13051407 w 13051407"/>
              <a:gd name="connsiteY2" fmla="*/ 13716000 h 13716000"/>
              <a:gd name="connsiteX3" fmla="*/ 2591986 w 13051407"/>
              <a:gd name="connsiteY3" fmla="*/ 13716000 h 13716000"/>
              <a:gd name="connsiteX4" fmla="*/ 2369931 w 13051407"/>
              <a:gd name="connsiteY4" fmla="*/ 13459652 h 13716000"/>
              <a:gd name="connsiteX5" fmla="*/ 0 w 13051407"/>
              <a:gd name="connsiteY5" fmla="*/ 6858000 h 13716000"/>
              <a:gd name="connsiteX6" fmla="*/ 2369931 w 13051407"/>
              <a:gd name="connsiteY6" fmla="*/ 256349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51407" h="13716000">
                <a:moveTo>
                  <a:pt x="2591986" y="0"/>
                </a:moveTo>
                <a:lnTo>
                  <a:pt x="13051407" y="0"/>
                </a:lnTo>
                <a:lnTo>
                  <a:pt x="13051407" y="13716000"/>
                </a:lnTo>
                <a:lnTo>
                  <a:pt x="2591986" y="13716000"/>
                </a:lnTo>
                <a:lnTo>
                  <a:pt x="2369931" y="13459652"/>
                </a:lnTo>
                <a:cubicBezTo>
                  <a:pt x="889386" y="11665645"/>
                  <a:pt x="0" y="9365686"/>
                  <a:pt x="0" y="6858000"/>
                </a:cubicBezTo>
                <a:cubicBezTo>
                  <a:pt x="0" y="4350314"/>
                  <a:pt x="889386" y="2050355"/>
                  <a:pt x="2369931" y="256349"/>
                </a:cubicBez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noProof="0"/>
          </a:p>
        </p:txBody>
      </p:sp>
      <p:pic>
        <p:nvPicPr>
          <p:cNvPr id="12" name="phone">
            <a:extLst>
              <a:ext uri="{FF2B5EF4-FFF2-40B4-BE49-F238E27FC236}">
                <a16:creationId xmlns:a16="http://schemas.microsoft.com/office/drawing/2014/main" id="{B8A066BC-10F7-6544-9AEE-90E35E913FA4}"/>
              </a:ext>
              <a:ext uri="{C183D7F6-B498-43B3-948B-1728B52AA6E4}">
                <adec:decorative xmlns:adec="http://schemas.microsoft.com/office/drawing/2017/decorative" val="1"/>
              </a:ext>
            </a:extLst>
          </p:cNvPr>
          <p:cNvPicPr>
            <a:picLocks noChangeAspect="1"/>
          </p:cNvPicPr>
          <p:nvPr/>
        </p:nvPicPr>
        <p:blipFill>
          <a:blip r:embed="rId2">
            <a:lum bright="28000"/>
          </a:blip>
          <a:stretch>
            <a:fillRect/>
          </a:stretch>
        </p:blipFill>
        <p:spPr>
          <a:xfrm>
            <a:off x="12711262" y="712790"/>
            <a:ext cx="5890629" cy="12346536"/>
          </a:xfrm>
          <a:prstGeom prst="rect">
            <a:avLst/>
          </a:prstGeom>
        </p:spPr>
      </p:pic>
      <p:sp>
        <p:nvSpPr>
          <p:cNvPr id="13" name="Picture Placeholder 6">
            <a:extLst>
              <a:ext uri="{FF2B5EF4-FFF2-40B4-BE49-F238E27FC236}">
                <a16:creationId xmlns:a16="http://schemas.microsoft.com/office/drawing/2014/main" id="{2CD40360-DEDA-8E4D-9A20-B38EBAE3D49A}"/>
              </a:ext>
              <a:ext uri="{C183D7F6-B498-43B3-948B-1728B52AA6E4}">
                <adec:decorative xmlns:adec="http://schemas.microsoft.com/office/drawing/2017/decorative" val="1"/>
              </a:ext>
            </a:extLst>
          </p:cNvPr>
          <p:cNvSpPr>
            <a:spLocks noGrp="1"/>
          </p:cNvSpPr>
          <p:nvPr>
            <p:ph type="pic" sz="quarter" idx="18" hasCustomPrompt="1"/>
          </p:nvPr>
        </p:nvSpPr>
        <p:spPr>
          <a:xfrm>
            <a:off x="12883128" y="860145"/>
            <a:ext cx="5512528" cy="12011822"/>
          </a:xfrm>
          <a:custGeom>
            <a:avLst/>
            <a:gdLst>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297683 w 5512527"/>
              <a:gd name="connsiteY18" fmla="*/ 160595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46021 w 5512527"/>
              <a:gd name="connsiteY18" fmla="*/ 144482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96183 w 5512527"/>
              <a:gd name="connsiteY17" fmla="*/ 0 h 11985173"/>
              <a:gd name="connsiteX18" fmla="*/ 4927979 w 5512527"/>
              <a:gd name="connsiteY18" fmla="*/ 0 h 11985173"/>
              <a:gd name="connsiteX19" fmla="*/ 5512527 w 5512527"/>
              <a:gd name="connsiteY19" fmla="*/ 584548 h 11985173"/>
              <a:gd name="connsiteX20" fmla="*/ 5512527 w 5512527"/>
              <a:gd name="connsiteY20" fmla="*/ 11400625 h 11985173"/>
              <a:gd name="connsiteX21" fmla="*/ 4927979 w 5512527"/>
              <a:gd name="connsiteY21" fmla="*/ 11985173 h 11985173"/>
              <a:gd name="connsiteX22" fmla="*/ 584548 w 5512527"/>
              <a:gd name="connsiteY22" fmla="*/ 11985173 h 11985173"/>
              <a:gd name="connsiteX23" fmla="*/ 0 w 5512527"/>
              <a:gd name="connsiteY23" fmla="*/ 11400625 h 11985173"/>
              <a:gd name="connsiteX24" fmla="*/ 0 w 5512527"/>
              <a:gd name="connsiteY24" fmla="*/ 584548 h 11985173"/>
              <a:gd name="connsiteX25" fmla="*/ 584548 w 5512527"/>
              <a:gd name="connsiteY25" fmla="*/ 0 h 119851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12135 w 5512527"/>
              <a:gd name="connsiteY12" fmla="*/ 46029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333881 w 5512527"/>
              <a:gd name="connsiteY9" fmla="*/ 124570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77515 w 5512527"/>
              <a:gd name="connsiteY7" fmla="*/ 50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20100 h 12005273"/>
              <a:gd name="connsiteX1" fmla="*/ 867289 w 5512527"/>
              <a:gd name="connsiteY1" fmla="*/ 20100 h 12005273"/>
              <a:gd name="connsiteX2" fmla="*/ 872596 w 5512527"/>
              <a:gd name="connsiteY2" fmla="*/ 21807 h 12005273"/>
              <a:gd name="connsiteX3" fmla="*/ 957894 w 5512527"/>
              <a:gd name="connsiteY3" fmla="*/ 20887 h 12005273"/>
              <a:gd name="connsiteX4" fmla="*/ 981310 w 5512527"/>
              <a:gd name="connsiteY4" fmla="*/ 20100 h 12005273"/>
              <a:gd name="connsiteX5" fmla="*/ 1099734 w 5512527"/>
              <a:gd name="connsiteY5" fmla="*/ 20100 h 12005273"/>
              <a:gd name="connsiteX6" fmla="*/ 1134631 w 5512527"/>
              <a:gd name="connsiteY6" fmla="*/ 0 h 12005273"/>
              <a:gd name="connsiteX7" fmla="*/ 1177515 w 5512527"/>
              <a:gd name="connsiteY7" fmla="*/ 18840 h 12005273"/>
              <a:gd name="connsiteX8" fmla="*/ 1262697 w 5512527"/>
              <a:gd name="connsiteY8" fmla="*/ 170136 h 12005273"/>
              <a:gd name="connsiteX9" fmla="*/ 1262701 w 5512527"/>
              <a:gd name="connsiteY9" fmla="*/ 195708 h 12005273"/>
              <a:gd name="connsiteX10" fmla="*/ 1531513 w 5512527"/>
              <a:gd name="connsiteY10" fmla="*/ 458170 h 12005273"/>
              <a:gd name="connsiteX11" fmla="*/ 4005785 w 5512527"/>
              <a:gd name="connsiteY11" fmla="*/ 454995 h 12005273"/>
              <a:gd name="connsiteX12" fmla="*/ 4211195 w 5512527"/>
              <a:gd name="connsiteY12" fmla="*/ 391592 h 12005273"/>
              <a:gd name="connsiteX13" fmla="*/ 4214215 w 5512527"/>
              <a:gd name="connsiteY13" fmla="*/ 387109 h 12005273"/>
              <a:gd name="connsiteX14" fmla="*/ 4215227 w 5512527"/>
              <a:gd name="connsiteY14" fmla="*/ 386276 h 12005273"/>
              <a:gd name="connsiteX15" fmla="*/ 4278629 w 5512527"/>
              <a:gd name="connsiteY15" fmla="*/ 184042 h 12005273"/>
              <a:gd name="connsiteX16" fmla="*/ 4389833 w 5512527"/>
              <a:gd name="connsiteY16" fmla="*/ 13750 h 12005273"/>
              <a:gd name="connsiteX17" fmla="*/ 4927979 w 5512527"/>
              <a:gd name="connsiteY17" fmla="*/ 20100 h 12005273"/>
              <a:gd name="connsiteX18" fmla="*/ 5512527 w 5512527"/>
              <a:gd name="connsiteY18" fmla="*/ 604648 h 12005273"/>
              <a:gd name="connsiteX19" fmla="*/ 5512527 w 5512527"/>
              <a:gd name="connsiteY19" fmla="*/ 11420725 h 12005273"/>
              <a:gd name="connsiteX20" fmla="*/ 4927979 w 5512527"/>
              <a:gd name="connsiteY20" fmla="*/ 12005273 h 12005273"/>
              <a:gd name="connsiteX21" fmla="*/ 584548 w 5512527"/>
              <a:gd name="connsiteY21" fmla="*/ 12005273 h 12005273"/>
              <a:gd name="connsiteX22" fmla="*/ 0 w 5512527"/>
              <a:gd name="connsiteY22" fmla="*/ 11420725 h 12005273"/>
              <a:gd name="connsiteX23" fmla="*/ 0 w 5512527"/>
              <a:gd name="connsiteY23" fmla="*/ 604648 h 12005273"/>
              <a:gd name="connsiteX24" fmla="*/ 584548 w 5512527"/>
              <a:gd name="connsiteY24" fmla="*/ 20100 h 120052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77515 w 5512527"/>
              <a:gd name="connsiteY6" fmla="*/ 5090 h 11991523"/>
              <a:gd name="connsiteX7" fmla="*/ 1262697 w 5512527"/>
              <a:gd name="connsiteY7" fmla="*/ 156386 h 11991523"/>
              <a:gd name="connsiteX8" fmla="*/ 1262701 w 5512527"/>
              <a:gd name="connsiteY8" fmla="*/ 181958 h 11991523"/>
              <a:gd name="connsiteX9" fmla="*/ 1531513 w 5512527"/>
              <a:gd name="connsiteY9" fmla="*/ 444420 h 11991523"/>
              <a:gd name="connsiteX10" fmla="*/ 4005785 w 5512527"/>
              <a:gd name="connsiteY10" fmla="*/ 441245 h 11991523"/>
              <a:gd name="connsiteX11" fmla="*/ 4211195 w 5512527"/>
              <a:gd name="connsiteY11" fmla="*/ 377842 h 11991523"/>
              <a:gd name="connsiteX12" fmla="*/ 4214215 w 5512527"/>
              <a:gd name="connsiteY12" fmla="*/ 373359 h 11991523"/>
              <a:gd name="connsiteX13" fmla="*/ 4215227 w 5512527"/>
              <a:gd name="connsiteY13" fmla="*/ 372526 h 11991523"/>
              <a:gd name="connsiteX14" fmla="*/ 4278629 w 5512527"/>
              <a:gd name="connsiteY14" fmla="*/ 170292 h 11991523"/>
              <a:gd name="connsiteX15" fmla="*/ 4389833 w 5512527"/>
              <a:gd name="connsiteY15" fmla="*/ 0 h 11991523"/>
              <a:gd name="connsiteX16" fmla="*/ 4927979 w 5512527"/>
              <a:gd name="connsiteY16" fmla="*/ 6350 h 11991523"/>
              <a:gd name="connsiteX17" fmla="*/ 5512527 w 5512527"/>
              <a:gd name="connsiteY17" fmla="*/ 590898 h 11991523"/>
              <a:gd name="connsiteX18" fmla="*/ 5512527 w 5512527"/>
              <a:gd name="connsiteY18" fmla="*/ 11406975 h 11991523"/>
              <a:gd name="connsiteX19" fmla="*/ 4927979 w 5512527"/>
              <a:gd name="connsiteY19" fmla="*/ 11991523 h 11991523"/>
              <a:gd name="connsiteX20" fmla="*/ 584548 w 5512527"/>
              <a:gd name="connsiteY20" fmla="*/ 11991523 h 11991523"/>
              <a:gd name="connsiteX21" fmla="*/ 0 w 5512527"/>
              <a:gd name="connsiteY21" fmla="*/ 11406975 h 11991523"/>
              <a:gd name="connsiteX22" fmla="*/ 0 w 5512527"/>
              <a:gd name="connsiteY22" fmla="*/ 590898 h 11991523"/>
              <a:gd name="connsiteX23" fmla="*/ 584548 w 5512527"/>
              <a:gd name="connsiteY23"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177515 w 5512527"/>
              <a:gd name="connsiteY5" fmla="*/ 5090 h 11991523"/>
              <a:gd name="connsiteX6" fmla="*/ 1262697 w 5512527"/>
              <a:gd name="connsiteY6" fmla="*/ 156386 h 11991523"/>
              <a:gd name="connsiteX7" fmla="*/ 1262701 w 5512527"/>
              <a:gd name="connsiteY7" fmla="*/ 181958 h 11991523"/>
              <a:gd name="connsiteX8" fmla="*/ 1531513 w 5512527"/>
              <a:gd name="connsiteY8" fmla="*/ 444420 h 11991523"/>
              <a:gd name="connsiteX9" fmla="*/ 4005785 w 5512527"/>
              <a:gd name="connsiteY9" fmla="*/ 441245 h 11991523"/>
              <a:gd name="connsiteX10" fmla="*/ 4211195 w 5512527"/>
              <a:gd name="connsiteY10" fmla="*/ 377842 h 11991523"/>
              <a:gd name="connsiteX11" fmla="*/ 4214215 w 5512527"/>
              <a:gd name="connsiteY11" fmla="*/ 373359 h 11991523"/>
              <a:gd name="connsiteX12" fmla="*/ 4215227 w 5512527"/>
              <a:gd name="connsiteY12" fmla="*/ 372526 h 11991523"/>
              <a:gd name="connsiteX13" fmla="*/ 4278629 w 5512527"/>
              <a:gd name="connsiteY13" fmla="*/ 170292 h 11991523"/>
              <a:gd name="connsiteX14" fmla="*/ 4389833 w 5512527"/>
              <a:gd name="connsiteY14" fmla="*/ 0 h 11991523"/>
              <a:gd name="connsiteX15" fmla="*/ 4927979 w 5512527"/>
              <a:gd name="connsiteY15" fmla="*/ 6350 h 11991523"/>
              <a:gd name="connsiteX16" fmla="*/ 5512527 w 5512527"/>
              <a:gd name="connsiteY16" fmla="*/ 590898 h 11991523"/>
              <a:gd name="connsiteX17" fmla="*/ 5512527 w 5512527"/>
              <a:gd name="connsiteY17" fmla="*/ 11406975 h 11991523"/>
              <a:gd name="connsiteX18" fmla="*/ 4927979 w 5512527"/>
              <a:gd name="connsiteY18" fmla="*/ 11991523 h 11991523"/>
              <a:gd name="connsiteX19" fmla="*/ 584548 w 5512527"/>
              <a:gd name="connsiteY19" fmla="*/ 11991523 h 11991523"/>
              <a:gd name="connsiteX20" fmla="*/ 0 w 5512527"/>
              <a:gd name="connsiteY20" fmla="*/ 11406975 h 11991523"/>
              <a:gd name="connsiteX21" fmla="*/ 0 w 5512527"/>
              <a:gd name="connsiteY21" fmla="*/ 590898 h 11991523"/>
              <a:gd name="connsiteX22" fmla="*/ 584548 w 5512527"/>
              <a:gd name="connsiteY22"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1177515 w 5512527"/>
              <a:gd name="connsiteY4" fmla="*/ 5090 h 11991523"/>
              <a:gd name="connsiteX5" fmla="*/ 1262697 w 5512527"/>
              <a:gd name="connsiteY5" fmla="*/ 156386 h 11991523"/>
              <a:gd name="connsiteX6" fmla="*/ 1262701 w 5512527"/>
              <a:gd name="connsiteY6" fmla="*/ 181958 h 11991523"/>
              <a:gd name="connsiteX7" fmla="*/ 1531513 w 5512527"/>
              <a:gd name="connsiteY7" fmla="*/ 444420 h 11991523"/>
              <a:gd name="connsiteX8" fmla="*/ 4005785 w 5512527"/>
              <a:gd name="connsiteY8" fmla="*/ 441245 h 11991523"/>
              <a:gd name="connsiteX9" fmla="*/ 4211195 w 5512527"/>
              <a:gd name="connsiteY9" fmla="*/ 377842 h 11991523"/>
              <a:gd name="connsiteX10" fmla="*/ 4214215 w 5512527"/>
              <a:gd name="connsiteY10" fmla="*/ 373359 h 11991523"/>
              <a:gd name="connsiteX11" fmla="*/ 4215227 w 5512527"/>
              <a:gd name="connsiteY11" fmla="*/ 372526 h 11991523"/>
              <a:gd name="connsiteX12" fmla="*/ 4278629 w 5512527"/>
              <a:gd name="connsiteY12" fmla="*/ 170292 h 11991523"/>
              <a:gd name="connsiteX13" fmla="*/ 4389833 w 5512527"/>
              <a:gd name="connsiteY13" fmla="*/ 0 h 11991523"/>
              <a:gd name="connsiteX14" fmla="*/ 4927979 w 5512527"/>
              <a:gd name="connsiteY14" fmla="*/ 6350 h 11991523"/>
              <a:gd name="connsiteX15" fmla="*/ 5512527 w 5512527"/>
              <a:gd name="connsiteY15" fmla="*/ 590898 h 11991523"/>
              <a:gd name="connsiteX16" fmla="*/ 5512527 w 5512527"/>
              <a:gd name="connsiteY16" fmla="*/ 11406975 h 11991523"/>
              <a:gd name="connsiteX17" fmla="*/ 4927979 w 5512527"/>
              <a:gd name="connsiteY17" fmla="*/ 11991523 h 11991523"/>
              <a:gd name="connsiteX18" fmla="*/ 584548 w 5512527"/>
              <a:gd name="connsiteY18" fmla="*/ 11991523 h 11991523"/>
              <a:gd name="connsiteX19" fmla="*/ 0 w 5512527"/>
              <a:gd name="connsiteY19" fmla="*/ 11406975 h 11991523"/>
              <a:gd name="connsiteX20" fmla="*/ 0 w 5512527"/>
              <a:gd name="connsiteY20" fmla="*/ 590898 h 11991523"/>
              <a:gd name="connsiteX21" fmla="*/ 584548 w 5512527"/>
              <a:gd name="connsiteY21" fmla="*/ 6350 h 11991523"/>
              <a:gd name="connsiteX0" fmla="*/ 584548 w 5512527"/>
              <a:gd name="connsiteY0" fmla="*/ 6350 h 11991523"/>
              <a:gd name="connsiteX1" fmla="*/ 867289 w 5512527"/>
              <a:gd name="connsiteY1" fmla="*/ 6350 h 11991523"/>
              <a:gd name="connsiteX2" fmla="*/ 957894 w 5512527"/>
              <a:gd name="connsiteY2" fmla="*/ 7137 h 11991523"/>
              <a:gd name="connsiteX3" fmla="*/ 1177515 w 5512527"/>
              <a:gd name="connsiteY3" fmla="*/ 5090 h 11991523"/>
              <a:gd name="connsiteX4" fmla="*/ 1262697 w 5512527"/>
              <a:gd name="connsiteY4" fmla="*/ 156386 h 11991523"/>
              <a:gd name="connsiteX5" fmla="*/ 1262701 w 5512527"/>
              <a:gd name="connsiteY5" fmla="*/ 181958 h 11991523"/>
              <a:gd name="connsiteX6" fmla="*/ 1531513 w 5512527"/>
              <a:gd name="connsiteY6" fmla="*/ 444420 h 11991523"/>
              <a:gd name="connsiteX7" fmla="*/ 4005785 w 5512527"/>
              <a:gd name="connsiteY7" fmla="*/ 441245 h 11991523"/>
              <a:gd name="connsiteX8" fmla="*/ 4211195 w 5512527"/>
              <a:gd name="connsiteY8" fmla="*/ 377842 h 11991523"/>
              <a:gd name="connsiteX9" fmla="*/ 4214215 w 5512527"/>
              <a:gd name="connsiteY9" fmla="*/ 373359 h 11991523"/>
              <a:gd name="connsiteX10" fmla="*/ 4215227 w 5512527"/>
              <a:gd name="connsiteY10" fmla="*/ 372526 h 11991523"/>
              <a:gd name="connsiteX11" fmla="*/ 4278629 w 5512527"/>
              <a:gd name="connsiteY11" fmla="*/ 170292 h 11991523"/>
              <a:gd name="connsiteX12" fmla="*/ 4389833 w 5512527"/>
              <a:gd name="connsiteY12" fmla="*/ 0 h 11991523"/>
              <a:gd name="connsiteX13" fmla="*/ 4927979 w 5512527"/>
              <a:gd name="connsiteY13" fmla="*/ 6350 h 11991523"/>
              <a:gd name="connsiteX14" fmla="*/ 5512527 w 5512527"/>
              <a:gd name="connsiteY14" fmla="*/ 590898 h 11991523"/>
              <a:gd name="connsiteX15" fmla="*/ 5512527 w 5512527"/>
              <a:gd name="connsiteY15" fmla="*/ 11406975 h 11991523"/>
              <a:gd name="connsiteX16" fmla="*/ 4927979 w 5512527"/>
              <a:gd name="connsiteY16" fmla="*/ 11991523 h 11991523"/>
              <a:gd name="connsiteX17" fmla="*/ 584548 w 5512527"/>
              <a:gd name="connsiteY17" fmla="*/ 11991523 h 11991523"/>
              <a:gd name="connsiteX18" fmla="*/ 0 w 5512527"/>
              <a:gd name="connsiteY18" fmla="*/ 11406975 h 11991523"/>
              <a:gd name="connsiteX19" fmla="*/ 0 w 5512527"/>
              <a:gd name="connsiteY19" fmla="*/ 590898 h 11991523"/>
              <a:gd name="connsiteX20" fmla="*/ 584548 w 5512527"/>
              <a:gd name="connsiteY20" fmla="*/ 6350 h 11991523"/>
              <a:gd name="connsiteX0" fmla="*/ 584548 w 5512527"/>
              <a:gd name="connsiteY0" fmla="*/ 11913 h 11997086"/>
              <a:gd name="connsiteX1" fmla="*/ 867289 w 5512527"/>
              <a:gd name="connsiteY1" fmla="*/ 11913 h 11997086"/>
              <a:gd name="connsiteX2" fmla="*/ 961069 w 5512527"/>
              <a:gd name="connsiteY2" fmla="*/ 0 h 11997086"/>
              <a:gd name="connsiteX3" fmla="*/ 1177515 w 5512527"/>
              <a:gd name="connsiteY3" fmla="*/ 10653 h 11997086"/>
              <a:gd name="connsiteX4" fmla="*/ 1262697 w 5512527"/>
              <a:gd name="connsiteY4" fmla="*/ 161949 h 11997086"/>
              <a:gd name="connsiteX5" fmla="*/ 1262701 w 5512527"/>
              <a:gd name="connsiteY5" fmla="*/ 187521 h 11997086"/>
              <a:gd name="connsiteX6" fmla="*/ 1531513 w 5512527"/>
              <a:gd name="connsiteY6" fmla="*/ 449983 h 11997086"/>
              <a:gd name="connsiteX7" fmla="*/ 4005785 w 5512527"/>
              <a:gd name="connsiteY7" fmla="*/ 446808 h 11997086"/>
              <a:gd name="connsiteX8" fmla="*/ 4211195 w 5512527"/>
              <a:gd name="connsiteY8" fmla="*/ 383405 h 11997086"/>
              <a:gd name="connsiteX9" fmla="*/ 4214215 w 5512527"/>
              <a:gd name="connsiteY9" fmla="*/ 378922 h 11997086"/>
              <a:gd name="connsiteX10" fmla="*/ 4215227 w 5512527"/>
              <a:gd name="connsiteY10" fmla="*/ 378089 h 11997086"/>
              <a:gd name="connsiteX11" fmla="*/ 4278629 w 5512527"/>
              <a:gd name="connsiteY11" fmla="*/ 175855 h 11997086"/>
              <a:gd name="connsiteX12" fmla="*/ 4389833 w 5512527"/>
              <a:gd name="connsiteY12" fmla="*/ 5563 h 11997086"/>
              <a:gd name="connsiteX13" fmla="*/ 4927979 w 5512527"/>
              <a:gd name="connsiteY13" fmla="*/ 11913 h 11997086"/>
              <a:gd name="connsiteX14" fmla="*/ 5512527 w 5512527"/>
              <a:gd name="connsiteY14" fmla="*/ 596461 h 11997086"/>
              <a:gd name="connsiteX15" fmla="*/ 5512527 w 5512527"/>
              <a:gd name="connsiteY15" fmla="*/ 11412538 h 11997086"/>
              <a:gd name="connsiteX16" fmla="*/ 4927979 w 5512527"/>
              <a:gd name="connsiteY16" fmla="*/ 11997086 h 11997086"/>
              <a:gd name="connsiteX17" fmla="*/ 584548 w 5512527"/>
              <a:gd name="connsiteY17" fmla="*/ 11997086 h 11997086"/>
              <a:gd name="connsiteX18" fmla="*/ 0 w 5512527"/>
              <a:gd name="connsiteY18" fmla="*/ 11412538 h 11997086"/>
              <a:gd name="connsiteX19" fmla="*/ 0 w 5512527"/>
              <a:gd name="connsiteY19" fmla="*/ 596461 h 11997086"/>
              <a:gd name="connsiteX20" fmla="*/ 584548 w 5512527"/>
              <a:gd name="connsiteY20" fmla="*/ 11913 h 11997086"/>
              <a:gd name="connsiteX0" fmla="*/ 584548 w 5512527"/>
              <a:gd name="connsiteY0" fmla="*/ 19050 h 12004223"/>
              <a:gd name="connsiteX1" fmla="*/ 857764 w 5512527"/>
              <a:gd name="connsiteY1" fmla="*/ 0 h 12004223"/>
              <a:gd name="connsiteX2" fmla="*/ 961069 w 5512527"/>
              <a:gd name="connsiteY2" fmla="*/ 7137 h 12004223"/>
              <a:gd name="connsiteX3" fmla="*/ 1177515 w 5512527"/>
              <a:gd name="connsiteY3" fmla="*/ 17790 h 12004223"/>
              <a:gd name="connsiteX4" fmla="*/ 1262697 w 5512527"/>
              <a:gd name="connsiteY4" fmla="*/ 169086 h 12004223"/>
              <a:gd name="connsiteX5" fmla="*/ 1262701 w 5512527"/>
              <a:gd name="connsiteY5" fmla="*/ 194658 h 12004223"/>
              <a:gd name="connsiteX6" fmla="*/ 1531513 w 5512527"/>
              <a:gd name="connsiteY6" fmla="*/ 457120 h 12004223"/>
              <a:gd name="connsiteX7" fmla="*/ 4005785 w 5512527"/>
              <a:gd name="connsiteY7" fmla="*/ 453945 h 12004223"/>
              <a:gd name="connsiteX8" fmla="*/ 4211195 w 5512527"/>
              <a:gd name="connsiteY8" fmla="*/ 390542 h 12004223"/>
              <a:gd name="connsiteX9" fmla="*/ 4214215 w 5512527"/>
              <a:gd name="connsiteY9" fmla="*/ 386059 h 12004223"/>
              <a:gd name="connsiteX10" fmla="*/ 4215227 w 5512527"/>
              <a:gd name="connsiteY10" fmla="*/ 385226 h 12004223"/>
              <a:gd name="connsiteX11" fmla="*/ 4278629 w 5512527"/>
              <a:gd name="connsiteY11" fmla="*/ 182992 h 12004223"/>
              <a:gd name="connsiteX12" fmla="*/ 4389833 w 5512527"/>
              <a:gd name="connsiteY12" fmla="*/ 12700 h 12004223"/>
              <a:gd name="connsiteX13" fmla="*/ 4927979 w 5512527"/>
              <a:gd name="connsiteY13" fmla="*/ 19050 h 12004223"/>
              <a:gd name="connsiteX14" fmla="*/ 5512527 w 5512527"/>
              <a:gd name="connsiteY14" fmla="*/ 603598 h 12004223"/>
              <a:gd name="connsiteX15" fmla="*/ 5512527 w 5512527"/>
              <a:gd name="connsiteY15" fmla="*/ 11419675 h 12004223"/>
              <a:gd name="connsiteX16" fmla="*/ 4927979 w 5512527"/>
              <a:gd name="connsiteY16" fmla="*/ 12004223 h 12004223"/>
              <a:gd name="connsiteX17" fmla="*/ 584548 w 5512527"/>
              <a:gd name="connsiteY17" fmla="*/ 12004223 h 12004223"/>
              <a:gd name="connsiteX18" fmla="*/ 0 w 5512527"/>
              <a:gd name="connsiteY18" fmla="*/ 11419675 h 12004223"/>
              <a:gd name="connsiteX19" fmla="*/ 0 w 5512527"/>
              <a:gd name="connsiteY19" fmla="*/ 603598 h 12004223"/>
              <a:gd name="connsiteX20" fmla="*/ 584548 w 5512527"/>
              <a:gd name="connsiteY20" fmla="*/ 19050 h 12004223"/>
              <a:gd name="connsiteX0" fmla="*/ 584548 w 5512527"/>
              <a:gd name="connsiteY0" fmla="*/ 19050 h 12004223"/>
              <a:gd name="connsiteX1" fmla="*/ 857764 w 5512527"/>
              <a:gd name="connsiteY1" fmla="*/ 0 h 12004223"/>
              <a:gd name="connsiteX2" fmla="*/ 1177515 w 5512527"/>
              <a:gd name="connsiteY2" fmla="*/ 17790 h 12004223"/>
              <a:gd name="connsiteX3" fmla="*/ 1262697 w 5512527"/>
              <a:gd name="connsiteY3" fmla="*/ 169086 h 12004223"/>
              <a:gd name="connsiteX4" fmla="*/ 1262701 w 5512527"/>
              <a:gd name="connsiteY4" fmla="*/ 194658 h 12004223"/>
              <a:gd name="connsiteX5" fmla="*/ 1531513 w 5512527"/>
              <a:gd name="connsiteY5" fmla="*/ 457120 h 12004223"/>
              <a:gd name="connsiteX6" fmla="*/ 4005785 w 5512527"/>
              <a:gd name="connsiteY6" fmla="*/ 453945 h 12004223"/>
              <a:gd name="connsiteX7" fmla="*/ 4211195 w 5512527"/>
              <a:gd name="connsiteY7" fmla="*/ 390542 h 12004223"/>
              <a:gd name="connsiteX8" fmla="*/ 4214215 w 5512527"/>
              <a:gd name="connsiteY8" fmla="*/ 386059 h 12004223"/>
              <a:gd name="connsiteX9" fmla="*/ 4215227 w 5512527"/>
              <a:gd name="connsiteY9" fmla="*/ 385226 h 12004223"/>
              <a:gd name="connsiteX10" fmla="*/ 4278629 w 5512527"/>
              <a:gd name="connsiteY10" fmla="*/ 182992 h 12004223"/>
              <a:gd name="connsiteX11" fmla="*/ 4389833 w 5512527"/>
              <a:gd name="connsiteY11" fmla="*/ 12700 h 12004223"/>
              <a:gd name="connsiteX12" fmla="*/ 4927979 w 5512527"/>
              <a:gd name="connsiteY12" fmla="*/ 19050 h 12004223"/>
              <a:gd name="connsiteX13" fmla="*/ 5512527 w 5512527"/>
              <a:gd name="connsiteY13" fmla="*/ 603598 h 12004223"/>
              <a:gd name="connsiteX14" fmla="*/ 5512527 w 5512527"/>
              <a:gd name="connsiteY14" fmla="*/ 11419675 h 12004223"/>
              <a:gd name="connsiteX15" fmla="*/ 4927979 w 5512527"/>
              <a:gd name="connsiteY15" fmla="*/ 12004223 h 12004223"/>
              <a:gd name="connsiteX16" fmla="*/ 584548 w 5512527"/>
              <a:gd name="connsiteY16" fmla="*/ 12004223 h 12004223"/>
              <a:gd name="connsiteX17" fmla="*/ 0 w 5512527"/>
              <a:gd name="connsiteY17" fmla="*/ 11419675 h 12004223"/>
              <a:gd name="connsiteX18" fmla="*/ 0 w 5512527"/>
              <a:gd name="connsiteY18" fmla="*/ 603598 h 12004223"/>
              <a:gd name="connsiteX19" fmla="*/ 584548 w 5512527"/>
              <a:gd name="connsiteY19" fmla="*/ 19050 h 12004223"/>
              <a:gd name="connsiteX0" fmla="*/ 584548 w 5512527"/>
              <a:gd name="connsiteY0" fmla="*/ 6350 h 11991523"/>
              <a:gd name="connsiteX1" fmla="*/ 854589 w 5512527"/>
              <a:gd name="connsiteY1" fmla="*/ 0 h 11991523"/>
              <a:gd name="connsiteX2" fmla="*/ 1177515 w 5512527"/>
              <a:gd name="connsiteY2" fmla="*/ 5090 h 11991523"/>
              <a:gd name="connsiteX3" fmla="*/ 1262697 w 5512527"/>
              <a:gd name="connsiteY3" fmla="*/ 156386 h 11991523"/>
              <a:gd name="connsiteX4" fmla="*/ 1262701 w 5512527"/>
              <a:gd name="connsiteY4" fmla="*/ 181958 h 11991523"/>
              <a:gd name="connsiteX5" fmla="*/ 1531513 w 5512527"/>
              <a:gd name="connsiteY5" fmla="*/ 444420 h 11991523"/>
              <a:gd name="connsiteX6" fmla="*/ 4005785 w 5512527"/>
              <a:gd name="connsiteY6" fmla="*/ 441245 h 11991523"/>
              <a:gd name="connsiteX7" fmla="*/ 4211195 w 5512527"/>
              <a:gd name="connsiteY7" fmla="*/ 377842 h 11991523"/>
              <a:gd name="connsiteX8" fmla="*/ 4214215 w 5512527"/>
              <a:gd name="connsiteY8" fmla="*/ 373359 h 11991523"/>
              <a:gd name="connsiteX9" fmla="*/ 4215227 w 5512527"/>
              <a:gd name="connsiteY9" fmla="*/ 372526 h 11991523"/>
              <a:gd name="connsiteX10" fmla="*/ 4278629 w 5512527"/>
              <a:gd name="connsiteY10" fmla="*/ 170292 h 11991523"/>
              <a:gd name="connsiteX11" fmla="*/ 4389833 w 5512527"/>
              <a:gd name="connsiteY11" fmla="*/ 0 h 11991523"/>
              <a:gd name="connsiteX12" fmla="*/ 4927979 w 5512527"/>
              <a:gd name="connsiteY12" fmla="*/ 6350 h 11991523"/>
              <a:gd name="connsiteX13" fmla="*/ 5512527 w 5512527"/>
              <a:gd name="connsiteY13" fmla="*/ 590898 h 11991523"/>
              <a:gd name="connsiteX14" fmla="*/ 5512527 w 5512527"/>
              <a:gd name="connsiteY14" fmla="*/ 11406975 h 11991523"/>
              <a:gd name="connsiteX15" fmla="*/ 4927979 w 5512527"/>
              <a:gd name="connsiteY15" fmla="*/ 11991523 h 11991523"/>
              <a:gd name="connsiteX16" fmla="*/ 584548 w 5512527"/>
              <a:gd name="connsiteY16" fmla="*/ 11991523 h 11991523"/>
              <a:gd name="connsiteX17" fmla="*/ 0 w 5512527"/>
              <a:gd name="connsiteY17" fmla="*/ 11406975 h 11991523"/>
              <a:gd name="connsiteX18" fmla="*/ 0 w 5512527"/>
              <a:gd name="connsiteY18" fmla="*/ 590898 h 11991523"/>
              <a:gd name="connsiteX19" fmla="*/ 584548 w 5512527"/>
              <a:gd name="connsiteY19" fmla="*/ 6350 h 11991523"/>
              <a:gd name="connsiteX0" fmla="*/ 584548 w 5512527"/>
              <a:gd name="connsiteY0" fmla="*/ 0 h 11994698"/>
              <a:gd name="connsiteX1" fmla="*/ 854589 w 5512527"/>
              <a:gd name="connsiteY1" fmla="*/ 3175 h 11994698"/>
              <a:gd name="connsiteX2" fmla="*/ 1177515 w 5512527"/>
              <a:gd name="connsiteY2" fmla="*/ 8265 h 11994698"/>
              <a:gd name="connsiteX3" fmla="*/ 1262697 w 5512527"/>
              <a:gd name="connsiteY3" fmla="*/ 159561 h 11994698"/>
              <a:gd name="connsiteX4" fmla="*/ 1262701 w 5512527"/>
              <a:gd name="connsiteY4" fmla="*/ 185133 h 11994698"/>
              <a:gd name="connsiteX5" fmla="*/ 1531513 w 5512527"/>
              <a:gd name="connsiteY5" fmla="*/ 447595 h 11994698"/>
              <a:gd name="connsiteX6" fmla="*/ 4005785 w 5512527"/>
              <a:gd name="connsiteY6" fmla="*/ 444420 h 11994698"/>
              <a:gd name="connsiteX7" fmla="*/ 4211195 w 5512527"/>
              <a:gd name="connsiteY7" fmla="*/ 381017 h 11994698"/>
              <a:gd name="connsiteX8" fmla="*/ 4214215 w 5512527"/>
              <a:gd name="connsiteY8" fmla="*/ 376534 h 11994698"/>
              <a:gd name="connsiteX9" fmla="*/ 4215227 w 5512527"/>
              <a:gd name="connsiteY9" fmla="*/ 375701 h 11994698"/>
              <a:gd name="connsiteX10" fmla="*/ 4278629 w 5512527"/>
              <a:gd name="connsiteY10" fmla="*/ 173467 h 11994698"/>
              <a:gd name="connsiteX11" fmla="*/ 4389833 w 5512527"/>
              <a:gd name="connsiteY11" fmla="*/ 3175 h 11994698"/>
              <a:gd name="connsiteX12" fmla="*/ 4927979 w 5512527"/>
              <a:gd name="connsiteY12" fmla="*/ 9525 h 11994698"/>
              <a:gd name="connsiteX13" fmla="*/ 5512527 w 5512527"/>
              <a:gd name="connsiteY13" fmla="*/ 594073 h 11994698"/>
              <a:gd name="connsiteX14" fmla="*/ 5512527 w 5512527"/>
              <a:gd name="connsiteY14" fmla="*/ 11410150 h 11994698"/>
              <a:gd name="connsiteX15" fmla="*/ 4927979 w 5512527"/>
              <a:gd name="connsiteY15" fmla="*/ 11994698 h 11994698"/>
              <a:gd name="connsiteX16" fmla="*/ 584548 w 5512527"/>
              <a:gd name="connsiteY16" fmla="*/ 11994698 h 11994698"/>
              <a:gd name="connsiteX17" fmla="*/ 0 w 5512527"/>
              <a:gd name="connsiteY17" fmla="*/ 11410150 h 11994698"/>
              <a:gd name="connsiteX18" fmla="*/ 0 w 5512527"/>
              <a:gd name="connsiteY18" fmla="*/ 594073 h 11994698"/>
              <a:gd name="connsiteX19" fmla="*/ 584548 w 5512527"/>
              <a:gd name="connsiteY19" fmla="*/ 0 h 11994698"/>
              <a:gd name="connsiteX0" fmla="*/ 584548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4548 w 5512527"/>
              <a:gd name="connsiteY19" fmla="*/ 6350 h 12001048"/>
              <a:gd name="connsiteX0" fmla="*/ 587723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7723 w 5512527"/>
              <a:gd name="connsiteY19" fmla="*/ 6350 h 12001048"/>
              <a:gd name="connsiteX0" fmla="*/ 587723 w 5512527"/>
              <a:gd name="connsiteY0" fmla="*/ 7263 h 12001961"/>
              <a:gd name="connsiteX1" fmla="*/ 870464 w 5512527"/>
              <a:gd name="connsiteY1" fmla="*/ 913 h 12001961"/>
              <a:gd name="connsiteX2" fmla="*/ 1177515 w 5512527"/>
              <a:gd name="connsiteY2" fmla="*/ 15528 h 12001961"/>
              <a:gd name="connsiteX3" fmla="*/ 1262697 w 5512527"/>
              <a:gd name="connsiteY3" fmla="*/ 166824 h 12001961"/>
              <a:gd name="connsiteX4" fmla="*/ 1262701 w 5512527"/>
              <a:gd name="connsiteY4" fmla="*/ 192396 h 12001961"/>
              <a:gd name="connsiteX5" fmla="*/ 1531513 w 5512527"/>
              <a:gd name="connsiteY5" fmla="*/ 454858 h 12001961"/>
              <a:gd name="connsiteX6" fmla="*/ 4005785 w 5512527"/>
              <a:gd name="connsiteY6" fmla="*/ 451683 h 12001961"/>
              <a:gd name="connsiteX7" fmla="*/ 4211195 w 5512527"/>
              <a:gd name="connsiteY7" fmla="*/ 388280 h 12001961"/>
              <a:gd name="connsiteX8" fmla="*/ 4214215 w 5512527"/>
              <a:gd name="connsiteY8" fmla="*/ 383797 h 12001961"/>
              <a:gd name="connsiteX9" fmla="*/ 4215227 w 5512527"/>
              <a:gd name="connsiteY9" fmla="*/ 382964 h 12001961"/>
              <a:gd name="connsiteX10" fmla="*/ 4278629 w 5512527"/>
              <a:gd name="connsiteY10" fmla="*/ 180730 h 12001961"/>
              <a:gd name="connsiteX11" fmla="*/ 4389833 w 5512527"/>
              <a:gd name="connsiteY11" fmla="*/ 10438 h 12001961"/>
              <a:gd name="connsiteX12" fmla="*/ 4927979 w 5512527"/>
              <a:gd name="connsiteY12" fmla="*/ 16788 h 12001961"/>
              <a:gd name="connsiteX13" fmla="*/ 5512527 w 5512527"/>
              <a:gd name="connsiteY13" fmla="*/ 601336 h 12001961"/>
              <a:gd name="connsiteX14" fmla="*/ 5512527 w 5512527"/>
              <a:gd name="connsiteY14" fmla="*/ 11417413 h 12001961"/>
              <a:gd name="connsiteX15" fmla="*/ 4927979 w 5512527"/>
              <a:gd name="connsiteY15" fmla="*/ 12001961 h 12001961"/>
              <a:gd name="connsiteX16" fmla="*/ 584548 w 5512527"/>
              <a:gd name="connsiteY16" fmla="*/ 12001961 h 12001961"/>
              <a:gd name="connsiteX17" fmla="*/ 0 w 5512527"/>
              <a:gd name="connsiteY17" fmla="*/ 11417413 h 12001961"/>
              <a:gd name="connsiteX18" fmla="*/ 0 w 5512527"/>
              <a:gd name="connsiteY18" fmla="*/ 601336 h 12001961"/>
              <a:gd name="connsiteX19" fmla="*/ 587723 w 5512527"/>
              <a:gd name="connsiteY19" fmla="*/ 7263 h 12001961"/>
              <a:gd name="connsiteX0" fmla="*/ 587723 w 5512527"/>
              <a:gd name="connsiteY0" fmla="*/ 9253 h 12003951"/>
              <a:gd name="connsiteX1" fmla="*/ 870464 w 5512527"/>
              <a:gd name="connsiteY1" fmla="*/ 2903 h 12003951"/>
              <a:gd name="connsiteX2" fmla="*/ 1177515 w 5512527"/>
              <a:gd name="connsiteY2" fmla="*/ 17518 h 12003951"/>
              <a:gd name="connsiteX3" fmla="*/ 1262697 w 5512527"/>
              <a:gd name="connsiteY3" fmla="*/ 168814 h 12003951"/>
              <a:gd name="connsiteX4" fmla="*/ 1262701 w 5512527"/>
              <a:gd name="connsiteY4" fmla="*/ 194386 h 12003951"/>
              <a:gd name="connsiteX5" fmla="*/ 1531513 w 5512527"/>
              <a:gd name="connsiteY5" fmla="*/ 456848 h 12003951"/>
              <a:gd name="connsiteX6" fmla="*/ 4005785 w 5512527"/>
              <a:gd name="connsiteY6" fmla="*/ 453673 h 12003951"/>
              <a:gd name="connsiteX7" fmla="*/ 4211195 w 5512527"/>
              <a:gd name="connsiteY7" fmla="*/ 390270 h 12003951"/>
              <a:gd name="connsiteX8" fmla="*/ 4214215 w 5512527"/>
              <a:gd name="connsiteY8" fmla="*/ 385787 h 12003951"/>
              <a:gd name="connsiteX9" fmla="*/ 4215227 w 5512527"/>
              <a:gd name="connsiteY9" fmla="*/ 384954 h 12003951"/>
              <a:gd name="connsiteX10" fmla="*/ 4278629 w 5512527"/>
              <a:gd name="connsiteY10" fmla="*/ 182720 h 12003951"/>
              <a:gd name="connsiteX11" fmla="*/ 4389833 w 5512527"/>
              <a:gd name="connsiteY11" fmla="*/ 12428 h 12003951"/>
              <a:gd name="connsiteX12" fmla="*/ 4927979 w 5512527"/>
              <a:gd name="connsiteY12" fmla="*/ 18778 h 12003951"/>
              <a:gd name="connsiteX13" fmla="*/ 5512527 w 5512527"/>
              <a:gd name="connsiteY13" fmla="*/ 603326 h 12003951"/>
              <a:gd name="connsiteX14" fmla="*/ 5512527 w 5512527"/>
              <a:gd name="connsiteY14" fmla="*/ 11419403 h 12003951"/>
              <a:gd name="connsiteX15" fmla="*/ 4927979 w 5512527"/>
              <a:gd name="connsiteY15" fmla="*/ 12003951 h 12003951"/>
              <a:gd name="connsiteX16" fmla="*/ 584548 w 5512527"/>
              <a:gd name="connsiteY16" fmla="*/ 12003951 h 12003951"/>
              <a:gd name="connsiteX17" fmla="*/ 0 w 5512527"/>
              <a:gd name="connsiteY17" fmla="*/ 11419403 h 12003951"/>
              <a:gd name="connsiteX18" fmla="*/ 0 w 5512527"/>
              <a:gd name="connsiteY18" fmla="*/ 603326 h 12003951"/>
              <a:gd name="connsiteX19" fmla="*/ 587723 w 5512527"/>
              <a:gd name="connsiteY19" fmla="*/ 9253 h 12003951"/>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15227 w 5512527"/>
              <a:gd name="connsiteY9" fmla="*/ 38339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05702 w 5512527"/>
              <a:gd name="connsiteY9" fmla="*/ 37704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78629 w 5512527"/>
              <a:gd name="connsiteY9" fmla="*/ 181162 h 12002393"/>
              <a:gd name="connsiteX10" fmla="*/ 4389833 w 5512527"/>
              <a:gd name="connsiteY10" fmla="*/ 10870 h 12002393"/>
              <a:gd name="connsiteX11" fmla="*/ 4927979 w 5512527"/>
              <a:gd name="connsiteY11" fmla="*/ 17220 h 12002393"/>
              <a:gd name="connsiteX12" fmla="*/ 5512527 w 5512527"/>
              <a:gd name="connsiteY12" fmla="*/ 601768 h 12002393"/>
              <a:gd name="connsiteX13" fmla="*/ 5512527 w 5512527"/>
              <a:gd name="connsiteY13" fmla="*/ 11417845 h 12002393"/>
              <a:gd name="connsiteX14" fmla="*/ 4927979 w 5512527"/>
              <a:gd name="connsiteY14" fmla="*/ 12002393 h 12002393"/>
              <a:gd name="connsiteX15" fmla="*/ 584548 w 5512527"/>
              <a:gd name="connsiteY15" fmla="*/ 12002393 h 12002393"/>
              <a:gd name="connsiteX16" fmla="*/ 0 w 5512527"/>
              <a:gd name="connsiteY16" fmla="*/ 11417845 h 12002393"/>
              <a:gd name="connsiteX17" fmla="*/ 0 w 5512527"/>
              <a:gd name="connsiteY17" fmla="*/ 601768 h 12002393"/>
              <a:gd name="connsiteX18" fmla="*/ 587723 w 5512527"/>
              <a:gd name="connsiteY18"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48479 w 5512527"/>
              <a:gd name="connsiteY8" fmla="*/ 216087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94504 w 5512527"/>
              <a:gd name="connsiteY8" fmla="*/ 22561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18454 w 5512527"/>
              <a:gd name="connsiteY9" fmla="*/ 45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701 w 5512527"/>
              <a:gd name="connsiteY3" fmla="*/ 19282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3175 h 11997873"/>
              <a:gd name="connsiteX1" fmla="*/ 1177515 w 5512527"/>
              <a:gd name="connsiteY1" fmla="*/ 11440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3175 h 11997873"/>
              <a:gd name="connsiteX1" fmla="*/ 1107665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5086 h 11999784"/>
              <a:gd name="connsiteX1" fmla="*/ 1107665 w 5512527"/>
              <a:gd name="connsiteY1" fmla="*/ 3826 h 11999784"/>
              <a:gd name="connsiteX2" fmla="*/ 1284926 w 5512527"/>
              <a:gd name="connsiteY2" fmla="*/ 285469 h 11999784"/>
              <a:gd name="connsiteX3" fmla="*/ 1531513 w 5512527"/>
              <a:gd name="connsiteY3" fmla="*/ 452681 h 11999784"/>
              <a:gd name="connsiteX4" fmla="*/ 4005785 w 5512527"/>
              <a:gd name="connsiteY4" fmla="*/ 449506 h 11999784"/>
              <a:gd name="connsiteX5" fmla="*/ 4214370 w 5512527"/>
              <a:gd name="connsiteY5" fmla="*/ 373403 h 11999784"/>
              <a:gd name="connsiteX6" fmla="*/ 4389833 w 5512527"/>
              <a:gd name="connsiteY6" fmla="*/ 8261 h 11999784"/>
              <a:gd name="connsiteX7" fmla="*/ 4918454 w 5512527"/>
              <a:gd name="connsiteY7" fmla="*/ 1911 h 11999784"/>
              <a:gd name="connsiteX8" fmla="*/ 5512527 w 5512527"/>
              <a:gd name="connsiteY8" fmla="*/ 599159 h 11999784"/>
              <a:gd name="connsiteX9" fmla="*/ 5512527 w 5512527"/>
              <a:gd name="connsiteY9" fmla="*/ 11415236 h 11999784"/>
              <a:gd name="connsiteX10" fmla="*/ 4927979 w 5512527"/>
              <a:gd name="connsiteY10" fmla="*/ 11999784 h 11999784"/>
              <a:gd name="connsiteX11" fmla="*/ 584548 w 5512527"/>
              <a:gd name="connsiteY11" fmla="*/ 11999784 h 11999784"/>
              <a:gd name="connsiteX12" fmla="*/ 0 w 5512527"/>
              <a:gd name="connsiteY12" fmla="*/ 11415236 h 11999784"/>
              <a:gd name="connsiteX13" fmla="*/ 0 w 5512527"/>
              <a:gd name="connsiteY13" fmla="*/ 599159 h 11999784"/>
              <a:gd name="connsiteX14" fmla="*/ 587723 w 5512527"/>
              <a:gd name="connsiteY14" fmla="*/ 5086 h 1199978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397890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8540 w 5512527"/>
              <a:gd name="connsiteY5" fmla="*/ 413481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4512 w 5512527"/>
              <a:gd name="connsiteY5" fmla="*/ 381255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8909 h 12003607"/>
              <a:gd name="connsiteX1" fmla="*/ 1107665 w 5512527"/>
              <a:gd name="connsiteY1" fmla="*/ 7649 h 12003607"/>
              <a:gd name="connsiteX2" fmla="*/ 1284926 w 5512527"/>
              <a:gd name="connsiteY2" fmla="*/ 289292 h 12003607"/>
              <a:gd name="connsiteX3" fmla="*/ 1531513 w 5512527"/>
              <a:gd name="connsiteY3" fmla="*/ 456504 h 12003607"/>
              <a:gd name="connsiteX4" fmla="*/ 4005785 w 5512527"/>
              <a:gd name="connsiteY4" fmla="*/ 453329 h 12003607"/>
              <a:gd name="connsiteX5" fmla="*/ 4234512 w 5512527"/>
              <a:gd name="connsiteY5" fmla="*/ 373198 h 12003607"/>
              <a:gd name="connsiteX6" fmla="*/ 4422059 w 5512527"/>
              <a:gd name="connsiteY6" fmla="*/ 0 h 12003607"/>
              <a:gd name="connsiteX7" fmla="*/ 4918454 w 5512527"/>
              <a:gd name="connsiteY7" fmla="*/ 5734 h 12003607"/>
              <a:gd name="connsiteX8" fmla="*/ 5512527 w 5512527"/>
              <a:gd name="connsiteY8" fmla="*/ 602982 h 12003607"/>
              <a:gd name="connsiteX9" fmla="*/ 5512527 w 5512527"/>
              <a:gd name="connsiteY9" fmla="*/ 11419059 h 12003607"/>
              <a:gd name="connsiteX10" fmla="*/ 4927979 w 5512527"/>
              <a:gd name="connsiteY10" fmla="*/ 12003607 h 12003607"/>
              <a:gd name="connsiteX11" fmla="*/ 584548 w 5512527"/>
              <a:gd name="connsiteY11" fmla="*/ 12003607 h 12003607"/>
              <a:gd name="connsiteX12" fmla="*/ 0 w 5512527"/>
              <a:gd name="connsiteY12" fmla="*/ 11419059 h 12003607"/>
              <a:gd name="connsiteX13" fmla="*/ 0 w 5512527"/>
              <a:gd name="connsiteY13" fmla="*/ 602982 h 12003607"/>
              <a:gd name="connsiteX14" fmla="*/ 587723 w 5512527"/>
              <a:gd name="connsiteY14" fmla="*/ 8909 h 1200360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7838 w 5512527"/>
              <a:gd name="connsiteY5" fmla="*/ 349513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71222 w 5512527"/>
              <a:gd name="connsiteY5" fmla="*/ 412921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59526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583 h 12010281"/>
              <a:gd name="connsiteX1" fmla="*/ 1107665 w 5512527"/>
              <a:gd name="connsiteY1" fmla="*/ 14323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15583 h 12010281"/>
              <a:gd name="connsiteX1" fmla="*/ 1104240 w 5512527"/>
              <a:gd name="connsiteY1" fmla="*/ 4049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0 h 12011822"/>
              <a:gd name="connsiteX1" fmla="*/ 1104240 w 5512527"/>
              <a:gd name="connsiteY1" fmla="*/ 5590 h 12011822"/>
              <a:gd name="connsiteX2" fmla="*/ 1284926 w 5512527"/>
              <a:gd name="connsiteY2" fmla="*/ 297507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 name="connsiteX0" fmla="*/ 587723 w 5512527"/>
              <a:gd name="connsiteY0" fmla="*/ 0 h 12011822"/>
              <a:gd name="connsiteX1" fmla="*/ 1104240 w 5512527"/>
              <a:gd name="connsiteY1" fmla="*/ 5590 h 12011822"/>
              <a:gd name="connsiteX2" fmla="*/ 1288350 w 5512527"/>
              <a:gd name="connsiteY2" fmla="*/ 280383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12527" h="12011822">
                <a:moveTo>
                  <a:pt x="587723" y="0"/>
                </a:moveTo>
                <a:lnTo>
                  <a:pt x="1104240" y="5590"/>
                </a:lnTo>
                <a:cubicBezTo>
                  <a:pt x="1258513" y="12104"/>
                  <a:pt x="1264275" y="137311"/>
                  <a:pt x="1288350" y="280383"/>
                </a:cubicBezTo>
                <a:cubicBezTo>
                  <a:pt x="1316925" y="362833"/>
                  <a:pt x="1376037" y="464719"/>
                  <a:pt x="1531513" y="464719"/>
                </a:cubicBezTo>
                <a:lnTo>
                  <a:pt x="4005785" y="461544"/>
                </a:lnTo>
                <a:cubicBezTo>
                  <a:pt x="4083521" y="461544"/>
                  <a:pt x="4174043" y="445058"/>
                  <a:pt x="4234512" y="361391"/>
                </a:cubicBezTo>
                <a:cubicBezTo>
                  <a:pt x="4291846" y="271164"/>
                  <a:pt x="4223813" y="4524"/>
                  <a:pt x="4422059" y="1541"/>
                </a:cubicBezTo>
                <a:lnTo>
                  <a:pt x="4902341" y="1865"/>
                </a:lnTo>
                <a:cubicBezTo>
                  <a:pt x="5257403" y="17978"/>
                  <a:pt x="5512527" y="288360"/>
                  <a:pt x="5512527" y="611197"/>
                </a:cubicBezTo>
                <a:lnTo>
                  <a:pt x="5512527" y="11427274"/>
                </a:lnTo>
                <a:cubicBezTo>
                  <a:pt x="5512527" y="11750111"/>
                  <a:pt x="5250815" y="12011822"/>
                  <a:pt x="4927979" y="12011822"/>
                </a:cubicBezTo>
                <a:lnTo>
                  <a:pt x="584548" y="12011822"/>
                </a:lnTo>
                <a:cubicBezTo>
                  <a:pt x="261711" y="12011822"/>
                  <a:pt x="0" y="11750111"/>
                  <a:pt x="0" y="11427274"/>
                </a:cubicBezTo>
                <a:lnTo>
                  <a:pt x="0" y="611197"/>
                </a:lnTo>
                <a:cubicBezTo>
                  <a:pt x="0" y="288360"/>
                  <a:pt x="264886" y="0"/>
                  <a:pt x="587723" y="0"/>
                </a:cubicBezTo>
                <a:close/>
              </a:path>
            </a:pathLst>
          </a:custGeom>
          <a:pattFill prst="wdUpDiag">
            <a:fgClr>
              <a:srgbClr val="FADFD9"/>
            </a:fgClr>
            <a:bgClr>
              <a:schemeClr val="bg1"/>
            </a:bgClr>
          </a:pattFill>
        </p:spPr>
        <p:txBody>
          <a:bodyPr wrap="square" lIns="457200" tIns="2560320" rIns="457200" bIns="457200" anchor="t">
            <a:noAutofit/>
          </a:bodyPr>
          <a:lstStyle>
            <a:lvl1pPr marL="0" indent="0" algn="l">
              <a:buNone/>
              <a:defRPr sz="3600">
                <a:solidFill>
                  <a:schemeClr val="tx1"/>
                </a:solidFill>
              </a:defRPr>
            </a:lvl1pPr>
          </a:lstStyle>
          <a:p>
            <a:r>
              <a:rPr lang="en-US"/>
              <a:t>Drag and drop your iPhone X screenshot into this photo placeholder</a:t>
            </a:r>
          </a:p>
        </p:txBody>
      </p:sp>
      <p:pic>
        <p:nvPicPr>
          <p:cNvPr id="14" name="phone">
            <a:extLst>
              <a:ext uri="{FF2B5EF4-FFF2-40B4-BE49-F238E27FC236}">
                <a16:creationId xmlns:a16="http://schemas.microsoft.com/office/drawing/2014/main" id="{197CCC9F-480F-C648-92E6-AB136E9EFC0D}"/>
              </a:ext>
              <a:ext uri="{C183D7F6-B498-43B3-948B-1728B52AA6E4}">
                <adec:decorative xmlns:adec="http://schemas.microsoft.com/office/drawing/2017/decorative" val="1"/>
              </a:ext>
            </a:extLst>
          </p:cNvPr>
          <p:cNvPicPr>
            <a:picLocks noChangeAspect="1"/>
          </p:cNvPicPr>
          <p:nvPr/>
        </p:nvPicPr>
        <p:blipFill>
          <a:blip r:embed="rId2">
            <a:lum bright="28000"/>
          </a:blip>
          <a:stretch>
            <a:fillRect/>
          </a:stretch>
        </p:blipFill>
        <p:spPr>
          <a:xfrm>
            <a:off x="18984045" y="712790"/>
            <a:ext cx="5890629" cy="12346536"/>
          </a:xfrm>
          <a:prstGeom prst="rect">
            <a:avLst/>
          </a:prstGeom>
        </p:spPr>
      </p:pic>
      <p:sp>
        <p:nvSpPr>
          <p:cNvPr id="15" name="Picture Placeholder 6">
            <a:extLst>
              <a:ext uri="{FF2B5EF4-FFF2-40B4-BE49-F238E27FC236}">
                <a16:creationId xmlns:a16="http://schemas.microsoft.com/office/drawing/2014/main" id="{3B299AA6-362A-B645-B905-8DB9FD96D19B}"/>
              </a:ext>
              <a:ext uri="{C183D7F6-B498-43B3-948B-1728B52AA6E4}">
                <adec:decorative xmlns:adec="http://schemas.microsoft.com/office/drawing/2017/decorative" val="1"/>
              </a:ext>
            </a:extLst>
          </p:cNvPr>
          <p:cNvSpPr>
            <a:spLocks noGrp="1"/>
          </p:cNvSpPr>
          <p:nvPr>
            <p:ph type="pic" sz="quarter" idx="19" hasCustomPrompt="1"/>
          </p:nvPr>
        </p:nvSpPr>
        <p:spPr>
          <a:xfrm>
            <a:off x="19155913" y="860145"/>
            <a:ext cx="5512528" cy="12011822"/>
          </a:xfrm>
          <a:custGeom>
            <a:avLst/>
            <a:gdLst>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297683 w 5512527"/>
              <a:gd name="connsiteY18" fmla="*/ 160595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46021 w 5512527"/>
              <a:gd name="connsiteY18" fmla="*/ 144482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96183 w 5512527"/>
              <a:gd name="connsiteY17" fmla="*/ 0 h 11985173"/>
              <a:gd name="connsiteX18" fmla="*/ 4927979 w 5512527"/>
              <a:gd name="connsiteY18" fmla="*/ 0 h 11985173"/>
              <a:gd name="connsiteX19" fmla="*/ 5512527 w 5512527"/>
              <a:gd name="connsiteY19" fmla="*/ 584548 h 11985173"/>
              <a:gd name="connsiteX20" fmla="*/ 5512527 w 5512527"/>
              <a:gd name="connsiteY20" fmla="*/ 11400625 h 11985173"/>
              <a:gd name="connsiteX21" fmla="*/ 4927979 w 5512527"/>
              <a:gd name="connsiteY21" fmla="*/ 11985173 h 11985173"/>
              <a:gd name="connsiteX22" fmla="*/ 584548 w 5512527"/>
              <a:gd name="connsiteY22" fmla="*/ 11985173 h 11985173"/>
              <a:gd name="connsiteX23" fmla="*/ 0 w 5512527"/>
              <a:gd name="connsiteY23" fmla="*/ 11400625 h 11985173"/>
              <a:gd name="connsiteX24" fmla="*/ 0 w 5512527"/>
              <a:gd name="connsiteY24" fmla="*/ 584548 h 11985173"/>
              <a:gd name="connsiteX25" fmla="*/ 584548 w 5512527"/>
              <a:gd name="connsiteY25" fmla="*/ 0 h 119851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12135 w 5512527"/>
              <a:gd name="connsiteY12" fmla="*/ 46029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333881 w 5512527"/>
              <a:gd name="connsiteY9" fmla="*/ 124570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77515 w 5512527"/>
              <a:gd name="connsiteY7" fmla="*/ 50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20100 h 12005273"/>
              <a:gd name="connsiteX1" fmla="*/ 867289 w 5512527"/>
              <a:gd name="connsiteY1" fmla="*/ 20100 h 12005273"/>
              <a:gd name="connsiteX2" fmla="*/ 872596 w 5512527"/>
              <a:gd name="connsiteY2" fmla="*/ 21807 h 12005273"/>
              <a:gd name="connsiteX3" fmla="*/ 957894 w 5512527"/>
              <a:gd name="connsiteY3" fmla="*/ 20887 h 12005273"/>
              <a:gd name="connsiteX4" fmla="*/ 981310 w 5512527"/>
              <a:gd name="connsiteY4" fmla="*/ 20100 h 12005273"/>
              <a:gd name="connsiteX5" fmla="*/ 1099734 w 5512527"/>
              <a:gd name="connsiteY5" fmla="*/ 20100 h 12005273"/>
              <a:gd name="connsiteX6" fmla="*/ 1134631 w 5512527"/>
              <a:gd name="connsiteY6" fmla="*/ 0 h 12005273"/>
              <a:gd name="connsiteX7" fmla="*/ 1177515 w 5512527"/>
              <a:gd name="connsiteY7" fmla="*/ 18840 h 12005273"/>
              <a:gd name="connsiteX8" fmla="*/ 1262697 w 5512527"/>
              <a:gd name="connsiteY8" fmla="*/ 170136 h 12005273"/>
              <a:gd name="connsiteX9" fmla="*/ 1262701 w 5512527"/>
              <a:gd name="connsiteY9" fmla="*/ 195708 h 12005273"/>
              <a:gd name="connsiteX10" fmla="*/ 1531513 w 5512527"/>
              <a:gd name="connsiteY10" fmla="*/ 458170 h 12005273"/>
              <a:gd name="connsiteX11" fmla="*/ 4005785 w 5512527"/>
              <a:gd name="connsiteY11" fmla="*/ 454995 h 12005273"/>
              <a:gd name="connsiteX12" fmla="*/ 4211195 w 5512527"/>
              <a:gd name="connsiteY12" fmla="*/ 391592 h 12005273"/>
              <a:gd name="connsiteX13" fmla="*/ 4214215 w 5512527"/>
              <a:gd name="connsiteY13" fmla="*/ 387109 h 12005273"/>
              <a:gd name="connsiteX14" fmla="*/ 4215227 w 5512527"/>
              <a:gd name="connsiteY14" fmla="*/ 386276 h 12005273"/>
              <a:gd name="connsiteX15" fmla="*/ 4278629 w 5512527"/>
              <a:gd name="connsiteY15" fmla="*/ 184042 h 12005273"/>
              <a:gd name="connsiteX16" fmla="*/ 4389833 w 5512527"/>
              <a:gd name="connsiteY16" fmla="*/ 13750 h 12005273"/>
              <a:gd name="connsiteX17" fmla="*/ 4927979 w 5512527"/>
              <a:gd name="connsiteY17" fmla="*/ 20100 h 12005273"/>
              <a:gd name="connsiteX18" fmla="*/ 5512527 w 5512527"/>
              <a:gd name="connsiteY18" fmla="*/ 604648 h 12005273"/>
              <a:gd name="connsiteX19" fmla="*/ 5512527 w 5512527"/>
              <a:gd name="connsiteY19" fmla="*/ 11420725 h 12005273"/>
              <a:gd name="connsiteX20" fmla="*/ 4927979 w 5512527"/>
              <a:gd name="connsiteY20" fmla="*/ 12005273 h 12005273"/>
              <a:gd name="connsiteX21" fmla="*/ 584548 w 5512527"/>
              <a:gd name="connsiteY21" fmla="*/ 12005273 h 12005273"/>
              <a:gd name="connsiteX22" fmla="*/ 0 w 5512527"/>
              <a:gd name="connsiteY22" fmla="*/ 11420725 h 12005273"/>
              <a:gd name="connsiteX23" fmla="*/ 0 w 5512527"/>
              <a:gd name="connsiteY23" fmla="*/ 604648 h 12005273"/>
              <a:gd name="connsiteX24" fmla="*/ 584548 w 5512527"/>
              <a:gd name="connsiteY24" fmla="*/ 20100 h 120052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77515 w 5512527"/>
              <a:gd name="connsiteY6" fmla="*/ 5090 h 11991523"/>
              <a:gd name="connsiteX7" fmla="*/ 1262697 w 5512527"/>
              <a:gd name="connsiteY7" fmla="*/ 156386 h 11991523"/>
              <a:gd name="connsiteX8" fmla="*/ 1262701 w 5512527"/>
              <a:gd name="connsiteY8" fmla="*/ 181958 h 11991523"/>
              <a:gd name="connsiteX9" fmla="*/ 1531513 w 5512527"/>
              <a:gd name="connsiteY9" fmla="*/ 444420 h 11991523"/>
              <a:gd name="connsiteX10" fmla="*/ 4005785 w 5512527"/>
              <a:gd name="connsiteY10" fmla="*/ 441245 h 11991523"/>
              <a:gd name="connsiteX11" fmla="*/ 4211195 w 5512527"/>
              <a:gd name="connsiteY11" fmla="*/ 377842 h 11991523"/>
              <a:gd name="connsiteX12" fmla="*/ 4214215 w 5512527"/>
              <a:gd name="connsiteY12" fmla="*/ 373359 h 11991523"/>
              <a:gd name="connsiteX13" fmla="*/ 4215227 w 5512527"/>
              <a:gd name="connsiteY13" fmla="*/ 372526 h 11991523"/>
              <a:gd name="connsiteX14" fmla="*/ 4278629 w 5512527"/>
              <a:gd name="connsiteY14" fmla="*/ 170292 h 11991523"/>
              <a:gd name="connsiteX15" fmla="*/ 4389833 w 5512527"/>
              <a:gd name="connsiteY15" fmla="*/ 0 h 11991523"/>
              <a:gd name="connsiteX16" fmla="*/ 4927979 w 5512527"/>
              <a:gd name="connsiteY16" fmla="*/ 6350 h 11991523"/>
              <a:gd name="connsiteX17" fmla="*/ 5512527 w 5512527"/>
              <a:gd name="connsiteY17" fmla="*/ 590898 h 11991523"/>
              <a:gd name="connsiteX18" fmla="*/ 5512527 w 5512527"/>
              <a:gd name="connsiteY18" fmla="*/ 11406975 h 11991523"/>
              <a:gd name="connsiteX19" fmla="*/ 4927979 w 5512527"/>
              <a:gd name="connsiteY19" fmla="*/ 11991523 h 11991523"/>
              <a:gd name="connsiteX20" fmla="*/ 584548 w 5512527"/>
              <a:gd name="connsiteY20" fmla="*/ 11991523 h 11991523"/>
              <a:gd name="connsiteX21" fmla="*/ 0 w 5512527"/>
              <a:gd name="connsiteY21" fmla="*/ 11406975 h 11991523"/>
              <a:gd name="connsiteX22" fmla="*/ 0 w 5512527"/>
              <a:gd name="connsiteY22" fmla="*/ 590898 h 11991523"/>
              <a:gd name="connsiteX23" fmla="*/ 584548 w 5512527"/>
              <a:gd name="connsiteY23"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177515 w 5512527"/>
              <a:gd name="connsiteY5" fmla="*/ 5090 h 11991523"/>
              <a:gd name="connsiteX6" fmla="*/ 1262697 w 5512527"/>
              <a:gd name="connsiteY6" fmla="*/ 156386 h 11991523"/>
              <a:gd name="connsiteX7" fmla="*/ 1262701 w 5512527"/>
              <a:gd name="connsiteY7" fmla="*/ 181958 h 11991523"/>
              <a:gd name="connsiteX8" fmla="*/ 1531513 w 5512527"/>
              <a:gd name="connsiteY8" fmla="*/ 444420 h 11991523"/>
              <a:gd name="connsiteX9" fmla="*/ 4005785 w 5512527"/>
              <a:gd name="connsiteY9" fmla="*/ 441245 h 11991523"/>
              <a:gd name="connsiteX10" fmla="*/ 4211195 w 5512527"/>
              <a:gd name="connsiteY10" fmla="*/ 377842 h 11991523"/>
              <a:gd name="connsiteX11" fmla="*/ 4214215 w 5512527"/>
              <a:gd name="connsiteY11" fmla="*/ 373359 h 11991523"/>
              <a:gd name="connsiteX12" fmla="*/ 4215227 w 5512527"/>
              <a:gd name="connsiteY12" fmla="*/ 372526 h 11991523"/>
              <a:gd name="connsiteX13" fmla="*/ 4278629 w 5512527"/>
              <a:gd name="connsiteY13" fmla="*/ 170292 h 11991523"/>
              <a:gd name="connsiteX14" fmla="*/ 4389833 w 5512527"/>
              <a:gd name="connsiteY14" fmla="*/ 0 h 11991523"/>
              <a:gd name="connsiteX15" fmla="*/ 4927979 w 5512527"/>
              <a:gd name="connsiteY15" fmla="*/ 6350 h 11991523"/>
              <a:gd name="connsiteX16" fmla="*/ 5512527 w 5512527"/>
              <a:gd name="connsiteY16" fmla="*/ 590898 h 11991523"/>
              <a:gd name="connsiteX17" fmla="*/ 5512527 w 5512527"/>
              <a:gd name="connsiteY17" fmla="*/ 11406975 h 11991523"/>
              <a:gd name="connsiteX18" fmla="*/ 4927979 w 5512527"/>
              <a:gd name="connsiteY18" fmla="*/ 11991523 h 11991523"/>
              <a:gd name="connsiteX19" fmla="*/ 584548 w 5512527"/>
              <a:gd name="connsiteY19" fmla="*/ 11991523 h 11991523"/>
              <a:gd name="connsiteX20" fmla="*/ 0 w 5512527"/>
              <a:gd name="connsiteY20" fmla="*/ 11406975 h 11991523"/>
              <a:gd name="connsiteX21" fmla="*/ 0 w 5512527"/>
              <a:gd name="connsiteY21" fmla="*/ 590898 h 11991523"/>
              <a:gd name="connsiteX22" fmla="*/ 584548 w 5512527"/>
              <a:gd name="connsiteY22"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1177515 w 5512527"/>
              <a:gd name="connsiteY4" fmla="*/ 5090 h 11991523"/>
              <a:gd name="connsiteX5" fmla="*/ 1262697 w 5512527"/>
              <a:gd name="connsiteY5" fmla="*/ 156386 h 11991523"/>
              <a:gd name="connsiteX6" fmla="*/ 1262701 w 5512527"/>
              <a:gd name="connsiteY6" fmla="*/ 181958 h 11991523"/>
              <a:gd name="connsiteX7" fmla="*/ 1531513 w 5512527"/>
              <a:gd name="connsiteY7" fmla="*/ 444420 h 11991523"/>
              <a:gd name="connsiteX8" fmla="*/ 4005785 w 5512527"/>
              <a:gd name="connsiteY8" fmla="*/ 441245 h 11991523"/>
              <a:gd name="connsiteX9" fmla="*/ 4211195 w 5512527"/>
              <a:gd name="connsiteY9" fmla="*/ 377842 h 11991523"/>
              <a:gd name="connsiteX10" fmla="*/ 4214215 w 5512527"/>
              <a:gd name="connsiteY10" fmla="*/ 373359 h 11991523"/>
              <a:gd name="connsiteX11" fmla="*/ 4215227 w 5512527"/>
              <a:gd name="connsiteY11" fmla="*/ 372526 h 11991523"/>
              <a:gd name="connsiteX12" fmla="*/ 4278629 w 5512527"/>
              <a:gd name="connsiteY12" fmla="*/ 170292 h 11991523"/>
              <a:gd name="connsiteX13" fmla="*/ 4389833 w 5512527"/>
              <a:gd name="connsiteY13" fmla="*/ 0 h 11991523"/>
              <a:gd name="connsiteX14" fmla="*/ 4927979 w 5512527"/>
              <a:gd name="connsiteY14" fmla="*/ 6350 h 11991523"/>
              <a:gd name="connsiteX15" fmla="*/ 5512527 w 5512527"/>
              <a:gd name="connsiteY15" fmla="*/ 590898 h 11991523"/>
              <a:gd name="connsiteX16" fmla="*/ 5512527 w 5512527"/>
              <a:gd name="connsiteY16" fmla="*/ 11406975 h 11991523"/>
              <a:gd name="connsiteX17" fmla="*/ 4927979 w 5512527"/>
              <a:gd name="connsiteY17" fmla="*/ 11991523 h 11991523"/>
              <a:gd name="connsiteX18" fmla="*/ 584548 w 5512527"/>
              <a:gd name="connsiteY18" fmla="*/ 11991523 h 11991523"/>
              <a:gd name="connsiteX19" fmla="*/ 0 w 5512527"/>
              <a:gd name="connsiteY19" fmla="*/ 11406975 h 11991523"/>
              <a:gd name="connsiteX20" fmla="*/ 0 w 5512527"/>
              <a:gd name="connsiteY20" fmla="*/ 590898 h 11991523"/>
              <a:gd name="connsiteX21" fmla="*/ 584548 w 5512527"/>
              <a:gd name="connsiteY21" fmla="*/ 6350 h 11991523"/>
              <a:gd name="connsiteX0" fmla="*/ 584548 w 5512527"/>
              <a:gd name="connsiteY0" fmla="*/ 6350 h 11991523"/>
              <a:gd name="connsiteX1" fmla="*/ 867289 w 5512527"/>
              <a:gd name="connsiteY1" fmla="*/ 6350 h 11991523"/>
              <a:gd name="connsiteX2" fmla="*/ 957894 w 5512527"/>
              <a:gd name="connsiteY2" fmla="*/ 7137 h 11991523"/>
              <a:gd name="connsiteX3" fmla="*/ 1177515 w 5512527"/>
              <a:gd name="connsiteY3" fmla="*/ 5090 h 11991523"/>
              <a:gd name="connsiteX4" fmla="*/ 1262697 w 5512527"/>
              <a:gd name="connsiteY4" fmla="*/ 156386 h 11991523"/>
              <a:gd name="connsiteX5" fmla="*/ 1262701 w 5512527"/>
              <a:gd name="connsiteY5" fmla="*/ 181958 h 11991523"/>
              <a:gd name="connsiteX6" fmla="*/ 1531513 w 5512527"/>
              <a:gd name="connsiteY6" fmla="*/ 444420 h 11991523"/>
              <a:gd name="connsiteX7" fmla="*/ 4005785 w 5512527"/>
              <a:gd name="connsiteY7" fmla="*/ 441245 h 11991523"/>
              <a:gd name="connsiteX8" fmla="*/ 4211195 w 5512527"/>
              <a:gd name="connsiteY8" fmla="*/ 377842 h 11991523"/>
              <a:gd name="connsiteX9" fmla="*/ 4214215 w 5512527"/>
              <a:gd name="connsiteY9" fmla="*/ 373359 h 11991523"/>
              <a:gd name="connsiteX10" fmla="*/ 4215227 w 5512527"/>
              <a:gd name="connsiteY10" fmla="*/ 372526 h 11991523"/>
              <a:gd name="connsiteX11" fmla="*/ 4278629 w 5512527"/>
              <a:gd name="connsiteY11" fmla="*/ 170292 h 11991523"/>
              <a:gd name="connsiteX12" fmla="*/ 4389833 w 5512527"/>
              <a:gd name="connsiteY12" fmla="*/ 0 h 11991523"/>
              <a:gd name="connsiteX13" fmla="*/ 4927979 w 5512527"/>
              <a:gd name="connsiteY13" fmla="*/ 6350 h 11991523"/>
              <a:gd name="connsiteX14" fmla="*/ 5512527 w 5512527"/>
              <a:gd name="connsiteY14" fmla="*/ 590898 h 11991523"/>
              <a:gd name="connsiteX15" fmla="*/ 5512527 w 5512527"/>
              <a:gd name="connsiteY15" fmla="*/ 11406975 h 11991523"/>
              <a:gd name="connsiteX16" fmla="*/ 4927979 w 5512527"/>
              <a:gd name="connsiteY16" fmla="*/ 11991523 h 11991523"/>
              <a:gd name="connsiteX17" fmla="*/ 584548 w 5512527"/>
              <a:gd name="connsiteY17" fmla="*/ 11991523 h 11991523"/>
              <a:gd name="connsiteX18" fmla="*/ 0 w 5512527"/>
              <a:gd name="connsiteY18" fmla="*/ 11406975 h 11991523"/>
              <a:gd name="connsiteX19" fmla="*/ 0 w 5512527"/>
              <a:gd name="connsiteY19" fmla="*/ 590898 h 11991523"/>
              <a:gd name="connsiteX20" fmla="*/ 584548 w 5512527"/>
              <a:gd name="connsiteY20" fmla="*/ 6350 h 11991523"/>
              <a:gd name="connsiteX0" fmla="*/ 584548 w 5512527"/>
              <a:gd name="connsiteY0" fmla="*/ 11913 h 11997086"/>
              <a:gd name="connsiteX1" fmla="*/ 867289 w 5512527"/>
              <a:gd name="connsiteY1" fmla="*/ 11913 h 11997086"/>
              <a:gd name="connsiteX2" fmla="*/ 961069 w 5512527"/>
              <a:gd name="connsiteY2" fmla="*/ 0 h 11997086"/>
              <a:gd name="connsiteX3" fmla="*/ 1177515 w 5512527"/>
              <a:gd name="connsiteY3" fmla="*/ 10653 h 11997086"/>
              <a:gd name="connsiteX4" fmla="*/ 1262697 w 5512527"/>
              <a:gd name="connsiteY4" fmla="*/ 161949 h 11997086"/>
              <a:gd name="connsiteX5" fmla="*/ 1262701 w 5512527"/>
              <a:gd name="connsiteY5" fmla="*/ 187521 h 11997086"/>
              <a:gd name="connsiteX6" fmla="*/ 1531513 w 5512527"/>
              <a:gd name="connsiteY6" fmla="*/ 449983 h 11997086"/>
              <a:gd name="connsiteX7" fmla="*/ 4005785 w 5512527"/>
              <a:gd name="connsiteY7" fmla="*/ 446808 h 11997086"/>
              <a:gd name="connsiteX8" fmla="*/ 4211195 w 5512527"/>
              <a:gd name="connsiteY8" fmla="*/ 383405 h 11997086"/>
              <a:gd name="connsiteX9" fmla="*/ 4214215 w 5512527"/>
              <a:gd name="connsiteY9" fmla="*/ 378922 h 11997086"/>
              <a:gd name="connsiteX10" fmla="*/ 4215227 w 5512527"/>
              <a:gd name="connsiteY10" fmla="*/ 378089 h 11997086"/>
              <a:gd name="connsiteX11" fmla="*/ 4278629 w 5512527"/>
              <a:gd name="connsiteY11" fmla="*/ 175855 h 11997086"/>
              <a:gd name="connsiteX12" fmla="*/ 4389833 w 5512527"/>
              <a:gd name="connsiteY12" fmla="*/ 5563 h 11997086"/>
              <a:gd name="connsiteX13" fmla="*/ 4927979 w 5512527"/>
              <a:gd name="connsiteY13" fmla="*/ 11913 h 11997086"/>
              <a:gd name="connsiteX14" fmla="*/ 5512527 w 5512527"/>
              <a:gd name="connsiteY14" fmla="*/ 596461 h 11997086"/>
              <a:gd name="connsiteX15" fmla="*/ 5512527 w 5512527"/>
              <a:gd name="connsiteY15" fmla="*/ 11412538 h 11997086"/>
              <a:gd name="connsiteX16" fmla="*/ 4927979 w 5512527"/>
              <a:gd name="connsiteY16" fmla="*/ 11997086 h 11997086"/>
              <a:gd name="connsiteX17" fmla="*/ 584548 w 5512527"/>
              <a:gd name="connsiteY17" fmla="*/ 11997086 h 11997086"/>
              <a:gd name="connsiteX18" fmla="*/ 0 w 5512527"/>
              <a:gd name="connsiteY18" fmla="*/ 11412538 h 11997086"/>
              <a:gd name="connsiteX19" fmla="*/ 0 w 5512527"/>
              <a:gd name="connsiteY19" fmla="*/ 596461 h 11997086"/>
              <a:gd name="connsiteX20" fmla="*/ 584548 w 5512527"/>
              <a:gd name="connsiteY20" fmla="*/ 11913 h 11997086"/>
              <a:gd name="connsiteX0" fmla="*/ 584548 w 5512527"/>
              <a:gd name="connsiteY0" fmla="*/ 19050 h 12004223"/>
              <a:gd name="connsiteX1" fmla="*/ 857764 w 5512527"/>
              <a:gd name="connsiteY1" fmla="*/ 0 h 12004223"/>
              <a:gd name="connsiteX2" fmla="*/ 961069 w 5512527"/>
              <a:gd name="connsiteY2" fmla="*/ 7137 h 12004223"/>
              <a:gd name="connsiteX3" fmla="*/ 1177515 w 5512527"/>
              <a:gd name="connsiteY3" fmla="*/ 17790 h 12004223"/>
              <a:gd name="connsiteX4" fmla="*/ 1262697 w 5512527"/>
              <a:gd name="connsiteY4" fmla="*/ 169086 h 12004223"/>
              <a:gd name="connsiteX5" fmla="*/ 1262701 w 5512527"/>
              <a:gd name="connsiteY5" fmla="*/ 194658 h 12004223"/>
              <a:gd name="connsiteX6" fmla="*/ 1531513 w 5512527"/>
              <a:gd name="connsiteY6" fmla="*/ 457120 h 12004223"/>
              <a:gd name="connsiteX7" fmla="*/ 4005785 w 5512527"/>
              <a:gd name="connsiteY7" fmla="*/ 453945 h 12004223"/>
              <a:gd name="connsiteX8" fmla="*/ 4211195 w 5512527"/>
              <a:gd name="connsiteY8" fmla="*/ 390542 h 12004223"/>
              <a:gd name="connsiteX9" fmla="*/ 4214215 w 5512527"/>
              <a:gd name="connsiteY9" fmla="*/ 386059 h 12004223"/>
              <a:gd name="connsiteX10" fmla="*/ 4215227 w 5512527"/>
              <a:gd name="connsiteY10" fmla="*/ 385226 h 12004223"/>
              <a:gd name="connsiteX11" fmla="*/ 4278629 w 5512527"/>
              <a:gd name="connsiteY11" fmla="*/ 182992 h 12004223"/>
              <a:gd name="connsiteX12" fmla="*/ 4389833 w 5512527"/>
              <a:gd name="connsiteY12" fmla="*/ 12700 h 12004223"/>
              <a:gd name="connsiteX13" fmla="*/ 4927979 w 5512527"/>
              <a:gd name="connsiteY13" fmla="*/ 19050 h 12004223"/>
              <a:gd name="connsiteX14" fmla="*/ 5512527 w 5512527"/>
              <a:gd name="connsiteY14" fmla="*/ 603598 h 12004223"/>
              <a:gd name="connsiteX15" fmla="*/ 5512527 w 5512527"/>
              <a:gd name="connsiteY15" fmla="*/ 11419675 h 12004223"/>
              <a:gd name="connsiteX16" fmla="*/ 4927979 w 5512527"/>
              <a:gd name="connsiteY16" fmla="*/ 12004223 h 12004223"/>
              <a:gd name="connsiteX17" fmla="*/ 584548 w 5512527"/>
              <a:gd name="connsiteY17" fmla="*/ 12004223 h 12004223"/>
              <a:gd name="connsiteX18" fmla="*/ 0 w 5512527"/>
              <a:gd name="connsiteY18" fmla="*/ 11419675 h 12004223"/>
              <a:gd name="connsiteX19" fmla="*/ 0 w 5512527"/>
              <a:gd name="connsiteY19" fmla="*/ 603598 h 12004223"/>
              <a:gd name="connsiteX20" fmla="*/ 584548 w 5512527"/>
              <a:gd name="connsiteY20" fmla="*/ 19050 h 12004223"/>
              <a:gd name="connsiteX0" fmla="*/ 584548 w 5512527"/>
              <a:gd name="connsiteY0" fmla="*/ 19050 h 12004223"/>
              <a:gd name="connsiteX1" fmla="*/ 857764 w 5512527"/>
              <a:gd name="connsiteY1" fmla="*/ 0 h 12004223"/>
              <a:gd name="connsiteX2" fmla="*/ 1177515 w 5512527"/>
              <a:gd name="connsiteY2" fmla="*/ 17790 h 12004223"/>
              <a:gd name="connsiteX3" fmla="*/ 1262697 w 5512527"/>
              <a:gd name="connsiteY3" fmla="*/ 169086 h 12004223"/>
              <a:gd name="connsiteX4" fmla="*/ 1262701 w 5512527"/>
              <a:gd name="connsiteY4" fmla="*/ 194658 h 12004223"/>
              <a:gd name="connsiteX5" fmla="*/ 1531513 w 5512527"/>
              <a:gd name="connsiteY5" fmla="*/ 457120 h 12004223"/>
              <a:gd name="connsiteX6" fmla="*/ 4005785 w 5512527"/>
              <a:gd name="connsiteY6" fmla="*/ 453945 h 12004223"/>
              <a:gd name="connsiteX7" fmla="*/ 4211195 w 5512527"/>
              <a:gd name="connsiteY7" fmla="*/ 390542 h 12004223"/>
              <a:gd name="connsiteX8" fmla="*/ 4214215 w 5512527"/>
              <a:gd name="connsiteY8" fmla="*/ 386059 h 12004223"/>
              <a:gd name="connsiteX9" fmla="*/ 4215227 w 5512527"/>
              <a:gd name="connsiteY9" fmla="*/ 385226 h 12004223"/>
              <a:gd name="connsiteX10" fmla="*/ 4278629 w 5512527"/>
              <a:gd name="connsiteY10" fmla="*/ 182992 h 12004223"/>
              <a:gd name="connsiteX11" fmla="*/ 4389833 w 5512527"/>
              <a:gd name="connsiteY11" fmla="*/ 12700 h 12004223"/>
              <a:gd name="connsiteX12" fmla="*/ 4927979 w 5512527"/>
              <a:gd name="connsiteY12" fmla="*/ 19050 h 12004223"/>
              <a:gd name="connsiteX13" fmla="*/ 5512527 w 5512527"/>
              <a:gd name="connsiteY13" fmla="*/ 603598 h 12004223"/>
              <a:gd name="connsiteX14" fmla="*/ 5512527 w 5512527"/>
              <a:gd name="connsiteY14" fmla="*/ 11419675 h 12004223"/>
              <a:gd name="connsiteX15" fmla="*/ 4927979 w 5512527"/>
              <a:gd name="connsiteY15" fmla="*/ 12004223 h 12004223"/>
              <a:gd name="connsiteX16" fmla="*/ 584548 w 5512527"/>
              <a:gd name="connsiteY16" fmla="*/ 12004223 h 12004223"/>
              <a:gd name="connsiteX17" fmla="*/ 0 w 5512527"/>
              <a:gd name="connsiteY17" fmla="*/ 11419675 h 12004223"/>
              <a:gd name="connsiteX18" fmla="*/ 0 w 5512527"/>
              <a:gd name="connsiteY18" fmla="*/ 603598 h 12004223"/>
              <a:gd name="connsiteX19" fmla="*/ 584548 w 5512527"/>
              <a:gd name="connsiteY19" fmla="*/ 19050 h 12004223"/>
              <a:gd name="connsiteX0" fmla="*/ 584548 w 5512527"/>
              <a:gd name="connsiteY0" fmla="*/ 6350 h 11991523"/>
              <a:gd name="connsiteX1" fmla="*/ 854589 w 5512527"/>
              <a:gd name="connsiteY1" fmla="*/ 0 h 11991523"/>
              <a:gd name="connsiteX2" fmla="*/ 1177515 w 5512527"/>
              <a:gd name="connsiteY2" fmla="*/ 5090 h 11991523"/>
              <a:gd name="connsiteX3" fmla="*/ 1262697 w 5512527"/>
              <a:gd name="connsiteY3" fmla="*/ 156386 h 11991523"/>
              <a:gd name="connsiteX4" fmla="*/ 1262701 w 5512527"/>
              <a:gd name="connsiteY4" fmla="*/ 181958 h 11991523"/>
              <a:gd name="connsiteX5" fmla="*/ 1531513 w 5512527"/>
              <a:gd name="connsiteY5" fmla="*/ 444420 h 11991523"/>
              <a:gd name="connsiteX6" fmla="*/ 4005785 w 5512527"/>
              <a:gd name="connsiteY6" fmla="*/ 441245 h 11991523"/>
              <a:gd name="connsiteX7" fmla="*/ 4211195 w 5512527"/>
              <a:gd name="connsiteY7" fmla="*/ 377842 h 11991523"/>
              <a:gd name="connsiteX8" fmla="*/ 4214215 w 5512527"/>
              <a:gd name="connsiteY8" fmla="*/ 373359 h 11991523"/>
              <a:gd name="connsiteX9" fmla="*/ 4215227 w 5512527"/>
              <a:gd name="connsiteY9" fmla="*/ 372526 h 11991523"/>
              <a:gd name="connsiteX10" fmla="*/ 4278629 w 5512527"/>
              <a:gd name="connsiteY10" fmla="*/ 170292 h 11991523"/>
              <a:gd name="connsiteX11" fmla="*/ 4389833 w 5512527"/>
              <a:gd name="connsiteY11" fmla="*/ 0 h 11991523"/>
              <a:gd name="connsiteX12" fmla="*/ 4927979 w 5512527"/>
              <a:gd name="connsiteY12" fmla="*/ 6350 h 11991523"/>
              <a:gd name="connsiteX13" fmla="*/ 5512527 w 5512527"/>
              <a:gd name="connsiteY13" fmla="*/ 590898 h 11991523"/>
              <a:gd name="connsiteX14" fmla="*/ 5512527 w 5512527"/>
              <a:gd name="connsiteY14" fmla="*/ 11406975 h 11991523"/>
              <a:gd name="connsiteX15" fmla="*/ 4927979 w 5512527"/>
              <a:gd name="connsiteY15" fmla="*/ 11991523 h 11991523"/>
              <a:gd name="connsiteX16" fmla="*/ 584548 w 5512527"/>
              <a:gd name="connsiteY16" fmla="*/ 11991523 h 11991523"/>
              <a:gd name="connsiteX17" fmla="*/ 0 w 5512527"/>
              <a:gd name="connsiteY17" fmla="*/ 11406975 h 11991523"/>
              <a:gd name="connsiteX18" fmla="*/ 0 w 5512527"/>
              <a:gd name="connsiteY18" fmla="*/ 590898 h 11991523"/>
              <a:gd name="connsiteX19" fmla="*/ 584548 w 5512527"/>
              <a:gd name="connsiteY19" fmla="*/ 6350 h 11991523"/>
              <a:gd name="connsiteX0" fmla="*/ 584548 w 5512527"/>
              <a:gd name="connsiteY0" fmla="*/ 0 h 11994698"/>
              <a:gd name="connsiteX1" fmla="*/ 854589 w 5512527"/>
              <a:gd name="connsiteY1" fmla="*/ 3175 h 11994698"/>
              <a:gd name="connsiteX2" fmla="*/ 1177515 w 5512527"/>
              <a:gd name="connsiteY2" fmla="*/ 8265 h 11994698"/>
              <a:gd name="connsiteX3" fmla="*/ 1262697 w 5512527"/>
              <a:gd name="connsiteY3" fmla="*/ 159561 h 11994698"/>
              <a:gd name="connsiteX4" fmla="*/ 1262701 w 5512527"/>
              <a:gd name="connsiteY4" fmla="*/ 185133 h 11994698"/>
              <a:gd name="connsiteX5" fmla="*/ 1531513 w 5512527"/>
              <a:gd name="connsiteY5" fmla="*/ 447595 h 11994698"/>
              <a:gd name="connsiteX6" fmla="*/ 4005785 w 5512527"/>
              <a:gd name="connsiteY6" fmla="*/ 444420 h 11994698"/>
              <a:gd name="connsiteX7" fmla="*/ 4211195 w 5512527"/>
              <a:gd name="connsiteY7" fmla="*/ 381017 h 11994698"/>
              <a:gd name="connsiteX8" fmla="*/ 4214215 w 5512527"/>
              <a:gd name="connsiteY8" fmla="*/ 376534 h 11994698"/>
              <a:gd name="connsiteX9" fmla="*/ 4215227 w 5512527"/>
              <a:gd name="connsiteY9" fmla="*/ 375701 h 11994698"/>
              <a:gd name="connsiteX10" fmla="*/ 4278629 w 5512527"/>
              <a:gd name="connsiteY10" fmla="*/ 173467 h 11994698"/>
              <a:gd name="connsiteX11" fmla="*/ 4389833 w 5512527"/>
              <a:gd name="connsiteY11" fmla="*/ 3175 h 11994698"/>
              <a:gd name="connsiteX12" fmla="*/ 4927979 w 5512527"/>
              <a:gd name="connsiteY12" fmla="*/ 9525 h 11994698"/>
              <a:gd name="connsiteX13" fmla="*/ 5512527 w 5512527"/>
              <a:gd name="connsiteY13" fmla="*/ 594073 h 11994698"/>
              <a:gd name="connsiteX14" fmla="*/ 5512527 w 5512527"/>
              <a:gd name="connsiteY14" fmla="*/ 11410150 h 11994698"/>
              <a:gd name="connsiteX15" fmla="*/ 4927979 w 5512527"/>
              <a:gd name="connsiteY15" fmla="*/ 11994698 h 11994698"/>
              <a:gd name="connsiteX16" fmla="*/ 584548 w 5512527"/>
              <a:gd name="connsiteY16" fmla="*/ 11994698 h 11994698"/>
              <a:gd name="connsiteX17" fmla="*/ 0 w 5512527"/>
              <a:gd name="connsiteY17" fmla="*/ 11410150 h 11994698"/>
              <a:gd name="connsiteX18" fmla="*/ 0 w 5512527"/>
              <a:gd name="connsiteY18" fmla="*/ 594073 h 11994698"/>
              <a:gd name="connsiteX19" fmla="*/ 584548 w 5512527"/>
              <a:gd name="connsiteY19" fmla="*/ 0 h 11994698"/>
              <a:gd name="connsiteX0" fmla="*/ 584548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4548 w 5512527"/>
              <a:gd name="connsiteY19" fmla="*/ 6350 h 12001048"/>
              <a:gd name="connsiteX0" fmla="*/ 587723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7723 w 5512527"/>
              <a:gd name="connsiteY19" fmla="*/ 6350 h 12001048"/>
              <a:gd name="connsiteX0" fmla="*/ 587723 w 5512527"/>
              <a:gd name="connsiteY0" fmla="*/ 7263 h 12001961"/>
              <a:gd name="connsiteX1" fmla="*/ 870464 w 5512527"/>
              <a:gd name="connsiteY1" fmla="*/ 913 h 12001961"/>
              <a:gd name="connsiteX2" fmla="*/ 1177515 w 5512527"/>
              <a:gd name="connsiteY2" fmla="*/ 15528 h 12001961"/>
              <a:gd name="connsiteX3" fmla="*/ 1262697 w 5512527"/>
              <a:gd name="connsiteY3" fmla="*/ 166824 h 12001961"/>
              <a:gd name="connsiteX4" fmla="*/ 1262701 w 5512527"/>
              <a:gd name="connsiteY4" fmla="*/ 192396 h 12001961"/>
              <a:gd name="connsiteX5" fmla="*/ 1531513 w 5512527"/>
              <a:gd name="connsiteY5" fmla="*/ 454858 h 12001961"/>
              <a:gd name="connsiteX6" fmla="*/ 4005785 w 5512527"/>
              <a:gd name="connsiteY6" fmla="*/ 451683 h 12001961"/>
              <a:gd name="connsiteX7" fmla="*/ 4211195 w 5512527"/>
              <a:gd name="connsiteY7" fmla="*/ 388280 h 12001961"/>
              <a:gd name="connsiteX8" fmla="*/ 4214215 w 5512527"/>
              <a:gd name="connsiteY8" fmla="*/ 383797 h 12001961"/>
              <a:gd name="connsiteX9" fmla="*/ 4215227 w 5512527"/>
              <a:gd name="connsiteY9" fmla="*/ 382964 h 12001961"/>
              <a:gd name="connsiteX10" fmla="*/ 4278629 w 5512527"/>
              <a:gd name="connsiteY10" fmla="*/ 180730 h 12001961"/>
              <a:gd name="connsiteX11" fmla="*/ 4389833 w 5512527"/>
              <a:gd name="connsiteY11" fmla="*/ 10438 h 12001961"/>
              <a:gd name="connsiteX12" fmla="*/ 4927979 w 5512527"/>
              <a:gd name="connsiteY12" fmla="*/ 16788 h 12001961"/>
              <a:gd name="connsiteX13" fmla="*/ 5512527 w 5512527"/>
              <a:gd name="connsiteY13" fmla="*/ 601336 h 12001961"/>
              <a:gd name="connsiteX14" fmla="*/ 5512527 w 5512527"/>
              <a:gd name="connsiteY14" fmla="*/ 11417413 h 12001961"/>
              <a:gd name="connsiteX15" fmla="*/ 4927979 w 5512527"/>
              <a:gd name="connsiteY15" fmla="*/ 12001961 h 12001961"/>
              <a:gd name="connsiteX16" fmla="*/ 584548 w 5512527"/>
              <a:gd name="connsiteY16" fmla="*/ 12001961 h 12001961"/>
              <a:gd name="connsiteX17" fmla="*/ 0 w 5512527"/>
              <a:gd name="connsiteY17" fmla="*/ 11417413 h 12001961"/>
              <a:gd name="connsiteX18" fmla="*/ 0 w 5512527"/>
              <a:gd name="connsiteY18" fmla="*/ 601336 h 12001961"/>
              <a:gd name="connsiteX19" fmla="*/ 587723 w 5512527"/>
              <a:gd name="connsiteY19" fmla="*/ 7263 h 12001961"/>
              <a:gd name="connsiteX0" fmla="*/ 587723 w 5512527"/>
              <a:gd name="connsiteY0" fmla="*/ 9253 h 12003951"/>
              <a:gd name="connsiteX1" fmla="*/ 870464 w 5512527"/>
              <a:gd name="connsiteY1" fmla="*/ 2903 h 12003951"/>
              <a:gd name="connsiteX2" fmla="*/ 1177515 w 5512527"/>
              <a:gd name="connsiteY2" fmla="*/ 17518 h 12003951"/>
              <a:gd name="connsiteX3" fmla="*/ 1262697 w 5512527"/>
              <a:gd name="connsiteY3" fmla="*/ 168814 h 12003951"/>
              <a:gd name="connsiteX4" fmla="*/ 1262701 w 5512527"/>
              <a:gd name="connsiteY4" fmla="*/ 194386 h 12003951"/>
              <a:gd name="connsiteX5" fmla="*/ 1531513 w 5512527"/>
              <a:gd name="connsiteY5" fmla="*/ 456848 h 12003951"/>
              <a:gd name="connsiteX6" fmla="*/ 4005785 w 5512527"/>
              <a:gd name="connsiteY6" fmla="*/ 453673 h 12003951"/>
              <a:gd name="connsiteX7" fmla="*/ 4211195 w 5512527"/>
              <a:gd name="connsiteY7" fmla="*/ 390270 h 12003951"/>
              <a:gd name="connsiteX8" fmla="*/ 4214215 w 5512527"/>
              <a:gd name="connsiteY8" fmla="*/ 385787 h 12003951"/>
              <a:gd name="connsiteX9" fmla="*/ 4215227 w 5512527"/>
              <a:gd name="connsiteY9" fmla="*/ 384954 h 12003951"/>
              <a:gd name="connsiteX10" fmla="*/ 4278629 w 5512527"/>
              <a:gd name="connsiteY10" fmla="*/ 182720 h 12003951"/>
              <a:gd name="connsiteX11" fmla="*/ 4389833 w 5512527"/>
              <a:gd name="connsiteY11" fmla="*/ 12428 h 12003951"/>
              <a:gd name="connsiteX12" fmla="*/ 4927979 w 5512527"/>
              <a:gd name="connsiteY12" fmla="*/ 18778 h 12003951"/>
              <a:gd name="connsiteX13" fmla="*/ 5512527 w 5512527"/>
              <a:gd name="connsiteY13" fmla="*/ 603326 h 12003951"/>
              <a:gd name="connsiteX14" fmla="*/ 5512527 w 5512527"/>
              <a:gd name="connsiteY14" fmla="*/ 11419403 h 12003951"/>
              <a:gd name="connsiteX15" fmla="*/ 4927979 w 5512527"/>
              <a:gd name="connsiteY15" fmla="*/ 12003951 h 12003951"/>
              <a:gd name="connsiteX16" fmla="*/ 584548 w 5512527"/>
              <a:gd name="connsiteY16" fmla="*/ 12003951 h 12003951"/>
              <a:gd name="connsiteX17" fmla="*/ 0 w 5512527"/>
              <a:gd name="connsiteY17" fmla="*/ 11419403 h 12003951"/>
              <a:gd name="connsiteX18" fmla="*/ 0 w 5512527"/>
              <a:gd name="connsiteY18" fmla="*/ 603326 h 12003951"/>
              <a:gd name="connsiteX19" fmla="*/ 587723 w 5512527"/>
              <a:gd name="connsiteY19" fmla="*/ 9253 h 12003951"/>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15227 w 5512527"/>
              <a:gd name="connsiteY9" fmla="*/ 38339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05702 w 5512527"/>
              <a:gd name="connsiteY9" fmla="*/ 37704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78629 w 5512527"/>
              <a:gd name="connsiteY9" fmla="*/ 181162 h 12002393"/>
              <a:gd name="connsiteX10" fmla="*/ 4389833 w 5512527"/>
              <a:gd name="connsiteY10" fmla="*/ 10870 h 12002393"/>
              <a:gd name="connsiteX11" fmla="*/ 4927979 w 5512527"/>
              <a:gd name="connsiteY11" fmla="*/ 17220 h 12002393"/>
              <a:gd name="connsiteX12" fmla="*/ 5512527 w 5512527"/>
              <a:gd name="connsiteY12" fmla="*/ 601768 h 12002393"/>
              <a:gd name="connsiteX13" fmla="*/ 5512527 w 5512527"/>
              <a:gd name="connsiteY13" fmla="*/ 11417845 h 12002393"/>
              <a:gd name="connsiteX14" fmla="*/ 4927979 w 5512527"/>
              <a:gd name="connsiteY14" fmla="*/ 12002393 h 12002393"/>
              <a:gd name="connsiteX15" fmla="*/ 584548 w 5512527"/>
              <a:gd name="connsiteY15" fmla="*/ 12002393 h 12002393"/>
              <a:gd name="connsiteX16" fmla="*/ 0 w 5512527"/>
              <a:gd name="connsiteY16" fmla="*/ 11417845 h 12002393"/>
              <a:gd name="connsiteX17" fmla="*/ 0 w 5512527"/>
              <a:gd name="connsiteY17" fmla="*/ 601768 h 12002393"/>
              <a:gd name="connsiteX18" fmla="*/ 587723 w 5512527"/>
              <a:gd name="connsiteY18"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48479 w 5512527"/>
              <a:gd name="connsiteY8" fmla="*/ 216087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94504 w 5512527"/>
              <a:gd name="connsiteY8" fmla="*/ 22561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18454 w 5512527"/>
              <a:gd name="connsiteY9" fmla="*/ 45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701 w 5512527"/>
              <a:gd name="connsiteY3" fmla="*/ 19282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3175 h 11997873"/>
              <a:gd name="connsiteX1" fmla="*/ 1177515 w 5512527"/>
              <a:gd name="connsiteY1" fmla="*/ 11440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3175 h 11997873"/>
              <a:gd name="connsiteX1" fmla="*/ 1107665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5086 h 11999784"/>
              <a:gd name="connsiteX1" fmla="*/ 1107665 w 5512527"/>
              <a:gd name="connsiteY1" fmla="*/ 3826 h 11999784"/>
              <a:gd name="connsiteX2" fmla="*/ 1284926 w 5512527"/>
              <a:gd name="connsiteY2" fmla="*/ 285469 h 11999784"/>
              <a:gd name="connsiteX3" fmla="*/ 1531513 w 5512527"/>
              <a:gd name="connsiteY3" fmla="*/ 452681 h 11999784"/>
              <a:gd name="connsiteX4" fmla="*/ 4005785 w 5512527"/>
              <a:gd name="connsiteY4" fmla="*/ 449506 h 11999784"/>
              <a:gd name="connsiteX5" fmla="*/ 4214370 w 5512527"/>
              <a:gd name="connsiteY5" fmla="*/ 373403 h 11999784"/>
              <a:gd name="connsiteX6" fmla="*/ 4389833 w 5512527"/>
              <a:gd name="connsiteY6" fmla="*/ 8261 h 11999784"/>
              <a:gd name="connsiteX7" fmla="*/ 4918454 w 5512527"/>
              <a:gd name="connsiteY7" fmla="*/ 1911 h 11999784"/>
              <a:gd name="connsiteX8" fmla="*/ 5512527 w 5512527"/>
              <a:gd name="connsiteY8" fmla="*/ 599159 h 11999784"/>
              <a:gd name="connsiteX9" fmla="*/ 5512527 w 5512527"/>
              <a:gd name="connsiteY9" fmla="*/ 11415236 h 11999784"/>
              <a:gd name="connsiteX10" fmla="*/ 4927979 w 5512527"/>
              <a:gd name="connsiteY10" fmla="*/ 11999784 h 11999784"/>
              <a:gd name="connsiteX11" fmla="*/ 584548 w 5512527"/>
              <a:gd name="connsiteY11" fmla="*/ 11999784 h 11999784"/>
              <a:gd name="connsiteX12" fmla="*/ 0 w 5512527"/>
              <a:gd name="connsiteY12" fmla="*/ 11415236 h 11999784"/>
              <a:gd name="connsiteX13" fmla="*/ 0 w 5512527"/>
              <a:gd name="connsiteY13" fmla="*/ 599159 h 11999784"/>
              <a:gd name="connsiteX14" fmla="*/ 587723 w 5512527"/>
              <a:gd name="connsiteY14" fmla="*/ 5086 h 1199978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397890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8540 w 5512527"/>
              <a:gd name="connsiteY5" fmla="*/ 413481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4512 w 5512527"/>
              <a:gd name="connsiteY5" fmla="*/ 381255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8909 h 12003607"/>
              <a:gd name="connsiteX1" fmla="*/ 1107665 w 5512527"/>
              <a:gd name="connsiteY1" fmla="*/ 7649 h 12003607"/>
              <a:gd name="connsiteX2" fmla="*/ 1284926 w 5512527"/>
              <a:gd name="connsiteY2" fmla="*/ 289292 h 12003607"/>
              <a:gd name="connsiteX3" fmla="*/ 1531513 w 5512527"/>
              <a:gd name="connsiteY3" fmla="*/ 456504 h 12003607"/>
              <a:gd name="connsiteX4" fmla="*/ 4005785 w 5512527"/>
              <a:gd name="connsiteY4" fmla="*/ 453329 h 12003607"/>
              <a:gd name="connsiteX5" fmla="*/ 4234512 w 5512527"/>
              <a:gd name="connsiteY5" fmla="*/ 373198 h 12003607"/>
              <a:gd name="connsiteX6" fmla="*/ 4422059 w 5512527"/>
              <a:gd name="connsiteY6" fmla="*/ 0 h 12003607"/>
              <a:gd name="connsiteX7" fmla="*/ 4918454 w 5512527"/>
              <a:gd name="connsiteY7" fmla="*/ 5734 h 12003607"/>
              <a:gd name="connsiteX8" fmla="*/ 5512527 w 5512527"/>
              <a:gd name="connsiteY8" fmla="*/ 602982 h 12003607"/>
              <a:gd name="connsiteX9" fmla="*/ 5512527 w 5512527"/>
              <a:gd name="connsiteY9" fmla="*/ 11419059 h 12003607"/>
              <a:gd name="connsiteX10" fmla="*/ 4927979 w 5512527"/>
              <a:gd name="connsiteY10" fmla="*/ 12003607 h 12003607"/>
              <a:gd name="connsiteX11" fmla="*/ 584548 w 5512527"/>
              <a:gd name="connsiteY11" fmla="*/ 12003607 h 12003607"/>
              <a:gd name="connsiteX12" fmla="*/ 0 w 5512527"/>
              <a:gd name="connsiteY12" fmla="*/ 11419059 h 12003607"/>
              <a:gd name="connsiteX13" fmla="*/ 0 w 5512527"/>
              <a:gd name="connsiteY13" fmla="*/ 602982 h 12003607"/>
              <a:gd name="connsiteX14" fmla="*/ 587723 w 5512527"/>
              <a:gd name="connsiteY14" fmla="*/ 8909 h 1200360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7838 w 5512527"/>
              <a:gd name="connsiteY5" fmla="*/ 349513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71222 w 5512527"/>
              <a:gd name="connsiteY5" fmla="*/ 412921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59526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583 h 12010281"/>
              <a:gd name="connsiteX1" fmla="*/ 1107665 w 5512527"/>
              <a:gd name="connsiteY1" fmla="*/ 14323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15583 h 12010281"/>
              <a:gd name="connsiteX1" fmla="*/ 1104240 w 5512527"/>
              <a:gd name="connsiteY1" fmla="*/ 4049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0 h 12011822"/>
              <a:gd name="connsiteX1" fmla="*/ 1104240 w 5512527"/>
              <a:gd name="connsiteY1" fmla="*/ 5590 h 12011822"/>
              <a:gd name="connsiteX2" fmla="*/ 1284926 w 5512527"/>
              <a:gd name="connsiteY2" fmla="*/ 297507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 name="connsiteX0" fmla="*/ 587723 w 5512527"/>
              <a:gd name="connsiteY0" fmla="*/ 0 h 12011822"/>
              <a:gd name="connsiteX1" fmla="*/ 1104240 w 5512527"/>
              <a:gd name="connsiteY1" fmla="*/ 5590 h 12011822"/>
              <a:gd name="connsiteX2" fmla="*/ 1288350 w 5512527"/>
              <a:gd name="connsiteY2" fmla="*/ 280383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12527" h="12011822">
                <a:moveTo>
                  <a:pt x="587723" y="0"/>
                </a:moveTo>
                <a:lnTo>
                  <a:pt x="1104240" y="5590"/>
                </a:lnTo>
                <a:cubicBezTo>
                  <a:pt x="1258513" y="12104"/>
                  <a:pt x="1264275" y="137311"/>
                  <a:pt x="1288350" y="280383"/>
                </a:cubicBezTo>
                <a:cubicBezTo>
                  <a:pt x="1316925" y="362833"/>
                  <a:pt x="1376037" y="464719"/>
                  <a:pt x="1531513" y="464719"/>
                </a:cubicBezTo>
                <a:lnTo>
                  <a:pt x="4005785" y="461544"/>
                </a:lnTo>
                <a:cubicBezTo>
                  <a:pt x="4083521" y="461544"/>
                  <a:pt x="4174043" y="445058"/>
                  <a:pt x="4234512" y="361391"/>
                </a:cubicBezTo>
                <a:cubicBezTo>
                  <a:pt x="4291846" y="271164"/>
                  <a:pt x="4223813" y="4524"/>
                  <a:pt x="4422059" y="1541"/>
                </a:cubicBezTo>
                <a:lnTo>
                  <a:pt x="4902341" y="1865"/>
                </a:lnTo>
                <a:cubicBezTo>
                  <a:pt x="5257403" y="17978"/>
                  <a:pt x="5512527" y="288360"/>
                  <a:pt x="5512527" y="611197"/>
                </a:cubicBezTo>
                <a:lnTo>
                  <a:pt x="5512527" y="11427274"/>
                </a:lnTo>
                <a:cubicBezTo>
                  <a:pt x="5512527" y="11750111"/>
                  <a:pt x="5250815" y="12011822"/>
                  <a:pt x="4927979" y="12011822"/>
                </a:cubicBezTo>
                <a:lnTo>
                  <a:pt x="584548" y="12011822"/>
                </a:lnTo>
                <a:cubicBezTo>
                  <a:pt x="261711" y="12011822"/>
                  <a:pt x="0" y="11750111"/>
                  <a:pt x="0" y="11427274"/>
                </a:cubicBezTo>
                <a:lnTo>
                  <a:pt x="0" y="611197"/>
                </a:lnTo>
                <a:cubicBezTo>
                  <a:pt x="0" y="288360"/>
                  <a:pt x="264886" y="0"/>
                  <a:pt x="587723" y="0"/>
                </a:cubicBezTo>
                <a:close/>
              </a:path>
            </a:pathLst>
          </a:custGeom>
          <a:pattFill prst="wdUpDiag">
            <a:fgClr>
              <a:srgbClr val="FADFD9"/>
            </a:fgClr>
            <a:bgClr>
              <a:schemeClr val="bg1"/>
            </a:bgClr>
          </a:pattFill>
        </p:spPr>
        <p:txBody>
          <a:bodyPr wrap="square" lIns="457200" tIns="2560320" rIns="457200" bIns="457200" anchor="t">
            <a:noAutofit/>
          </a:bodyPr>
          <a:lstStyle>
            <a:lvl1pPr marL="0" indent="0" algn="l">
              <a:buNone/>
              <a:defRPr sz="3600">
                <a:solidFill>
                  <a:schemeClr val="tx1"/>
                </a:solidFill>
              </a:defRPr>
            </a:lvl1pPr>
          </a:lstStyle>
          <a:p>
            <a:r>
              <a:rPr lang="en-US"/>
              <a:t>Drag and drop your iPhone X screenshot into this photo placeholder</a:t>
            </a:r>
          </a:p>
        </p:txBody>
      </p:sp>
      <p:sp>
        <p:nvSpPr>
          <p:cNvPr id="10" name="Folded Corner 9">
            <a:extLst>
              <a:ext uri="{FF2B5EF4-FFF2-40B4-BE49-F238E27FC236}">
                <a16:creationId xmlns:a16="http://schemas.microsoft.com/office/drawing/2014/main" id="{EBE26B7D-A416-5A4B-A4BE-509D3019750A}"/>
              </a:ext>
              <a:ext uri="{C183D7F6-B498-43B3-948B-1728B52AA6E4}">
                <adec:decorative xmlns:adec="http://schemas.microsoft.com/office/drawing/2017/decorative" val="1"/>
              </a:ext>
            </a:extLst>
          </p:cNvPr>
          <p:cNvSpPr/>
          <p:nvPr/>
        </p:nvSpPr>
        <p:spPr>
          <a:xfrm>
            <a:off x="1" y="-2514600"/>
            <a:ext cx="8497888" cy="19304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2 iPhone X screenshots</a:t>
            </a:r>
            <a:endParaRPr lang="en-US" sz="2400">
              <a:solidFill>
                <a:schemeClr val="tx1"/>
              </a:solidFill>
              <a:latin typeface="Source Sans Pro" charset="0"/>
            </a:endParaRPr>
          </a:p>
          <a:p>
            <a:endParaRPr lang="en-US" sz="2400" b="1">
              <a:solidFill>
                <a:schemeClr val="tx1"/>
              </a:solidFill>
              <a:latin typeface="Source Sans Pro" charset="0"/>
              <a:ea typeface="Source Sans Pro" charset="0"/>
              <a:cs typeface="Arial" panose="020B0604020202020204" pitchFamily="34"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Drag and drop your screenshot and replace text placeholders with your own words.</a:t>
            </a:r>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310293376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titles + iphone horizontal">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5B232F01-48BC-E849-A3D8-4710F1C3691C}"/>
              </a:ext>
            </a:extLst>
          </p:cNvPr>
          <p:cNvSpPr>
            <a:spLocks noGrp="1"/>
          </p:cNvSpPr>
          <p:nvPr>
            <p:ph type="title" hasCustomPrompt="1"/>
          </p:nvPr>
        </p:nvSpPr>
        <p:spPr>
          <a:xfrm>
            <a:off x="1441696" y="4343400"/>
            <a:ext cx="7081818" cy="2514600"/>
          </a:xfrm>
          <a:prstGeom prst="rect">
            <a:avLst/>
          </a:prstGeom>
        </p:spPr>
        <p:txBody>
          <a:bodyPr vert="horz" lIns="91440" tIns="45720" rIns="91440" bIns="45720" rtlCol="0" anchor="b" anchorCtr="0">
            <a:noAutofit/>
          </a:bodyPr>
          <a:lstStyle>
            <a:lvl1pPr>
              <a:defRPr sz="8798">
                <a:solidFill>
                  <a:schemeClr val="accent2"/>
                </a:solidFill>
              </a:defRPr>
            </a:lvl1pPr>
          </a:lstStyle>
          <a:p>
            <a:r>
              <a:rPr lang="en-US"/>
              <a:t>Enter slide title here in two lines</a:t>
            </a:r>
          </a:p>
        </p:txBody>
      </p:sp>
      <p:sp>
        <p:nvSpPr>
          <p:cNvPr id="8" name="Text Placeholder 8">
            <a:extLst>
              <a:ext uri="{FF2B5EF4-FFF2-40B4-BE49-F238E27FC236}">
                <a16:creationId xmlns:a16="http://schemas.microsoft.com/office/drawing/2014/main" id="{BD17AF82-CFEF-444E-8CB0-C4CD52448D72}"/>
              </a:ext>
            </a:extLst>
          </p:cNvPr>
          <p:cNvSpPr>
            <a:spLocks noGrp="1"/>
          </p:cNvSpPr>
          <p:nvPr>
            <p:ph type="body" sz="quarter" idx="17" hasCustomPrompt="1"/>
          </p:nvPr>
        </p:nvSpPr>
        <p:spPr>
          <a:xfrm>
            <a:off x="1441698" y="6949440"/>
            <a:ext cx="6745074" cy="2319252"/>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sp>
        <p:nvSpPr>
          <p:cNvPr id="9" name="Freeform 8">
            <a:extLst>
              <a:ext uri="{FF2B5EF4-FFF2-40B4-BE49-F238E27FC236}">
                <a16:creationId xmlns:a16="http://schemas.microsoft.com/office/drawing/2014/main" id="{F5188961-A5EF-F94E-93B3-8A45F5C7C1A1}"/>
              </a:ext>
              <a:ext uri="{C183D7F6-B498-43B3-948B-1728B52AA6E4}">
                <adec:decorative xmlns:adec="http://schemas.microsoft.com/office/drawing/2017/decorative" val="1"/>
              </a:ext>
            </a:extLst>
          </p:cNvPr>
          <p:cNvSpPr/>
          <p:nvPr/>
        </p:nvSpPr>
        <p:spPr>
          <a:xfrm>
            <a:off x="11335770" y="0"/>
            <a:ext cx="13051407" cy="13716000"/>
          </a:xfrm>
          <a:custGeom>
            <a:avLst/>
            <a:gdLst>
              <a:gd name="connsiteX0" fmla="*/ 2591986 w 13051407"/>
              <a:gd name="connsiteY0" fmla="*/ 0 h 13716000"/>
              <a:gd name="connsiteX1" fmla="*/ 13051407 w 13051407"/>
              <a:gd name="connsiteY1" fmla="*/ 0 h 13716000"/>
              <a:gd name="connsiteX2" fmla="*/ 13051407 w 13051407"/>
              <a:gd name="connsiteY2" fmla="*/ 13716000 h 13716000"/>
              <a:gd name="connsiteX3" fmla="*/ 2591986 w 13051407"/>
              <a:gd name="connsiteY3" fmla="*/ 13716000 h 13716000"/>
              <a:gd name="connsiteX4" fmla="*/ 2369931 w 13051407"/>
              <a:gd name="connsiteY4" fmla="*/ 13459652 h 13716000"/>
              <a:gd name="connsiteX5" fmla="*/ 0 w 13051407"/>
              <a:gd name="connsiteY5" fmla="*/ 6858000 h 13716000"/>
              <a:gd name="connsiteX6" fmla="*/ 2369931 w 13051407"/>
              <a:gd name="connsiteY6" fmla="*/ 256349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51407" h="13716000">
                <a:moveTo>
                  <a:pt x="2591986" y="0"/>
                </a:moveTo>
                <a:lnTo>
                  <a:pt x="13051407" y="0"/>
                </a:lnTo>
                <a:lnTo>
                  <a:pt x="13051407" y="13716000"/>
                </a:lnTo>
                <a:lnTo>
                  <a:pt x="2591986" y="13716000"/>
                </a:lnTo>
                <a:lnTo>
                  <a:pt x="2369931" y="13459652"/>
                </a:lnTo>
                <a:cubicBezTo>
                  <a:pt x="889386" y="11665645"/>
                  <a:pt x="0" y="9365686"/>
                  <a:pt x="0" y="6858000"/>
                </a:cubicBezTo>
                <a:cubicBezTo>
                  <a:pt x="0" y="4350314"/>
                  <a:pt x="889386" y="2050355"/>
                  <a:pt x="2369931" y="256349"/>
                </a:cubicBez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noProof="0"/>
          </a:p>
        </p:txBody>
      </p:sp>
      <p:pic>
        <p:nvPicPr>
          <p:cNvPr id="4" name="phone">
            <a:extLst>
              <a:ext uri="{FF2B5EF4-FFF2-40B4-BE49-F238E27FC236}">
                <a16:creationId xmlns:a16="http://schemas.microsoft.com/office/drawing/2014/main" id="{C85F4C07-40BB-BE42-A952-E64B3F5B3B55}"/>
              </a:ext>
              <a:ext uri="{C183D7F6-B498-43B3-948B-1728B52AA6E4}">
                <adec:decorative xmlns:adec="http://schemas.microsoft.com/office/drawing/2017/decorative" val="1"/>
              </a:ext>
            </a:extLst>
          </p:cNvPr>
          <p:cNvPicPr>
            <a:picLocks noChangeAspect="1"/>
          </p:cNvPicPr>
          <p:nvPr/>
        </p:nvPicPr>
        <p:blipFill>
          <a:blip r:embed="rId2">
            <a:lum bright="28000"/>
          </a:blip>
          <a:stretch>
            <a:fillRect/>
          </a:stretch>
        </p:blipFill>
        <p:spPr>
          <a:xfrm rot="5400000">
            <a:off x="13658166" y="715349"/>
            <a:ext cx="5886670" cy="12338242"/>
          </a:xfrm>
          <a:prstGeom prst="rect">
            <a:avLst/>
          </a:prstGeom>
        </p:spPr>
      </p:pic>
      <p:sp>
        <p:nvSpPr>
          <p:cNvPr id="37" name="Picture Placeholder 6">
            <a:extLst>
              <a:ext uri="{FF2B5EF4-FFF2-40B4-BE49-F238E27FC236}">
                <a16:creationId xmlns:a16="http://schemas.microsoft.com/office/drawing/2014/main" id="{184DDDC5-FB04-5341-BE58-E60D02432D72}"/>
              </a:ext>
              <a:ext uri="{C183D7F6-B498-43B3-948B-1728B52AA6E4}">
                <adec:decorative xmlns:adec="http://schemas.microsoft.com/office/drawing/2017/decorative" val="1"/>
              </a:ext>
            </a:extLst>
          </p:cNvPr>
          <p:cNvSpPr>
            <a:spLocks noGrp="1"/>
          </p:cNvSpPr>
          <p:nvPr>
            <p:ph type="pic" sz="quarter" idx="18" hasCustomPrompt="1"/>
          </p:nvPr>
        </p:nvSpPr>
        <p:spPr>
          <a:xfrm rot="5400000">
            <a:off x="13834930" y="860145"/>
            <a:ext cx="5512528" cy="12011822"/>
          </a:xfrm>
          <a:custGeom>
            <a:avLst/>
            <a:gdLst>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297683 w 5512527"/>
              <a:gd name="connsiteY18" fmla="*/ 160595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46021 w 5512527"/>
              <a:gd name="connsiteY18" fmla="*/ 144482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96183 w 5512527"/>
              <a:gd name="connsiteY17" fmla="*/ 0 h 11985173"/>
              <a:gd name="connsiteX18" fmla="*/ 4927979 w 5512527"/>
              <a:gd name="connsiteY18" fmla="*/ 0 h 11985173"/>
              <a:gd name="connsiteX19" fmla="*/ 5512527 w 5512527"/>
              <a:gd name="connsiteY19" fmla="*/ 584548 h 11985173"/>
              <a:gd name="connsiteX20" fmla="*/ 5512527 w 5512527"/>
              <a:gd name="connsiteY20" fmla="*/ 11400625 h 11985173"/>
              <a:gd name="connsiteX21" fmla="*/ 4927979 w 5512527"/>
              <a:gd name="connsiteY21" fmla="*/ 11985173 h 11985173"/>
              <a:gd name="connsiteX22" fmla="*/ 584548 w 5512527"/>
              <a:gd name="connsiteY22" fmla="*/ 11985173 h 11985173"/>
              <a:gd name="connsiteX23" fmla="*/ 0 w 5512527"/>
              <a:gd name="connsiteY23" fmla="*/ 11400625 h 11985173"/>
              <a:gd name="connsiteX24" fmla="*/ 0 w 5512527"/>
              <a:gd name="connsiteY24" fmla="*/ 584548 h 11985173"/>
              <a:gd name="connsiteX25" fmla="*/ 584548 w 5512527"/>
              <a:gd name="connsiteY25" fmla="*/ 0 h 119851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12135 w 5512527"/>
              <a:gd name="connsiteY12" fmla="*/ 46029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333881 w 5512527"/>
              <a:gd name="connsiteY9" fmla="*/ 124570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77515 w 5512527"/>
              <a:gd name="connsiteY7" fmla="*/ 50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20100 h 12005273"/>
              <a:gd name="connsiteX1" fmla="*/ 867289 w 5512527"/>
              <a:gd name="connsiteY1" fmla="*/ 20100 h 12005273"/>
              <a:gd name="connsiteX2" fmla="*/ 872596 w 5512527"/>
              <a:gd name="connsiteY2" fmla="*/ 21807 h 12005273"/>
              <a:gd name="connsiteX3" fmla="*/ 957894 w 5512527"/>
              <a:gd name="connsiteY3" fmla="*/ 20887 h 12005273"/>
              <a:gd name="connsiteX4" fmla="*/ 981310 w 5512527"/>
              <a:gd name="connsiteY4" fmla="*/ 20100 h 12005273"/>
              <a:gd name="connsiteX5" fmla="*/ 1099734 w 5512527"/>
              <a:gd name="connsiteY5" fmla="*/ 20100 h 12005273"/>
              <a:gd name="connsiteX6" fmla="*/ 1134631 w 5512527"/>
              <a:gd name="connsiteY6" fmla="*/ 0 h 12005273"/>
              <a:gd name="connsiteX7" fmla="*/ 1177515 w 5512527"/>
              <a:gd name="connsiteY7" fmla="*/ 18840 h 12005273"/>
              <a:gd name="connsiteX8" fmla="*/ 1262697 w 5512527"/>
              <a:gd name="connsiteY8" fmla="*/ 170136 h 12005273"/>
              <a:gd name="connsiteX9" fmla="*/ 1262701 w 5512527"/>
              <a:gd name="connsiteY9" fmla="*/ 195708 h 12005273"/>
              <a:gd name="connsiteX10" fmla="*/ 1531513 w 5512527"/>
              <a:gd name="connsiteY10" fmla="*/ 458170 h 12005273"/>
              <a:gd name="connsiteX11" fmla="*/ 4005785 w 5512527"/>
              <a:gd name="connsiteY11" fmla="*/ 454995 h 12005273"/>
              <a:gd name="connsiteX12" fmla="*/ 4211195 w 5512527"/>
              <a:gd name="connsiteY12" fmla="*/ 391592 h 12005273"/>
              <a:gd name="connsiteX13" fmla="*/ 4214215 w 5512527"/>
              <a:gd name="connsiteY13" fmla="*/ 387109 h 12005273"/>
              <a:gd name="connsiteX14" fmla="*/ 4215227 w 5512527"/>
              <a:gd name="connsiteY14" fmla="*/ 386276 h 12005273"/>
              <a:gd name="connsiteX15" fmla="*/ 4278629 w 5512527"/>
              <a:gd name="connsiteY15" fmla="*/ 184042 h 12005273"/>
              <a:gd name="connsiteX16" fmla="*/ 4389833 w 5512527"/>
              <a:gd name="connsiteY16" fmla="*/ 13750 h 12005273"/>
              <a:gd name="connsiteX17" fmla="*/ 4927979 w 5512527"/>
              <a:gd name="connsiteY17" fmla="*/ 20100 h 12005273"/>
              <a:gd name="connsiteX18" fmla="*/ 5512527 w 5512527"/>
              <a:gd name="connsiteY18" fmla="*/ 604648 h 12005273"/>
              <a:gd name="connsiteX19" fmla="*/ 5512527 w 5512527"/>
              <a:gd name="connsiteY19" fmla="*/ 11420725 h 12005273"/>
              <a:gd name="connsiteX20" fmla="*/ 4927979 w 5512527"/>
              <a:gd name="connsiteY20" fmla="*/ 12005273 h 12005273"/>
              <a:gd name="connsiteX21" fmla="*/ 584548 w 5512527"/>
              <a:gd name="connsiteY21" fmla="*/ 12005273 h 12005273"/>
              <a:gd name="connsiteX22" fmla="*/ 0 w 5512527"/>
              <a:gd name="connsiteY22" fmla="*/ 11420725 h 12005273"/>
              <a:gd name="connsiteX23" fmla="*/ 0 w 5512527"/>
              <a:gd name="connsiteY23" fmla="*/ 604648 h 12005273"/>
              <a:gd name="connsiteX24" fmla="*/ 584548 w 5512527"/>
              <a:gd name="connsiteY24" fmla="*/ 20100 h 120052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77515 w 5512527"/>
              <a:gd name="connsiteY6" fmla="*/ 5090 h 11991523"/>
              <a:gd name="connsiteX7" fmla="*/ 1262697 w 5512527"/>
              <a:gd name="connsiteY7" fmla="*/ 156386 h 11991523"/>
              <a:gd name="connsiteX8" fmla="*/ 1262701 w 5512527"/>
              <a:gd name="connsiteY8" fmla="*/ 181958 h 11991523"/>
              <a:gd name="connsiteX9" fmla="*/ 1531513 w 5512527"/>
              <a:gd name="connsiteY9" fmla="*/ 444420 h 11991523"/>
              <a:gd name="connsiteX10" fmla="*/ 4005785 w 5512527"/>
              <a:gd name="connsiteY10" fmla="*/ 441245 h 11991523"/>
              <a:gd name="connsiteX11" fmla="*/ 4211195 w 5512527"/>
              <a:gd name="connsiteY11" fmla="*/ 377842 h 11991523"/>
              <a:gd name="connsiteX12" fmla="*/ 4214215 w 5512527"/>
              <a:gd name="connsiteY12" fmla="*/ 373359 h 11991523"/>
              <a:gd name="connsiteX13" fmla="*/ 4215227 w 5512527"/>
              <a:gd name="connsiteY13" fmla="*/ 372526 h 11991523"/>
              <a:gd name="connsiteX14" fmla="*/ 4278629 w 5512527"/>
              <a:gd name="connsiteY14" fmla="*/ 170292 h 11991523"/>
              <a:gd name="connsiteX15" fmla="*/ 4389833 w 5512527"/>
              <a:gd name="connsiteY15" fmla="*/ 0 h 11991523"/>
              <a:gd name="connsiteX16" fmla="*/ 4927979 w 5512527"/>
              <a:gd name="connsiteY16" fmla="*/ 6350 h 11991523"/>
              <a:gd name="connsiteX17" fmla="*/ 5512527 w 5512527"/>
              <a:gd name="connsiteY17" fmla="*/ 590898 h 11991523"/>
              <a:gd name="connsiteX18" fmla="*/ 5512527 w 5512527"/>
              <a:gd name="connsiteY18" fmla="*/ 11406975 h 11991523"/>
              <a:gd name="connsiteX19" fmla="*/ 4927979 w 5512527"/>
              <a:gd name="connsiteY19" fmla="*/ 11991523 h 11991523"/>
              <a:gd name="connsiteX20" fmla="*/ 584548 w 5512527"/>
              <a:gd name="connsiteY20" fmla="*/ 11991523 h 11991523"/>
              <a:gd name="connsiteX21" fmla="*/ 0 w 5512527"/>
              <a:gd name="connsiteY21" fmla="*/ 11406975 h 11991523"/>
              <a:gd name="connsiteX22" fmla="*/ 0 w 5512527"/>
              <a:gd name="connsiteY22" fmla="*/ 590898 h 11991523"/>
              <a:gd name="connsiteX23" fmla="*/ 584548 w 5512527"/>
              <a:gd name="connsiteY23"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177515 w 5512527"/>
              <a:gd name="connsiteY5" fmla="*/ 5090 h 11991523"/>
              <a:gd name="connsiteX6" fmla="*/ 1262697 w 5512527"/>
              <a:gd name="connsiteY6" fmla="*/ 156386 h 11991523"/>
              <a:gd name="connsiteX7" fmla="*/ 1262701 w 5512527"/>
              <a:gd name="connsiteY7" fmla="*/ 181958 h 11991523"/>
              <a:gd name="connsiteX8" fmla="*/ 1531513 w 5512527"/>
              <a:gd name="connsiteY8" fmla="*/ 444420 h 11991523"/>
              <a:gd name="connsiteX9" fmla="*/ 4005785 w 5512527"/>
              <a:gd name="connsiteY9" fmla="*/ 441245 h 11991523"/>
              <a:gd name="connsiteX10" fmla="*/ 4211195 w 5512527"/>
              <a:gd name="connsiteY10" fmla="*/ 377842 h 11991523"/>
              <a:gd name="connsiteX11" fmla="*/ 4214215 w 5512527"/>
              <a:gd name="connsiteY11" fmla="*/ 373359 h 11991523"/>
              <a:gd name="connsiteX12" fmla="*/ 4215227 w 5512527"/>
              <a:gd name="connsiteY12" fmla="*/ 372526 h 11991523"/>
              <a:gd name="connsiteX13" fmla="*/ 4278629 w 5512527"/>
              <a:gd name="connsiteY13" fmla="*/ 170292 h 11991523"/>
              <a:gd name="connsiteX14" fmla="*/ 4389833 w 5512527"/>
              <a:gd name="connsiteY14" fmla="*/ 0 h 11991523"/>
              <a:gd name="connsiteX15" fmla="*/ 4927979 w 5512527"/>
              <a:gd name="connsiteY15" fmla="*/ 6350 h 11991523"/>
              <a:gd name="connsiteX16" fmla="*/ 5512527 w 5512527"/>
              <a:gd name="connsiteY16" fmla="*/ 590898 h 11991523"/>
              <a:gd name="connsiteX17" fmla="*/ 5512527 w 5512527"/>
              <a:gd name="connsiteY17" fmla="*/ 11406975 h 11991523"/>
              <a:gd name="connsiteX18" fmla="*/ 4927979 w 5512527"/>
              <a:gd name="connsiteY18" fmla="*/ 11991523 h 11991523"/>
              <a:gd name="connsiteX19" fmla="*/ 584548 w 5512527"/>
              <a:gd name="connsiteY19" fmla="*/ 11991523 h 11991523"/>
              <a:gd name="connsiteX20" fmla="*/ 0 w 5512527"/>
              <a:gd name="connsiteY20" fmla="*/ 11406975 h 11991523"/>
              <a:gd name="connsiteX21" fmla="*/ 0 w 5512527"/>
              <a:gd name="connsiteY21" fmla="*/ 590898 h 11991523"/>
              <a:gd name="connsiteX22" fmla="*/ 584548 w 5512527"/>
              <a:gd name="connsiteY22"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1177515 w 5512527"/>
              <a:gd name="connsiteY4" fmla="*/ 5090 h 11991523"/>
              <a:gd name="connsiteX5" fmla="*/ 1262697 w 5512527"/>
              <a:gd name="connsiteY5" fmla="*/ 156386 h 11991523"/>
              <a:gd name="connsiteX6" fmla="*/ 1262701 w 5512527"/>
              <a:gd name="connsiteY6" fmla="*/ 181958 h 11991523"/>
              <a:gd name="connsiteX7" fmla="*/ 1531513 w 5512527"/>
              <a:gd name="connsiteY7" fmla="*/ 444420 h 11991523"/>
              <a:gd name="connsiteX8" fmla="*/ 4005785 w 5512527"/>
              <a:gd name="connsiteY8" fmla="*/ 441245 h 11991523"/>
              <a:gd name="connsiteX9" fmla="*/ 4211195 w 5512527"/>
              <a:gd name="connsiteY9" fmla="*/ 377842 h 11991523"/>
              <a:gd name="connsiteX10" fmla="*/ 4214215 w 5512527"/>
              <a:gd name="connsiteY10" fmla="*/ 373359 h 11991523"/>
              <a:gd name="connsiteX11" fmla="*/ 4215227 w 5512527"/>
              <a:gd name="connsiteY11" fmla="*/ 372526 h 11991523"/>
              <a:gd name="connsiteX12" fmla="*/ 4278629 w 5512527"/>
              <a:gd name="connsiteY12" fmla="*/ 170292 h 11991523"/>
              <a:gd name="connsiteX13" fmla="*/ 4389833 w 5512527"/>
              <a:gd name="connsiteY13" fmla="*/ 0 h 11991523"/>
              <a:gd name="connsiteX14" fmla="*/ 4927979 w 5512527"/>
              <a:gd name="connsiteY14" fmla="*/ 6350 h 11991523"/>
              <a:gd name="connsiteX15" fmla="*/ 5512527 w 5512527"/>
              <a:gd name="connsiteY15" fmla="*/ 590898 h 11991523"/>
              <a:gd name="connsiteX16" fmla="*/ 5512527 w 5512527"/>
              <a:gd name="connsiteY16" fmla="*/ 11406975 h 11991523"/>
              <a:gd name="connsiteX17" fmla="*/ 4927979 w 5512527"/>
              <a:gd name="connsiteY17" fmla="*/ 11991523 h 11991523"/>
              <a:gd name="connsiteX18" fmla="*/ 584548 w 5512527"/>
              <a:gd name="connsiteY18" fmla="*/ 11991523 h 11991523"/>
              <a:gd name="connsiteX19" fmla="*/ 0 w 5512527"/>
              <a:gd name="connsiteY19" fmla="*/ 11406975 h 11991523"/>
              <a:gd name="connsiteX20" fmla="*/ 0 w 5512527"/>
              <a:gd name="connsiteY20" fmla="*/ 590898 h 11991523"/>
              <a:gd name="connsiteX21" fmla="*/ 584548 w 5512527"/>
              <a:gd name="connsiteY21" fmla="*/ 6350 h 11991523"/>
              <a:gd name="connsiteX0" fmla="*/ 584548 w 5512527"/>
              <a:gd name="connsiteY0" fmla="*/ 6350 h 11991523"/>
              <a:gd name="connsiteX1" fmla="*/ 867289 w 5512527"/>
              <a:gd name="connsiteY1" fmla="*/ 6350 h 11991523"/>
              <a:gd name="connsiteX2" fmla="*/ 957894 w 5512527"/>
              <a:gd name="connsiteY2" fmla="*/ 7137 h 11991523"/>
              <a:gd name="connsiteX3" fmla="*/ 1177515 w 5512527"/>
              <a:gd name="connsiteY3" fmla="*/ 5090 h 11991523"/>
              <a:gd name="connsiteX4" fmla="*/ 1262697 w 5512527"/>
              <a:gd name="connsiteY4" fmla="*/ 156386 h 11991523"/>
              <a:gd name="connsiteX5" fmla="*/ 1262701 w 5512527"/>
              <a:gd name="connsiteY5" fmla="*/ 181958 h 11991523"/>
              <a:gd name="connsiteX6" fmla="*/ 1531513 w 5512527"/>
              <a:gd name="connsiteY6" fmla="*/ 444420 h 11991523"/>
              <a:gd name="connsiteX7" fmla="*/ 4005785 w 5512527"/>
              <a:gd name="connsiteY7" fmla="*/ 441245 h 11991523"/>
              <a:gd name="connsiteX8" fmla="*/ 4211195 w 5512527"/>
              <a:gd name="connsiteY8" fmla="*/ 377842 h 11991523"/>
              <a:gd name="connsiteX9" fmla="*/ 4214215 w 5512527"/>
              <a:gd name="connsiteY9" fmla="*/ 373359 h 11991523"/>
              <a:gd name="connsiteX10" fmla="*/ 4215227 w 5512527"/>
              <a:gd name="connsiteY10" fmla="*/ 372526 h 11991523"/>
              <a:gd name="connsiteX11" fmla="*/ 4278629 w 5512527"/>
              <a:gd name="connsiteY11" fmla="*/ 170292 h 11991523"/>
              <a:gd name="connsiteX12" fmla="*/ 4389833 w 5512527"/>
              <a:gd name="connsiteY12" fmla="*/ 0 h 11991523"/>
              <a:gd name="connsiteX13" fmla="*/ 4927979 w 5512527"/>
              <a:gd name="connsiteY13" fmla="*/ 6350 h 11991523"/>
              <a:gd name="connsiteX14" fmla="*/ 5512527 w 5512527"/>
              <a:gd name="connsiteY14" fmla="*/ 590898 h 11991523"/>
              <a:gd name="connsiteX15" fmla="*/ 5512527 w 5512527"/>
              <a:gd name="connsiteY15" fmla="*/ 11406975 h 11991523"/>
              <a:gd name="connsiteX16" fmla="*/ 4927979 w 5512527"/>
              <a:gd name="connsiteY16" fmla="*/ 11991523 h 11991523"/>
              <a:gd name="connsiteX17" fmla="*/ 584548 w 5512527"/>
              <a:gd name="connsiteY17" fmla="*/ 11991523 h 11991523"/>
              <a:gd name="connsiteX18" fmla="*/ 0 w 5512527"/>
              <a:gd name="connsiteY18" fmla="*/ 11406975 h 11991523"/>
              <a:gd name="connsiteX19" fmla="*/ 0 w 5512527"/>
              <a:gd name="connsiteY19" fmla="*/ 590898 h 11991523"/>
              <a:gd name="connsiteX20" fmla="*/ 584548 w 5512527"/>
              <a:gd name="connsiteY20" fmla="*/ 6350 h 11991523"/>
              <a:gd name="connsiteX0" fmla="*/ 584548 w 5512527"/>
              <a:gd name="connsiteY0" fmla="*/ 11913 h 11997086"/>
              <a:gd name="connsiteX1" fmla="*/ 867289 w 5512527"/>
              <a:gd name="connsiteY1" fmla="*/ 11913 h 11997086"/>
              <a:gd name="connsiteX2" fmla="*/ 961069 w 5512527"/>
              <a:gd name="connsiteY2" fmla="*/ 0 h 11997086"/>
              <a:gd name="connsiteX3" fmla="*/ 1177515 w 5512527"/>
              <a:gd name="connsiteY3" fmla="*/ 10653 h 11997086"/>
              <a:gd name="connsiteX4" fmla="*/ 1262697 w 5512527"/>
              <a:gd name="connsiteY4" fmla="*/ 161949 h 11997086"/>
              <a:gd name="connsiteX5" fmla="*/ 1262701 w 5512527"/>
              <a:gd name="connsiteY5" fmla="*/ 187521 h 11997086"/>
              <a:gd name="connsiteX6" fmla="*/ 1531513 w 5512527"/>
              <a:gd name="connsiteY6" fmla="*/ 449983 h 11997086"/>
              <a:gd name="connsiteX7" fmla="*/ 4005785 w 5512527"/>
              <a:gd name="connsiteY7" fmla="*/ 446808 h 11997086"/>
              <a:gd name="connsiteX8" fmla="*/ 4211195 w 5512527"/>
              <a:gd name="connsiteY8" fmla="*/ 383405 h 11997086"/>
              <a:gd name="connsiteX9" fmla="*/ 4214215 w 5512527"/>
              <a:gd name="connsiteY9" fmla="*/ 378922 h 11997086"/>
              <a:gd name="connsiteX10" fmla="*/ 4215227 w 5512527"/>
              <a:gd name="connsiteY10" fmla="*/ 378089 h 11997086"/>
              <a:gd name="connsiteX11" fmla="*/ 4278629 w 5512527"/>
              <a:gd name="connsiteY11" fmla="*/ 175855 h 11997086"/>
              <a:gd name="connsiteX12" fmla="*/ 4389833 w 5512527"/>
              <a:gd name="connsiteY12" fmla="*/ 5563 h 11997086"/>
              <a:gd name="connsiteX13" fmla="*/ 4927979 w 5512527"/>
              <a:gd name="connsiteY13" fmla="*/ 11913 h 11997086"/>
              <a:gd name="connsiteX14" fmla="*/ 5512527 w 5512527"/>
              <a:gd name="connsiteY14" fmla="*/ 596461 h 11997086"/>
              <a:gd name="connsiteX15" fmla="*/ 5512527 w 5512527"/>
              <a:gd name="connsiteY15" fmla="*/ 11412538 h 11997086"/>
              <a:gd name="connsiteX16" fmla="*/ 4927979 w 5512527"/>
              <a:gd name="connsiteY16" fmla="*/ 11997086 h 11997086"/>
              <a:gd name="connsiteX17" fmla="*/ 584548 w 5512527"/>
              <a:gd name="connsiteY17" fmla="*/ 11997086 h 11997086"/>
              <a:gd name="connsiteX18" fmla="*/ 0 w 5512527"/>
              <a:gd name="connsiteY18" fmla="*/ 11412538 h 11997086"/>
              <a:gd name="connsiteX19" fmla="*/ 0 w 5512527"/>
              <a:gd name="connsiteY19" fmla="*/ 596461 h 11997086"/>
              <a:gd name="connsiteX20" fmla="*/ 584548 w 5512527"/>
              <a:gd name="connsiteY20" fmla="*/ 11913 h 11997086"/>
              <a:gd name="connsiteX0" fmla="*/ 584548 w 5512527"/>
              <a:gd name="connsiteY0" fmla="*/ 19050 h 12004223"/>
              <a:gd name="connsiteX1" fmla="*/ 857764 w 5512527"/>
              <a:gd name="connsiteY1" fmla="*/ 0 h 12004223"/>
              <a:gd name="connsiteX2" fmla="*/ 961069 w 5512527"/>
              <a:gd name="connsiteY2" fmla="*/ 7137 h 12004223"/>
              <a:gd name="connsiteX3" fmla="*/ 1177515 w 5512527"/>
              <a:gd name="connsiteY3" fmla="*/ 17790 h 12004223"/>
              <a:gd name="connsiteX4" fmla="*/ 1262697 w 5512527"/>
              <a:gd name="connsiteY4" fmla="*/ 169086 h 12004223"/>
              <a:gd name="connsiteX5" fmla="*/ 1262701 w 5512527"/>
              <a:gd name="connsiteY5" fmla="*/ 194658 h 12004223"/>
              <a:gd name="connsiteX6" fmla="*/ 1531513 w 5512527"/>
              <a:gd name="connsiteY6" fmla="*/ 457120 h 12004223"/>
              <a:gd name="connsiteX7" fmla="*/ 4005785 w 5512527"/>
              <a:gd name="connsiteY7" fmla="*/ 453945 h 12004223"/>
              <a:gd name="connsiteX8" fmla="*/ 4211195 w 5512527"/>
              <a:gd name="connsiteY8" fmla="*/ 390542 h 12004223"/>
              <a:gd name="connsiteX9" fmla="*/ 4214215 w 5512527"/>
              <a:gd name="connsiteY9" fmla="*/ 386059 h 12004223"/>
              <a:gd name="connsiteX10" fmla="*/ 4215227 w 5512527"/>
              <a:gd name="connsiteY10" fmla="*/ 385226 h 12004223"/>
              <a:gd name="connsiteX11" fmla="*/ 4278629 w 5512527"/>
              <a:gd name="connsiteY11" fmla="*/ 182992 h 12004223"/>
              <a:gd name="connsiteX12" fmla="*/ 4389833 w 5512527"/>
              <a:gd name="connsiteY12" fmla="*/ 12700 h 12004223"/>
              <a:gd name="connsiteX13" fmla="*/ 4927979 w 5512527"/>
              <a:gd name="connsiteY13" fmla="*/ 19050 h 12004223"/>
              <a:gd name="connsiteX14" fmla="*/ 5512527 w 5512527"/>
              <a:gd name="connsiteY14" fmla="*/ 603598 h 12004223"/>
              <a:gd name="connsiteX15" fmla="*/ 5512527 w 5512527"/>
              <a:gd name="connsiteY15" fmla="*/ 11419675 h 12004223"/>
              <a:gd name="connsiteX16" fmla="*/ 4927979 w 5512527"/>
              <a:gd name="connsiteY16" fmla="*/ 12004223 h 12004223"/>
              <a:gd name="connsiteX17" fmla="*/ 584548 w 5512527"/>
              <a:gd name="connsiteY17" fmla="*/ 12004223 h 12004223"/>
              <a:gd name="connsiteX18" fmla="*/ 0 w 5512527"/>
              <a:gd name="connsiteY18" fmla="*/ 11419675 h 12004223"/>
              <a:gd name="connsiteX19" fmla="*/ 0 w 5512527"/>
              <a:gd name="connsiteY19" fmla="*/ 603598 h 12004223"/>
              <a:gd name="connsiteX20" fmla="*/ 584548 w 5512527"/>
              <a:gd name="connsiteY20" fmla="*/ 19050 h 12004223"/>
              <a:gd name="connsiteX0" fmla="*/ 584548 w 5512527"/>
              <a:gd name="connsiteY0" fmla="*/ 19050 h 12004223"/>
              <a:gd name="connsiteX1" fmla="*/ 857764 w 5512527"/>
              <a:gd name="connsiteY1" fmla="*/ 0 h 12004223"/>
              <a:gd name="connsiteX2" fmla="*/ 1177515 w 5512527"/>
              <a:gd name="connsiteY2" fmla="*/ 17790 h 12004223"/>
              <a:gd name="connsiteX3" fmla="*/ 1262697 w 5512527"/>
              <a:gd name="connsiteY3" fmla="*/ 169086 h 12004223"/>
              <a:gd name="connsiteX4" fmla="*/ 1262701 w 5512527"/>
              <a:gd name="connsiteY4" fmla="*/ 194658 h 12004223"/>
              <a:gd name="connsiteX5" fmla="*/ 1531513 w 5512527"/>
              <a:gd name="connsiteY5" fmla="*/ 457120 h 12004223"/>
              <a:gd name="connsiteX6" fmla="*/ 4005785 w 5512527"/>
              <a:gd name="connsiteY6" fmla="*/ 453945 h 12004223"/>
              <a:gd name="connsiteX7" fmla="*/ 4211195 w 5512527"/>
              <a:gd name="connsiteY7" fmla="*/ 390542 h 12004223"/>
              <a:gd name="connsiteX8" fmla="*/ 4214215 w 5512527"/>
              <a:gd name="connsiteY8" fmla="*/ 386059 h 12004223"/>
              <a:gd name="connsiteX9" fmla="*/ 4215227 w 5512527"/>
              <a:gd name="connsiteY9" fmla="*/ 385226 h 12004223"/>
              <a:gd name="connsiteX10" fmla="*/ 4278629 w 5512527"/>
              <a:gd name="connsiteY10" fmla="*/ 182992 h 12004223"/>
              <a:gd name="connsiteX11" fmla="*/ 4389833 w 5512527"/>
              <a:gd name="connsiteY11" fmla="*/ 12700 h 12004223"/>
              <a:gd name="connsiteX12" fmla="*/ 4927979 w 5512527"/>
              <a:gd name="connsiteY12" fmla="*/ 19050 h 12004223"/>
              <a:gd name="connsiteX13" fmla="*/ 5512527 w 5512527"/>
              <a:gd name="connsiteY13" fmla="*/ 603598 h 12004223"/>
              <a:gd name="connsiteX14" fmla="*/ 5512527 w 5512527"/>
              <a:gd name="connsiteY14" fmla="*/ 11419675 h 12004223"/>
              <a:gd name="connsiteX15" fmla="*/ 4927979 w 5512527"/>
              <a:gd name="connsiteY15" fmla="*/ 12004223 h 12004223"/>
              <a:gd name="connsiteX16" fmla="*/ 584548 w 5512527"/>
              <a:gd name="connsiteY16" fmla="*/ 12004223 h 12004223"/>
              <a:gd name="connsiteX17" fmla="*/ 0 w 5512527"/>
              <a:gd name="connsiteY17" fmla="*/ 11419675 h 12004223"/>
              <a:gd name="connsiteX18" fmla="*/ 0 w 5512527"/>
              <a:gd name="connsiteY18" fmla="*/ 603598 h 12004223"/>
              <a:gd name="connsiteX19" fmla="*/ 584548 w 5512527"/>
              <a:gd name="connsiteY19" fmla="*/ 19050 h 12004223"/>
              <a:gd name="connsiteX0" fmla="*/ 584548 w 5512527"/>
              <a:gd name="connsiteY0" fmla="*/ 6350 h 11991523"/>
              <a:gd name="connsiteX1" fmla="*/ 854589 w 5512527"/>
              <a:gd name="connsiteY1" fmla="*/ 0 h 11991523"/>
              <a:gd name="connsiteX2" fmla="*/ 1177515 w 5512527"/>
              <a:gd name="connsiteY2" fmla="*/ 5090 h 11991523"/>
              <a:gd name="connsiteX3" fmla="*/ 1262697 w 5512527"/>
              <a:gd name="connsiteY3" fmla="*/ 156386 h 11991523"/>
              <a:gd name="connsiteX4" fmla="*/ 1262701 w 5512527"/>
              <a:gd name="connsiteY4" fmla="*/ 181958 h 11991523"/>
              <a:gd name="connsiteX5" fmla="*/ 1531513 w 5512527"/>
              <a:gd name="connsiteY5" fmla="*/ 444420 h 11991523"/>
              <a:gd name="connsiteX6" fmla="*/ 4005785 w 5512527"/>
              <a:gd name="connsiteY6" fmla="*/ 441245 h 11991523"/>
              <a:gd name="connsiteX7" fmla="*/ 4211195 w 5512527"/>
              <a:gd name="connsiteY7" fmla="*/ 377842 h 11991523"/>
              <a:gd name="connsiteX8" fmla="*/ 4214215 w 5512527"/>
              <a:gd name="connsiteY8" fmla="*/ 373359 h 11991523"/>
              <a:gd name="connsiteX9" fmla="*/ 4215227 w 5512527"/>
              <a:gd name="connsiteY9" fmla="*/ 372526 h 11991523"/>
              <a:gd name="connsiteX10" fmla="*/ 4278629 w 5512527"/>
              <a:gd name="connsiteY10" fmla="*/ 170292 h 11991523"/>
              <a:gd name="connsiteX11" fmla="*/ 4389833 w 5512527"/>
              <a:gd name="connsiteY11" fmla="*/ 0 h 11991523"/>
              <a:gd name="connsiteX12" fmla="*/ 4927979 w 5512527"/>
              <a:gd name="connsiteY12" fmla="*/ 6350 h 11991523"/>
              <a:gd name="connsiteX13" fmla="*/ 5512527 w 5512527"/>
              <a:gd name="connsiteY13" fmla="*/ 590898 h 11991523"/>
              <a:gd name="connsiteX14" fmla="*/ 5512527 w 5512527"/>
              <a:gd name="connsiteY14" fmla="*/ 11406975 h 11991523"/>
              <a:gd name="connsiteX15" fmla="*/ 4927979 w 5512527"/>
              <a:gd name="connsiteY15" fmla="*/ 11991523 h 11991523"/>
              <a:gd name="connsiteX16" fmla="*/ 584548 w 5512527"/>
              <a:gd name="connsiteY16" fmla="*/ 11991523 h 11991523"/>
              <a:gd name="connsiteX17" fmla="*/ 0 w 5512527"/>
              <a:gd name="connsiteY17" fmla="*/ 11406975 h 11991523"/>
              <a:gd name="connsiteX18" fmla="*/ 0 w 5512527"/>
              <a:gd name="connsiteY18" fmla="*/ 590898 h 11991523"/>
              <a:gd name="connsiteX19" fmla="*/ 584548 w 5512527"/>
              <a:gd name="connsiteY19" fmla="*/ 6350 h 11991523"/>
              <a:gd name="connsiteX0" fmla="*/ 584548 w 5512527"/>
              <a:gd name="connsiteY0" fmla="*/ 0 h 11994698"/>
              <a:gd name="connsiteX1" fmla="*/ 854589 w 5512527"/>
              <a:gd name="connsiteY1" fmla="*/ 3175 h 11994698"/>
              <a:gd name="connsiteX2" fmla="*/ 1177515 w 5512527"/>
              <a:gd name="connsiteY2" fmla="*/ 8265 h 11994698"/>
              <a:gd name="connsiteX3" fmla="*/ 1262697 w 5512527"/>
              <a:gd name="connsiteY3" fmla="*/ 159561 h 11994698"/>
              <a:gd name="connsiteX4" fmla="*/ 1262701 w 5512527"/>
              <a:gd name="connsiteY4" fmla="*/ 185133 h 11994698"/>
              <a:gd name="connsiteX5" fmla="*/ 1531513 w 5512527"/>
              <a:gd name="connsiteY5" fmla="*/ 447595 h 11994698"/>
              <a:gd name="connsiteX6" fmla="*/ 4005785 w 5512527"/>
              <a:gd name="connsiteY6" fmla="*/ 444420 h 11994698"/>
              <a:gd name="connsiteX7" fmla="*/ 4211195 w 5512527"/>
              <a:gd name="connsiteY7" fmla="*/ 381017 h 11994698"/>
              <a:gd name="connsiteX8" fmla="*/ 4214215 w 5512527"/>
              <a:gd name="connsiteY8" fmla="*/ 376534 h 11994698"/>
              <a:gd name="connsiteX9" fmla="*/ 4215227 w 5512527"/>
              <a:gd name="connsiteY9" fmla="*/ 375701 h 11994698"/>
              <a:gd name="connsiteX10" fmla="*/ 4278629 w 5512527"/>
              <a:gd name="connsiteY10" fmla="*/ 173467 h 11994698"/>
              <a:gd name="connsiteX11" fmla="*/ 4389833 w 5512527"/>
              <a:gd name="connsiteY11" fmla="*/ 3175 h 11994698"/>
              <a:gd name="connsiteX12" fmla="*/ 4927979 w 5512527"/>
              <a:gd name="connsiteY12" fmla="*/ 9525 h 11994698"/>
              <a:gd name="connsiteX13" fmla="*/ 5512527 w 5512527"/>
              <a:gd name="connsiteY13" fmla="*/ 594073 h 11994698"/>
              <a:gd name="connsiteX14" fmla="*/ 5512527 w 5512527"/>
              <a:gd name="connsiteY14" fmla="*/ 11410150 h 11994698"/>
              <a:gd name="connsiteX15" fmla="*/ 4927979 w 5512527"/>
              <a:gd name="connsiteY15" fmla="*/ 11994698 h 11994698"/>
              <a:gd name="connsiteX16" fmla="*/ 584548 w 5512527"/>
              <a:gd name="connsiteY16" fmla="*/ 11994698 h 11994698"/>
              <a:gd name="connsiteX17" fmla="*/ 0 w 5512527"/>
              <a:gd name="connsiteY17" fmla="*/ 11410150 h 11994698"/>
              <a:gd name="connsiteX18" fmla="*/ 0 w 5512527"/>
              <a:gd name="connsiteY18" fmla="*/ 594073 h 11994698"/>
              <a:gd name="connsiteX19" fmla="*/ 584548 w 5512527"/>
              <a:gd name="connsiteY19" fmla="*/ 0 h 11994698"/>
              <a:gd name="connsiteX0" fmla="*/ 584548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4548 w 5512527"/>
              <a:gd name="connsiteY19" fmla="*/ 6350 h 12001048"/>
              <a:gd name="connsiteX0" fmla="*/ 587723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7723 w 5512527"/>
              <a:gd name="connsiteY19" fmla="*/ 6350 h 12001048"/>
              <a:gd name="connsiteX0" fmla="*/ 587723 w 5512527"/>
              <a:gd name="connsiteY0" fmla="*/ 7263 h 12001961"/>
              <a:gd name="connsiteX1" fmla="*/ 870464 w 5512527"/>
              <a:gd name="connsiteY1" fmla="*/ 913 h 12001961"/>
              <a:gd name="connsiteX2" fmla="*/ 1177515 w 5512527"/>
              <a:gd name="connsiteY2" fmla="*/ 15528 h 12001961"/>
              <a:gd name="connsiteX3" fmla="*/ 1262697 w 5512527"/>
              <a:gd name="connsiteY3" fmla="*/ 166824 h 12001961"/>
              <a:gd name="connsiteX4" fmla="*/ 1262701 w 5512527"/>
              <a:gd name="connsiteY4" fmla="*/ 192396 h 12001961"/>
              <a:gd name="connsiteX5" fmla="*/ 1531513 w 5512527"/>
              <a:gd name="connsiteY5" fmla="*/ 454858 h 12001961"/>
              <a:gd name="connsiteX6" fmla="*/ 4005785 w 5512527"/>
              <a:gd name="connsiteY6" fmla="*/ 451683 h 12001961"/>
              <a:gd name="connsiteX7" fmla="*/ 4211195 w 5512527"/>
              <a:gd name="connsiteY7" fmla="*/ 388280 h 12001961"/>
              <a:gd name="connsiteX8" fmla="*/ 4214215 w 5512527"/>
              <a:gd name="connsiteY8" fmla="*/ 383797 h 12001961"/>
              <a:gd name="connsiteX9" fmla="*/ 4215227 w 5512527"/>
              <a:gd name="connsiteY9" fmla="*/ 382964 h 12001961"/>
              <a:gd name="connsiteX10" fmla="*/ 4278629 w 5512527"/>
              <a:gd name="connsiteY10" fmla="*/ 180730 h 12001961"/>
              <a:gd name="connsiteX11" fmla="*/ 4389833 w 5512527"/>
              <a:gd name="connsiteY11" fmla="*/ 10438 h 12001961"/>
              <a:gd name="connsiteX12" fmla="*/ 4927979 w 5512527"/>
              <a:gd name="connsiteY12" fmla="*/ 16788 h 12001961"/>
              <a:gd name="connsiteX13" fmla="*/ 5512527 w 5512527"/>
              <a:gd name="connsiteY13" fmla="*/ 601336 h 12001961"/>
              <a:gd name="connsiteX14" fmla="*/ 5512527 w 5512527"/>
              <a:gd name="connsiteY14" fmla="*/ 11417413 h 12001961"/>
              <a:gd name="connsiteX15" fmla="*/ 4927979 w 5512527"/>
              <a:gd name="connsiteY15" fmla="*/ 12001961 h 12001961"/>
              <a:gd name="connsiteX16" fmla="*/ 584548 w 5512527"/>
              <a:gd name="connsiteY16" fmla="*/ 12001961 h 12001961"/>
              <a:gd name="connsiteX17" fmla="*/ 0 w 5512527"/>
              <a:gd name="connsiteY17" fmla="*/ 11417413 h 12001961"/>
              <a:gd name="connsiteX18" fmla="*/ 0 w 5512527"/>
              <a:gd name="connsiteY18" fmla="*/ 601336 h 12001961"/>
              <a:gd name="connsiteX19" fmla="*/ 587723 w 5512527"/>
              <a:gd name="connsiteY19" fmla="*/ 7263 h 12001961"/>
              <a:gd name="connsiteX0" fmla="*/ 587723 w 5512527"/>
              <a:gd name="connsiteY0" fmla="*/ 9253 h 12003951"/>
              <a:gd name="connsiteX1" fmla="*/ 870464 w 5512527"/>
              <a:gd name="connsiteY1" fmla="*/ 2903 h 12003951"/>
              <a:gd name="connsiteX2" fmla="*/ 1177515 w 5512527"/>
              <a:gd name="connsiteY2" fmla="*/ 17518 h 12003951"/>
              <a:gd name="connsiteX3" fmla="*/ 1262697 w 5512527"/>
              <a:gd name="connsiteY3" fmla="*/ 168814 h 12003951"/>
              <a:gd name="connsiteX4" fmla="*/ 1262701 w 5512527"/>
              <a:gd name="connsiteY4" fmla="*/ 194386 h 12003951"/>
              <a:gd name="connsiteX5" fmla="*/ 1531513 w 5512527"/>
              <a:gd name="connsiteY5" fmla="*/ 456848 h 12003951"/>
              <a:gd name="connsiteX6" fmla="*/ 4005785 w 5512527"/>
              <a:gd name="connsiteY6" fmla="*/ 453673 h 12003951"/>
              <a:gd name="connsiteX7" fmla="*/ 4211195 w 5512527"/>
              <a:gd name="connsiteY7" fmla="*/ 390270 h 12003951"/>
              <a:gd name="connsiteX8" fmla="*/ 4214215 w 5512527"/>
              <a:gd name="connsiteY8" fmla="*/ 385787 h 12003951"/>
              <a:gd name="connsiteX9" fmla="*/ 4215227 w 5512527"/>
              <a:gd name="connsiteY9" fmla="*/ 384954 h 12003951"/>
              <a:gd name="connsiteX10" fmla="*/ 4278629 w 5512527"/>
              <a:gd name="connsiteY10" fmla="*/ 182720 h 12003951"/>
              <a:gd name="connsiteX11" fmla="*/ 4389833 w 5512527"/>
              <a:gd name="connsiteY11" fmla="*/ 12428 h 12003951"/>
              <a:gd name="connsiteX12" fmla="*/ 4927979 w 5512527"/>
              <a:gd name="connsiteY12" fmla="*/ 18778 h 12003951"/>
              <a:gd name="connsiteX13" fmla="*/ 5512527 w 5512527"/>
              <a:gd name="connsiteY13" fmla="*/ 603326 h 12003951"/>
              <a:gd name="connsiteX14" fmla="*/ 5512527 w 5512527"/>
              <a:gd name="connsiteY14" fmla="*/ 11419403 h 12003951"/>
              <a:gd name="connsiteX15" fmla="*/ 4927979 w 5512527"/>
              <a:gd name="connsiteY15" fmla="*/ 12003951 h 12003951"/>
              <a:gd name="connsiteX16" fmla="*/ 584548 w 5512527"/>
              <a:gd name="connsiteY16" fmla="*/ 12003951 h 12003951"/>
              <a:gd name="connsiteX17" fmla="*/ 0 w 5512527"/>
              <a:gd name="connsiteY17" fmla="*/ 11419403 h 12003951"/>
              <a:gd name="connsiteX18" fmla="*/ 0 w 5512527"/>
              <a:gd name="connsiteY18" fmla="*/ 603326 h 12003951"/>
              <a:gd name="connsiteX19" fmla="*/ 587723 w 5512527"/>
              <a:gd name="connsiteY19" fmla="*/ 9253 h 12003951"/>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15227 w 5512527"/>
              <a:gd name="connsiteY9" fmla="*/ 38339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05702 w 5512527"/>
              <a:gd name="connsiteY9" fmla="*/ 37704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78629 w 5512527"/>
              <a:gd name="connsiteY9" fmla="*/ 181162 h 12002393"/>
              <a:gd name="connsiteX10" fmla="*/ 4389833 w 5512527"/>
              <a:gd name="connsiteY10" fmla="*/ 10870 h 12002393"/>
              <a:gd name="connsiteX11" fmla="*/ 4927979 w 5512527"/>
              <a:gd name="connsiteY11" fmla="*/ 17220 h 12002393"/>
              <a:gd name="connsiteX12" fmla="*/ 5512527 w 5512527"/>
              <a:gd name="connsiteY12" fmla="*/ 601768 h 12002393"/>
              <a:gd name="connsiteX13" fmla="*/ 5512527 w 5512527"/>
              <a:gd name="connsiteY13" fmla="*/ 11417845 h 12002393"/>
              <a:gd name="connsiteX14" fmla="*/ 4927979 w 5512527"/>
              <a:gd name="connsiteY14" fmla="*/ 12002393 h 12002393"/>
              <a:gd name="connsiteX15" fmla="*/ 584548 w 5512527"/>
              <a:gd name="connsiteY15" fmla="*/ 12002393 h 12002393"/>
              <a:gd name="connsiteX16" fmla="*/ 0 w 5512527"/>
              <a:gd name="connsiteY16" fmla="*/ 11417845 h 12002393"/>
              <a:gd name="connsiteX17" fmla="*/ 0 w 5512527"/>
              <a:gd name="connsiteY17" fmla="*/ 601768 h 12002393"/>
              <a:gd name="connsiteX18" fmla="*/ 587723 w 5512527"/>
              <a:gd name="connsiteY18"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48479 w 5512527"/>
              <a:gd name="connsiteY8" fmla="*/ 216087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94504 w 5512527"/>
              <a:gd name="connsiteY8" fmla="*/ 22561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18454 w 5512527"/>
              <a:gd name="connsiteY9" fmla="*/ 45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701 w 5512527"/>
              <a:gd name="connsiteY3" fmla="*/ 19282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3175 h 11997873"/>
              <a:gd name="connsiteX1" fmla="*/ 1177515 w 5512527"/>
              <a:gd name="connsiteY1" fmla="*/ 11440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3175 h 11997873"/>
              <a:gd name="connsiteX1" fmla="*/ 1107665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5086 h 11999784"/>
              <a:gd name="connsiteX1" fmla="*/ 1107665 w 5512527"/>
              <a:gd name="connsiteY1" fmla="*/ 3826 h 11999784"/>
              <a:gd name="connsiteX2" fmla="*/ 1284926 w 5512527"/>
              <a:gd name="connsiteY2" fmla="*/ 285469 h 11999784"/>
              <a:gd name="connsiteX3" fmla="*/ 1531513 w 5512527"/>
              <a:gd name="connsiteY3" fmla="*/ 452681 h 11999784"/>
              <a:gd name="connsiteX4" fmla="*/ 4005785 w 5512527"/>
              <a:gd name="connsiteY4" fmla="*/ 449506 h 11999784"/>
              <a:gd name="connsiteX5" fmla="*/ 4214370 w 5512527"/>
              <a:gd name="connsiteY5" fmla="*/ 373403 h 11999784"/>
              <a:gd name="connsiteX6" fmla="*/ 4389833 w 5512527"/>
              <a:gd name="connsiteY6" fmla="*/ 8261 h 11999784"/>
              <a:gd name="connsiteX7" fmla="*/ 4918454 w 5512527"/>
              <a:gd name="connsiteY7" fmla="*/ 1911 h 11999784"/>
              <a:gd name="connsiteX8" fmla="*/ 5512527 w 5512527"/>
              <a:gd name="connsiteY8" fmla="*/ 599159 h 11999784"/>
              <a:gd name="connsiteX9" fmla="*/ 5512527 w 5512527"/>
              <a:gd name="connsiteY9" fmla="*/ 11415236 h 11999784"/>
              <a:gd name="connsiteX10" fmla="*/ 4927979 w 5512527"/>
              <a:gd name="connsiteY10" fmla="*/ 11999784 h 11999784"/>
              <a:gd name="connsiteX11" fmla="*/ 584548 w 5512527"/>
              <a:gd name="connsiteY11" fmla="*/ 11999784 h 11999784"/>
              <a:gd name="connsiteX12" fmla="*/ 0 w 5512527"/>
              <a:gd name="connsiteY12" fmla="*/ 11415236 h 11999784"/>
              <a:gd name="connsiteX13" fmla="*/ 0 w 5512527"/>
              <a:gd name="connsiteY13" fmla="*/ 599159 h 11999784"/>
              <a:gd name="connsiteX14" fmla="*/ 587723 w 5512527"/>
              <a:gd name="connsiteY14" fmla="*/ 5086 h 1199978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397890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8540 w 5512527"/>
              <a:gd name="connsiteY5" fmla="*/ 413481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4512 w 5512527"/>
              <a:gd name="connsiteY5" fmla="*/ 381255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8909 h 12003607"/>
              <a:gd name="connsiteX1" fmla="*/ 1107665 w 5512527"/>
              <a:gd name="connsiteY1" fmla="*/ 7649 h 12003607"/>
              <a:gd name="connsiteX2" fmla="*/ 1284926 w 5512527"/>
              <a:gd name="connsiteY2" fmla="*/ 289292 h 12003607"/>
              <a:gd name="connsiteX3" fmla="*/ 1531513 w 5512527"/>
              <a:gd name="connsiteY3" fmla="*/ 456504 h 12003607"/>
              <a:gd name="connsiteX4" fmla="*/ 4005785 w 5512527"/>
              <a:gd name="connsiteY4" fmla="*/ 453329 h 12003607"/>
              <a:gd name="connsiteX5" fmla="*/ 4234512 w 5512527"/>
              <a:gd name="connsiteY5" fmla="*/ 373198 h 12003607"/>
              <a:gd name="connsiteX6" fmla="*/ 4422059 w 5512527"/>
              <a:gd name="connsiteY6" fmla="*/ 0 h 12003607"/>
              <a:gd name="connsiteX7" fmla="*/ 4918454 w 5512527"/>
              <a:gd name="connsiteY7" fmla="*/ 5734 h 12003607"/>
              <a:gd name="connsiteX8" fmla="*/ 5512527 w 5512527"/>
              <a:gd name="connsiteY8" fmla="*/ 602982 h 12003607"/>
              <a:gd name="connsiteX9" fmla="*/ 5512527 w 5512527"/>
              <a:gd name="connsiteY9" fmla="*/ 11419059 h 12003607"/>
              <a:gd name="connsiteX10" fmla="*/ 4927979 w 5512527"/>
              <a:gd name="connsiteY10" fmla="*/ 12003607 h 12003607"/>
              <a:gd name="connsiteX11" fmla="*/ 584548 w 5512527"/>
              <a:gd name="connsiteY11" fmla="*/ 12003607 h 12003607"/>
              <a:gd name="connsiteX12" fmla="*/ 0 w 5512527"/>
              <a:gd name="connsiteY12" fmla="*/ 11419059 h 12003607"/>
              <a:gd name="connsiteX13" fmla="*/ 0 w 5512527"/>
              <a:gd name="connsiteY13" fmla="*/ 602982 h 12003607"/>
              <a:gd name="connsiteX14" fmla="*/ 587723 w 5512527"/>
              <a:gd name="connsiteY14" fmla="*/ 8909 h 1200360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7838 w 5512527"/>
              <a:gd name="connsiteY5" fmla="*/ 349513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71222 w 5512527"/>
              <a:gd name="connsiteY5" fmla="*/ 412921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59526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583 h 12010281"/>
              <a:gd name="connsiteX1" fmla="*/ 1107665 w 5512527"/>
              <a:gd name="connsiteY1" fmla="*/ 14323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15583 h 12010281"/>
              <a:gd name="connsiteX1" fmla="*/ 1104240 w 5512527"/>
              <a:gd name="connsiteY1" fmla="*/ 4049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0 h 12011822"/>
              <a:gd name="connsiteX1" fmla="*/ 1104240 w 5512527"/>
              <a:gd name="connsiteY1" fmla="*/ 5590 h 12011822"/>
              <a:gd name="connsiteX2" fmla="*/ 1284926 w 5512527"/>
              <a:gd name="connsiteY2" fmla="*/ 297507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 name="connsiteX0" fmla="*/ 587723 w 5512527"/>
              <a:gd name="connsiteY0" fmla="*/ 0 h 12011822"/>
              <a:gd name="connsiteX1" fmla="*/ 1104240 w 5512527"/>
              <a:gd name="connsiteY1" fmla="*/ 5590 h 12011822"/>
              <a:gd name="connsiteX2" fmla="*/ 1288350 w 5512527"/>
              <a:gd name="connsiteY2" fmla="*/ 280383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12527" h="12011822">
                <a:moveTo>
                  <a:pt x="587723" y="0"/>
                </a:moveTo>
                <a:lnTo>
                  <a:pt x="1104240" y="5590"/>
                </a:lnTo>
                <a:cubicBezTo>
                  <a:pt x="1258513" y="12104"/>
                  <a:pt x="1264275" y="137311"/>
                  <a:pt x="1288350" y="280383"/>
                </a:cubicBezTo>
                <a:cubicBezTo>
                  <a:pt x="1316925" y="362833"/>
                  <a:pt x="1376037" y="464719"/>
                  <a:pt x="1531513" y="464719"/>
                </a:cubicBezTo>
                <a:lnTo>
                  <a:pt x="4005785" y="461544"/>
                </a:lnTo>
                <a:cubicBezTo>
                  <a:pt x="4083521" y="461544"/>
                  <a:pt x="4174043" y="445058"/>
                  <a:pt x="4234512" y="361391"/>
                </a:cubicBezTo>
                <a:cubicBezTo>
                  <a:pt x="4291846" y="271164"/>
                  <a:pt x="4223813" y="4524"/>
                  <a:pt x="4422059" y="1541"/>
                </a:cubicBezTo>
                <a:lnTo>
                  <a:pt x="4902341" y="1865"/>
                </a:lnTo>
                <a:cubicBezTo>
                  <a:pt x="5257403" y="17978"/>
                  <a:pt x="5512527" y="288360"/>
                  <a:pt x="5512527" y="611197"/>
                </a:cubicBezTo>
                <a:lnTo>
                  <a:pt x="5512527" y="11427274"/>
                </a:lnTo>
                <a:cubicBezTo>
                  <a:pt x="5512527" y="11750111"/>
                  <a:pt x="5250815" y="12011822"/>
                  <a:pt x="4927979" y="12011822"/>
                </a:cubicBezTo>
                <a:lnTo>
                  <a:pt x="584548" y="12011822"/>
                </a:lnTo>
                <a:cubicBezTo>
                  <a:pt x="261711" y="12011822"/>
                  <a:pt x="0" y="11750111"/>
                  <a:pt x="0" y="11427274"/>
                </a:cubicBezTo>
                <a:lnTo>
                  <a:pt x="0" y="611197"/>
                </a:lnTo>
                <a:cubicBezTo>
                  <a:pt x="0" y="288360"/>
                  <a:pt x="264886" y="0"/>
                  <a:pt x="587723" y="0"/>
                </a:cubicBezTo>
                <a:close/>
              </a:path>
            </a:pathLst>
          </a:custGeom>
          <a:pattFill prst="wdUpDiag">
            <a:fgClr>
              <a:srgbClr val="FADFD9"/>
            </a:fgClr>
            <a:bgClr>
              <a:schemeClr val="bg1"/>
            </a:bgClr>
          </a:pattFill>
        </p:spPr>
        <p:txBody>
          <a:bodyPr vert="vert270" wrap="square" lIns="457200" tIns="2560320" rIns="457200" bIns="457200" anchor="t">
            <a:noAutofit/>
          </a:bodyPr>
          <a:lstStyle>
            <a:lvl1pPr marL="0" indent="0" algn="l">
              <a:buNone/>
              <a:defRPr sz="3600">
                <a:solidFill>
                  <a:schemeClr val="tx1"/>
                </a:solidFill>
              </a:defRPr>
            </a:lvl1pPr>
          </a:lstStyle>
          <a:p>
            <a:r>
              <a:rPr lang="en-US"/>
              <a:t>Drag and drop your iPhone X screenshot into this photo placeholder</a:t>
            </a:r>
          </a:p>
        </p:txBody>
      </p:sp>
      <p:sp>
        <p:nvSpPr>
          <p:cNvPr id="10" name="Folded Corner 9">
            <a:extLst>
              <a:ext uri="{FF2B5EF4-FFF2-40B4-BE49-F238E27FC236}">
                <a16:creationId xmlns:a16="http://schemas.microsoft.com/office/drawing/2014/main" id="{B5782002-57AD-B74D-B0C9-6977D99A9A78}"/>
              </a:ext>
              <a:ext uri="{C183D7F6-B498-43B3-948B-1728B52AA6E4}">
                <adec:decorative xmlns:adec="http://schemas.microsoft.com/office/drawing/2017/decorative" val="1"/>
              </a:ext>
            </a:extLst>
          </p:cNvPr>
          <p:cNvSpPr/>
          <p:nvPr/>
        </p:nvSpPr>
        <p:spPr>
          <a:xfrm>
            <a:off x="0" y="-2514600"/>
            <a:ext cx="10136188" cy="19304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iPhone X screenshot in landscape format.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Drag and drop your screenshot and replace text placeholders with your own words.</a:t>
            </a:r>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5165089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titles + iphone vertical detail">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DC5147E6-3B60-9544-841F-04FE73BB8BBB}"/>
              </a:ext>
            </a:extLst>
          </p:cNvPr>
          <p:cNvSpPr>
            <a:spLocks noGrp="1"/>
          </p:cNvSpPr>
          <p:nvPr>
            <p:ph type="title" hasCustomPrompt="1"/>
          </p:nvPr>
        </p:nvSpPr>
        <p:spPr>
          <a:xfrm>
            <a:off x="1441696" y="4343400"/>
            <a:ext cx="7081818" cy="2514600"/>
          </a:xfrm>
          <a:prstGeom prst="rect">
            <a:avLst/>
          </a:prstGeom>
        </p:spPr>
        <p:txBody>
          <a:bodyPr vert="horz" lIns="91440" tIns="45720" rIns="91440" bIns="45720" rtlCol="0" anchor="b" anchorCtr="0">
            <a:noAutofit/>
          </a:bodyPr>
          <a:lstStyle>
            <a:lvl1pPr>
              <a:defRPr sz="8798">
                <a:solidFill>
                  <a:schemeClr val="accent2"/>
                </a:solidFill>
              </a:defRPr>
            </a:lvl1pPr>
          </a:lstStyle>
          <a:p>
            <a:r>
              <a:rPr lang="en-US"/>
              <a:t>Enter slide title here in two lines</a:t>
            </a:r>
          </a:p>
        </p:txBody>
      </p:sp>
      <p:sp>
        <p:nvSpPr>
          <p:cNvPr id="8" name="Text Placeholder 8">
            <a:extLst>
              <a:ext uri="{FF2B5EF4-FFF2-40B4-BE49-F238E27FC236}">
                <a16:creationId xmlns:a16="http://schemas.microsoft.com/office/drawing/2014/main" id="{D70058F9-BDA7-8840-914D-9E80FF5B692E}"/>
              </a:ext>
            </a:extLst>
          </p:cNvPr>
          <p:cNvSpPr>
            <a:spLocks noGrp="1"/>
          </p:cNvSpPr>
          <p:nvPr>
            <p:ph type="body" sz="quarter" idx="17" hasCustomPrompt="1"/>
          </p:nvPr>
        </p:nvSpPr>
        <p:spPr>
          <a:xfrm>
            <a:off x="1441698" y="6949440"/>
            <a:ext cx="6745074" cy="2319252"/>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sp>
        <p:nvSpPr>
          <p:cNvPr id="15" name="Freeform 14">
            <a:extLst>
              <a:ext uri="{FF2B5EF4-FFF2-40B4-BE49-F238E27FC236}">
                <a16:creationId xmlns:a16="http://schemas.microsoft.com/office/drawing/2014/main" id="{9BF9784F-07B0-2B43-B94A-28B4B8971813}"/>
              </a:ext>
              <a:ext uri="{C183D7F6-B498-43B3-948B-1728B52AA6E4}">
                <adec:decorative xmlns:adec="http://schemas.microsoft.com/office/drawing/2017/decorative" val="1"/>
              </a:ext>
            </a:extLst>
          </p:cNvPr>
          <p:cNvSpPr/>
          <p:nvPr/>
        </p:nvSpPr>
        <p:spPr>
          <a:xfrm>
            <a:off x="11335770" y="0"/>
            <a:ext cx="13051407" cy="13716000"/>
          </a:xfrm>
          <a:custGeom>
            <a:avLst/>
            <a:gdLst>
              <a:gd name="connsiteX0" fmla="*/ 2591986 w 13051407"/>
              <a:gd name="connsiteY0" fmla="*/ 0 h 13716000"/>
              <a:gd name="connsiteX1" fmla="*/ 13051407 w 13051407"/>
              <a:gd name="connsiteY1" fmla="*/ 0 h 13716000"/>
              <a:gd name="connsiteX2" fmla="*/ 13051407 w 13051407"/>
              <a:gd name="connsiteY2" fmla="*/ 13716000 h 13716000"/>
              <a:gd name="connsiteX3" fmla="*/ 2591986 w 13051407"/>
              <a:gd name="connsiteY3" fmla="*/ 13716000 h 13716000"/>
              <a:gd name="connsiteX4" fmla="*/ 2369931 w 13051407"/>
              <a:gd name="connsiteY4" fmla="*/ 13459652 h 13716000"/>
              <a:gd name="connsiteX5" fmla="*/ 0 w 13051407"/>
              <a:gd name="connsiteY5" fmla="*/ 6858000 h 13716000"/>
              <a:gd name="connsiteX6" fmla="*/ 2369931 w 13051407"/>
              <a:gd name="connsiteY6" fmla="*/ 256349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51407" h="13716000">
                <a:moveTo>
                  <a:pt x="2591986" y="0"/>
                </a:moveTo>
                <a:lnTo>
                  <a:pt x="13051407" y="0"/>
                </a:lnTo>
                <a:lnTo>
                  <a:pt x="13051407" y="13716000"/>
                </a:lnTo>
                <a:lnTo>
                  <a:pt x="2591986" y="13716000"/>
                </a:lnTo>
                <a:lnTo>
                  <a:pt x="2369931" y="13459652"/>
                </a:lnTo>
                <a:cubicBezTo>
                  <a:pt x="889386" y="11665645"/>
                  <a:pt x="0" y="9365686"/>
                  <a:pt x="0" y="6858000"/>
                </a:cubicBezTo>
                <a:cubicBezTo>
                  <a:pt x="0" y="4350314"/>
                  <a:pt x="889386" y="2050355"/>
                  <a:pt x="2369931" y="256349"/>
                </a:cubicBez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noProof="0"/>
          </a:p>
        </p:txBody>
      </p:sp>
      <p:pic>
        <p:nvPicPr>
          <p:cNvPr id="12" name="phone">
            <a:extLst>
              <a:ext uri="{FF2B5EF4-FFF2-40B4-BE49-F238E27FC236}">
                <a16:creationId xmlns:a16="http://schemas.microsoft.com/office/drawing/2014/main" id="{2E4451B8-9EE2-A446-8FE7-EF863668EAEF}"/>
              </a:ext>
              <a:ext uri="{C183D7F6-B498-43B3-948B-1728B52AA6E4}">
                <adec:decorative xmlns:adec="http://schemas.microsoft.com/office/drawing/2017/decorative" val="1"/>
              </a:ext>
            </a:extLst>
          </p:cNvPr>
          <p:cNvPicPr>
            <a:picLocks noChangeAspect="1"/>
          </p:cNvPicPr>
          <p:nvPr/>
        </p:nvPicPr>
        <p:blipFill>
          <a:blip r:embed="rId2">
            <a:lum bright="28000"/>
          </a:blip>
          <a:stretch>
            <a:fillRect/>
          </a:stretch>
        </p:blipFill>
        <p:spPr>
          <a:xfrm>
            <a:off x="12562909" y="-1529976"/>
            <a:ext cx="8042977" cy="16782216"/>
          </a:xfrm>
          <a:prstGeom prst="rect">
            <a:avLst/>
          </a:prstGeom>
        </p:spPr>
      </p:pic>
      <p:sp>
        <p:nvSpPr>
          <p:cNvPr id="13" name="Picture Placeholder 6">
            <a:extLst>
              <a:ext uri="{FF2B5EF4-FFF2-40B4-BE49-F238E27FC236}">
                <a16:creationId xmlns:a16="http://schemas.microsoft.com/office/drawing/2014/main" id="{A7846021-EA88-CD42-A661-C264FF86AAE3}"/>
              </a:ext>
              <a:ext uri="{C183D7F6-B498-43B3-948B-1728B52AA6E4}">
                <adec:decorative xmlns:adec="http://schemas.microsoft.com/office/drawing/2017/decorative" val="1"/>
              </a:ext>
            </a:extLst>
          </p:cNvPr>
          <p:cNvSpPr>
            <a:spLocks noGrp="1"/>
          </p:cNvSpPr>
          <p:nvPr>
            <p:ph type="pic" sz="quarter" idx="18" hasCustomPrompt="1"/>
          </p:nvPr>
        </p:nvSpPr>
        <p:spPr>
          <a:xfrm>
            <a:off x="12835465" y="-1290626"/>
            <a:ext cx="7504469" cy="16352272"/>
          </a:xfrm>
          <a:custGeom>
            <a:avLst/>
            <a:gdLst>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297683 w 5512527"/>
              <a:gd name="connsiteY18" fmla="*/ 160595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46021 w 5512527"/>
              <a:gd name="connsiteY18" fmla="*/ 144482 h 11985173"/>
              <a:gd name="connsiteX19" fmla="*/ 4363815 w 5512527"/>
              <a:gd name="connsiteY19" fmla="*/ 6124 h 11985173"/>
              <a:gd name="connsiteX20" fmla="*/ 4396183 w 5512527"/>
              <a:gd name="connsiteY20" fmla="*/ 0 h 11985173"/>
              <a:gd name="connsiteX21" fmla="*/ 4927979 w 5512527"/>
              <a:gd name="connsiteY21" fmla="*/ 0 h 11985173"/>
              <a:gd name="connsiteX22" fmla="*/ 5512527 w 5512527"/>
              <a:gd name="connsiteY22" fmla="*/ 584548 h 11985173"/>
              <a:gd name="connsiteX23" fmla="*/ 5512527 w 5512527"/>
              <a:gd name="connsiteY23" fmla="*/ 11400625 h 11985173"/>
              <a:gd name="connsiteX24" fmla="*/ 4927979 w 5512527"/>
              <a:gd name="connsiteY24" fmla="*/ 11985173 h 11985173"/>
              <a:gd name="connsiteX25" fmla="*/ 584548 w 5512527"/>
              <a:gd name="connsiteY25" fmla="*/ 11985173 h 11985173"/>
              <a:gd name="connsiteX26" fmla="*/ 0 w 5512527"/>
              <a:gd name="connsiteY26" fmla="*/ 11400625 h 11985173"/>
              <a:gd name="connsiteX27" fmla="*/ 0 w 5512527"/>
              <a:gd name="connsiteY27" fmla="*/ 584548 h 11985173"/>
              <a:gd name="connsiteX28" fmla="*/ 584548 w 5512527"/>
              <a:gd name="connsiteY28"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296347 w 5512527"/>
              <a:gd name="connsiteY17" fmla="*/ 160529 h 11985173"/>
              <a:gd name="connsiteX18" fmla="*/ 4363815 w 5512527"/>
              <a:gd name="connsiteY18" fmla="*/ 6124 h 11985173"/>
              <a:gd name="connsiteX19" fmla="*/ 4396183 w 5512527"/>
              <a:gd name="connsiteY19" fmla="*/ 0 h 11985173"/>
              <a:gd name="connsiteX20" fmla="*/ 4927979 w 5512527"/>
              <a:gd name="connsiteY20" fmla="*/ 0 h 11985173"/>
              <a:gd name="connsiteX21" fmla="*/ 5512527 w 5512527"/>
              <a:gd name="connsiteY21" fmla="*/ 584548 h 11985173"/>
              <a:gd name="connsiteX22" fmla="*/ 5512527 w 5512527"/>
              <a:gd name="connsiteY22" fmla="*/ 11400625 h 11985173"/>
              <a:gd name="connsiteX23" fmla="*/ 4927979 w 5512527"/>
              <a:gd name="connsiteY23" fmla="*/ 11985173 h 11985173"/>
              <a:gd name="connsiteX24" fmla="*/ 584548 w 5512527"/>
              <a:gd name="connsiteY24" fmla="*/ 11985173 h 11985173"/>
              <a:gd name="connsiteX25" fmla="*/ 0 w 5512527"/>
              <a:gd name="connsiteY25" fmla="*/ 11400625 h 11985173"/>
              <a:gd name="connsiteX26" fmla="*/ 0 w 5512527"/>
              <a:gd name="connsiteY26" fmla="*/ 584548 h 11985173"/>
              <a:gd name="connsiteX27" fmla="*/ 584548 w 5512527"/>
              <a:gd name="connsiteY27"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97679 w 5512527"/>
              <a:gd name="connsiteY16" fmla="*/ 167117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63815 w 5512527"/>
              <a:gd name="connsiteY17" fmla="*/ 6124 h 11985173"/>
              <a:gd name="connsiteX18" fmla="*/ 4396183 w 5512527"/>
              <a:gd name="connsiteY18" fmla="*/ 0 h 11985173"/>
              <a:gd name="connsiteX19" fmla="*/ 4927979 w 5512527"/>
              <a:gd name="connsiteY19" fmla="*/ 0 h 11985173"/>
              <a:gd name="connsiteX20" fmla="*/ 5512527 w 5512527"/>
              <a:gd name="connsiteY20" fmla="*/ 584548 h 11985173"/>
              <a:gd name="connsiteX21" fmla="*/ 5512527 w 5512527"/>
              <a:gd name="connsiteY21" fmla="*/ 11400625 h 11985173"/>
              <a:gd name="connsiteX22" fmla="*/ 4927979 w 5512527"/>
              <a:gd name="connsiteY22" fmla="*/ 11985173 h 11985173"/>
              <a:gd name="connsiteX23" fmla="*/ 584548 w 5512527"/>
              <a:gd name="connsiteY23" fmla="*/ 11985173 h 11985173"/>
              <a:gd name="connsiteX24" fmla="*/ 0 w 5512527"/>
              <a:gd name="connsiteY24" fmla="*/ 11400625 h 11985173"/>
              <a:gd name="connsiteX25" fmla="*/ 0 w 5512527"/>
              <a:gd name="connsiteY25" fmla="*/ 584548 h 11985173"/>
              <a:gd name="connsiteX26" fmla="*/ 584548 w 5512527"/>
              <a:gd name="connsiteY26" fmla="*/ 0 h 11985173"/>
              <a:gd name="connsiteX0" fmla="*/ 584548 w 5512527"/>
              <a:gd name="connsiteY0" fmla="*/ 0 h 11985173"/>
              <a:gd name="connsiteX1" fmla="*/ 867289 w 5512527"/>
              <a:gd name="connsiteY1" fmla="*/ 0 h 11985173"/>
              <a:gd name="connsiteX2" fmla="*/ 872596 w 5512527"/>
              <a:gd name="connsiteY2" fmla="*/ 1707 h 11985173"/>
              <a:gd name="connsiteX3" fmla="*/ 957894 w 5512527"/>
              <a:gd name="connsiteY3" fmla="*/ 787 h 11985173"/>
              <a:gd name="connsiteX4" fmla="*/ 981310 w 5512527"/>
              <a:gd name="connsiteY4" fmla="*/ 0 h 11985173"/>
              <a:gd name="connsiteX5" fmla="*/ 1099734 w 5512527"/>
              <a:gd name="connsiteY5" fmla="*/ 0 h 11985173"/>
              <a:gd name="connsiteX6" fmla="*/ 1134631 w 5512527"/>
              <a:gd name="connsiteY6" fmla="*/ 2125 h 11985173"/>
              <a:gd name="connsiteX7" fmla="*/ 1183865 w 5512527"/>
              <a:gd name="connsiteY7" fmla="*/ 11440 h 11985173"/>
              <a:gd name="connsiteX8" fmla="*/ 1249997 w 5512527"/>
              <a:gd name="connsiteY8" fmla="*/ 165911 h 11985173"/>
              <a:gd name="connsiteX9" fmla="*/ 1251331 w 5512527"/>
              <a:gd name="connsiteY9" fmla="*/ 165845 h 11985173"/>
              <a:gd name="connsiteX10" fmla="*/ 1250001 w 5512527"/>
              <a:gd name="connsiteY10" fmla="*/ 172433 h 11985173"/>
              <a:gd name="connsiteX11" fmla="*/ 1531513 w 5512527"/>
              <a:gd name="connsiteY11" fmla="*/ 453945 h 11985173"/>
              <a:gd name="connsiteX12" fmla="*/ 4012135 w 5512527"/>
              <a:gd name="connsiteY12" fmla="*/ 453945 h 11985173"/>
              <a:gd name="connsiteX13" fmla="*/ 4211195 w 5512527"/>
              <a:gd name="connsiteY13" fmla="*/ 371492 h 11985173"/>
              <a:gd name="connsiteX14" fmla="*/ 4214215 w 5512527"/>
              <a:gd name="connsiteY14" fmla="*/ 367009 h 11985173"/>
              <a:gd name="connsiteX15" fmla="*/ 4215227 w 5512527"/>
              <a:gd name="connsiteY15" fmla="*/ 366176 h 11985173"/>
              <a:gd name="connsiteX16" fmla="*/ 4278629 w 5512527"/>
              <a:gd name="connsiteY16" fmla="*/ 163942 h 11985173"/>
              <a:gd name="connsiteX17" fmla="*/ 4396183 w 5512527"/>
              <a:gd name="connsiteY17" fmla="*/ 0 h 11985173"/>
              <a:gd name="connsiteX18" fmla="*/ 4927979 w 5512527"/>
              <a:gd name="connsiteY18" fmla="*/ 0 h 11985173"/>
              <a:gd name="connsiteX19" fmla="*/ 5512527 w 5512527"/>
              <a:gd name="connsiteY19" fmla="*/ 584548 h 11985173"/>
              <a:gd name="connsiteX20" fmla="*/ 5512527 w 5512527"/>
              <a:gd name="connsiteY20" fmla="*/ 11400625 h 11985173"/>
              <a:gd name="connsiteX21" fmla="*/ 4927979 w 5512527"/>
              <a:gd name="connsiteY21" fmla="*/ 11985173 h 11985173"/>
              <a:gd name="connsiteX22" fmla="*/ 584548 w 5512527"/>
              <a:gd name="connsiteY22" fmla="*/ 11985173 h 11985173"/>
              <a:gd name="connsiteX23" fmla="*/ 0 w 5512527"/>
              <a:gd name="connsiteY23" fmla="*/ 11400625 h 11985173"/>
              <a:gd name="connsiteX24" fmla="*/ 0 w 5512527"/>
              <a:gd name="connsiteY24" fmla="*/ 584548 h 11985173"/>
              <a:gd name="connsiteX25" fmla="*/ 584548 w 5512527"/>
              <a:gd name="connsiteY25" fmla="*/ 0 h 119851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12135 w 5512527"/>
              <a:gd name="connsiteY12" fmla="*/ 46029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60295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50001 w 5512527"/>
              <a:gd name="connsiteY10" fmla="*/ 178783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51331 w 5512527"/>
              <a:gd name="connsiteY9" fmla="*/ 172195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333881 w 5512527"/>
              <a:gd name="connsiteY9" fmla="*/ 124570 h 11991523"/>
              <a:gd name="connsiteX10" fmla="*/ 1262701 w 5512527"/>
              <a:gd name="connsiteY10" fmla="*/ 181958 h 11991523"/>
              <a:gd name="connsiteX11" fmla="*/ 1531513 w 5512527"/>
              <a:gd name="connsiteY11" fmla="*/ 444420 h 11991523"/>
              <a:gd name="connsiteX12" fmla="*/ 4005785 w 5512527"/>
              <a:gd name="connsiteY12" fmla="*/ 441245 h 11991523"/>
              <a:gd name="connsiteX13" fmla="*/ 4211195 w 5512527"/>
              <a:gd name="connsiteY13" fmla="*/ 377842 h 11991523"/>
              <a:gd name="connsiteX14" fmla="*/ 4214215 w 5512527"/>
              <a:gd name="connsiteY14" fmla="*/ 373359 h 11991523"/>
              <a:gd name="connsiteX15" fmla="*/ 4215227 w 5512527"/>
              <a:gd name="connsiteY15" fmla="*/ 372526 h 11991523"/>
              <a:gd name="connsiteX16" fmla="*/ 4278629 w 5512527"/>
              <a:gd name="connsiteY16" fmla="*/ 170292 h 11991523"/>
              <a:gd name="connsiteX17" fmla="*/ 4389833 w 5512527"/>
              <a:gd name="connsiteY17" fmla="*/ 0 h 11991523"/>
              <a:gd name="connsiteX18" fmla="*/ 4927979 w 5512527"/>
              <a:gd name="connsiteY18" fmla="*/ 6350 h 11991523"/>
              <a:gd name="connsiteX19" fmla="*/ 5512527 w 5512527"/>
              <a:gd name="connsiteY19" fmla="*/ 590898 h 11991523"/>
              <a:gd name="connsiteX20" fmla="*/ 5512527 w 5512527"/>
              <a:gd name="connsiteY20" fmla="*/ 11406975 h 11991523"/>
              <a:gd name="connsiteX21" fmla="*/ 4927979 w 5512527"/>
              <a:gd name="connsiteY21" fmla="*/ 11991523 h 11991523"/>
              <a:gd name="connsiteX22" fmla="*/ 584548 w 5512527"/>
              <a:gd name="connsiteY22" fmla="*/ 11991523 h 11991523"/>
              <a:gd name="connsiteX23" fmla="*/ 0 w 5512527"/>
              <a:gd name="connsiteY23" fmla="*/ 11406975 h 11991523"/>
              <a:gd name="connsiteX24" fmla="*/ 0 w 5512527"/>
              <a:gd name="connsiteY24" fmla="*/ 590898 h 11991523"/>
              <a:gd name="connsiteX25" fmla="*/ 584548 w 5512527"/>
              <a:gd name="connsiteY25"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49997 w 5512527"/>
              <a:gd name="connsiteY8" fmla="*/ 172261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83865 w 5512527"/>
              <a:gd name="connsiteY7" fmla="*/ 177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34631 w 5512527"/>
              <a:gd name="connsiteY6" fmla="*/ 8475 h 11991523"/>
              <a:gd name="connsiteX7" fmla="*/ 1177515 w 5512527"/>
              <a:gd name="connsiteY7" fmla="*/ 5090 h 11991523"/>
              <a:gd name="connsiteX8" fmla="*/ 1262697 w 5512527"/>
              <a:gd name="connsiteY8" fmla="*/ 156386 h 11991523"/>
              <a:gd name="connsiteX9" fmla="*/ 1262701 w 5512527"/>
              <a:gd name="connsiteY9" fmla="*/ 181958 h 11991523"/>
              <a:gd name="connsiteX10" fmla="*/ 1531513 w 5512527"/>
              <a:gd name="connsiteY10" fmla="*/ 444420 h 11991523"/>
              <a:gd name="connsiteX11" fmla="*/ 4005785 w 5512527"/>
              <a:gd name="connsiteY11" fmla="*/ 441245 h 11991523"/>
              <a:gd name="connsiteX12" fmla="*/ 4211195 w 5512527"/>
              <a:gd name="connsiteY12" fmla="*/ 377842 h 11991523"/>
              <a:gd name="connsiteX13" fmla="*/ 4214215 w 5512527"/>
              <a:gd name="connsiteY13" fmla="*/ 373359 h 11991523"/>
              <a:gd name="connsiteX14" fmla="*/ 4215227 w 5512527"/>
              <a:gd name="connsiteY14" fmla="*/ 372526 h 11991523"/>
              <a:gd name="connsiteX15" fmla="*/ 4278629 w 5512527"/>
              <a:gd name="connsiteY15" fmla="*/ 170292 h 11991523"/>
              <a:gd name="connsiteX16" fmla="*/ 4389833 w 5512527"/>
              <a:gd name="connsiteY16" fmla="*/ 0 h 11991523"/>
              <a:gd name="connsiteX17" fmla="*/ 4927979 w 5512527"/>
              <a:gd name="connsiteY17" fmla="*/ 6350 h 11991523"/>
              <a:gd name="connsiteX18" fmla="*/ 5512527 w 5512527"/>
              <a:gd name="connsiteY18" fmla="*/ 590898 h 11991523"/>
              <a:gd name="connsiteX19" fmla="*/ 5512527 w 5512527"/>
              <a:gd name="connsiteY19" fmla="*/ 11406975 h 11991523"/>
              <a:gd name="connsiteX20" fmla="*/ 4927979 w 5512527"/>
              <a:gd name="connsiteY20" fmla="*/ 11991523 h 11991523"/>
              <a:gd name="connsiteX21" fmla="*/ 584548 w 5512527"/>
              <a:gd name="connsiteY21" fmla="*/ 11991523 h 11991523"/>
              <a:gd name="connsiteX22" fmla="*/ 0 w 5512527"/>
              <a:gd name="connsiteY22" fmla="*/ 11406975 h 11991523"/>
              <a:gd name="connsiteX23" fmla="*/ 0 w 5512527"/>
              <a:gd name="connsiteY23" fmla="*/ 590898 h 11991523"/>
              <a:gd name="connsiteX24" fmla="*/ 584548 w 5512527"/>
              <a:gd name="connsiteY24" fmla="*/ 6350 h 11991523"/>
              <a:gd name="connsiteX0" fmla="*/ 584548 w 5512527"/>
              <a:gd name="connsiteY0" fmla="*/ 20100 h 12005273"/>
              <a:gd name="connsiteX1" fmla="*/ 867289 w 5512527"/>
              <a:gd name="connsiteY1" fmla="*/ 20100 h 12005273"/>
              <a:gd name="connsiteX2" fmla="*/ 872596 w 5512527"/>
              <a:gd name="connsiteY2" fmla="*/ 21807 h 12005273"/>
              <a:gd name="connsiteX3" fmla="*/ 957894 w 5512527"/>
              <a:gd name="connsiteY3" fmla="*/ 20887 h 12005273"/>
              <a:gd name="connsiteX4" fmla="*/ 981310 w 5512527"/>
              <a:gd name="connsiteY4" fmla="*/ 20100 h 12005273"/>
              <a:gd name="connsiteX5" fmla="*/ 1099734 w 5512527"/>
              <a:gd name="connsiteY5" fmla="*/ 20100 h 12005273"/>
              <a:gd name="connsiteX6" fmla="*/ 1134631 w 5512527"/>
              <a:gd name="connsiteY6" fmla="*/ 0 h 12005273"/>
              <a:gd name="connsiteX7" fmla="*/ 1177515 w 5512527"/>
              <a:gd name="connsiteY7" fmla="*/ 18840 h 12005273"/>
              <a:gd name="connsiteX8" fmla="*/ 1262697 w 5512527"/>
              <a:gd name="connsiteY8" fmla="*/ 170136 h 12005273"/>
              <a:gd name="connsiteX9" fmla="*/ 1262701 w 5512527"/>
              <a:gd name="connsiteY9" fmla="*/ 195708 h 12005273"/>
              <a:gd name="connsiteX10" fmla="*/ 1531513 w 5512527"/>
              <a:gd name="connsiteY10" fmla="*/ 458170 h 12005273"/>
              <a:gd name="connsiteX11" fmla="*/ 4005785 w 5512527"/>
              <a:gd name="connsiteY11" fmla="*/ 454995 h 12005273"/>
              <a:gd name="connsiteX12" fmla="*/ 4211195 w 5512527"/>
              <a:gd name="connsiteY12" fmla="*/ 391592 h 12005273"/>
              <a:gd name="connsiteX13" fmla="*/ 4214215 w 5512527"/>
              <a:gd name="connsiteY13" fmla="*/ 387109 h 12005273"/>
              <a:gd name="connsiteX14" fmla="*/ 4215227 w 5512527"/>
              <a:gd name="connsiteY14" fmla="*/ 386276 h 12005273"/>
              <a:gd name="connsiteX15" fmla="*/ 4278629 w 5512527"/>
              <a:gd name="connsiteY15" fmla="*/ 184042 h 12005273"/>
              <a:gd name="connsiteX16" fmla="*/ 4389833 w 5512527"/>
              <a:gd name="connsiteY16" fmla="*/ 13750 h 12005273"/>
              <a:gd name="connsiteX17" fmla="*/ 4927979 w 5512527"/>
              <a:gd name="connsiteY17" fmla="*/ 20100 h 12005273"/>
              <a:gd name="connsiteX18" fmla="*/ 5512527 w 5512527"/>
              <a:gd name="connsiteY18" fmla="*/ 604648 h 12005273"/>
              <a:gd name="connsiteX19" fmla="*/ 5512527 w 5512527"/>
              <a:gd name="connsiteY19" fmla="*/ 11420725 h 12005273"/>
              <a:gd name="connsiteX20" fmla="*/ 4927979 w 5512527"/>
              <a:gd name="connsiteY20" fmla="*/ 12005273 h 12005273"/>
              <a:gd name="connsiteX21" fmla="*/ 584548 w 5512527"/>
              <a:gd name="connsiteY21" fmla="*/ 12005273 h 12005273"/>
              <a:gd name="connsiteX22" fmla="*/ 0 w 5512527"/>
              <a:gd name="connsiteY22" fmla="*/ 11420725 h 12005273"/>
              <a:gd name="connsiteX23" fmla="*/ 0 w 5512527"/>
              <a:gd name="connsiteY23" fmla="*/ 604648 h 12005273"/>
              <a:gd name="connsiteX24" fmla="*/ 584548 w 5512527"/>
              <a:gd name="connsiteY24" fmla="*/ 20100 h 1200527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099734 w 5512527"/>
              <a:gd name="connsiteY5" fmla="*/ 6350 h 11991523"/>
              <a:gd name="connsiteX6" fmla="*/ 1177515 w 5512527"/>
              <a:gd name="connsiteY6" fmla="*/ 5090 h 11991523"/>
              <a:gd name="connsiteX7" fmla="*/ 1262697 w 5512527"/>
              <a:gd name="connsiteY7" fmla="*/ 156386 h 11991523"/>
              <a:gd name="connsiteX8" fmla="*/ 1262701 w 5512527"/>
              <a:gd name="connsiteY8" fmla="*/ 181958 h 11991523"/>
              <a:gd name="connsiteX9" fmla="*/ 1531513 w 5512527"/>
              <a:gd name="connsiteY9" fmla="*/ 444420 h 11991523"/>
              <a:gd name="connsiteX10" fmla="*/ 4005785 w 5512527"/>
              <a:gd name="connsiteY10" fmla="*/ 441245 h 11991523"/>
              <a:gd name="connsiteX11" fmla="*/ 4211195 w 5512527"/>
              <a:gd name="connsiteY11" fmla="*/ 377842 h 11991523"/>
              <a:gd name="connsiteX12" fmla="*/ 4214215 w 5512527"/>
              <a:gd name="connsiteY12" fmla="*/ 373359 h 11991523"/>
              <a:gd name="connsiteX13" fmla="*/ 4215227 w 5512527"/>
              <a:gd name="connsiteY13" fmla="*/ 372526 h 11991523"/>
              <a:gd name="connsiteX14" fmla="*/ 4278629 w 5512527"/>
              <a:gd name="connsiteY14" fmla="*/ 170292 h 11991523"/>
              <a:gd name="connsiteX15" fmla="*/ 4389833 w 5512527"/>
              <a:gd name="connsiteY15" fmla="*/ 0 h 11991523"/>
              <a:gd name="connsiteX16" fmla="*/ 4927979 w 5512527"/>
              <a:gd name="connsiteY16" fmla="*/ 6350 h 11991523"/>
              <a:gd name="connsiteX17" fmla="*/ 5512527 w 5512527"/>
              <a:gd name="connsiteY17" fmla="*/ 590898 h 11991523"/>
              <a:gd name="connsiteX18" fmla="*/ 5512527 w 5512527"/>
              <a:gd name="connsiteY18" fmla="*/ 11406975 h 11991523"/>
              <a:gd name="connsiteX19" fmla="*/ 4927979 w 5512527"/>
              <a:gd name="connsiteY19" fmla="*/ 11991523 h 11991523"/>
              <a:gd name="connsiteX20" fmla="*/ 584548 w 5512527"/>
              <a:gd name="connsiteY20" fmla="*/ 11991523 h 11991523"/>
              <a:gd name="connsiteX21" fmla="*/ 0 w 5512527"/>
              <a:gd name="connsiteY21" fmla="*/ 11406975 h 11991523"/>
              <a:gd name="connsiteX22" fmla="*/ 0 w 5512527"/>
              <a:gd name="connsiteY22" fmla="*/ 590898 h 11991523"/>
              <a:gd name="connsiteX23" fmla="*/ 584548 w 5512527"/>
              <a:gd name="connsiteY23"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981310 w 5512527"/>
              <a:gd name="connsiteY4" fmla="*/ 6350 h 11991523"/>
              <a:gd name="connsiteX5" fmla="*/ 1177515 w 5512527"/>
              <a:gd name="connsiteY5" fmla="*/ 5090 h 11991523"/>
              <a:gd name="connsiteX6" fmla="*/ 1262697 w 5512527"/>
              <a:gd name="connsiteY6" fmla="*/ 156386 h 11991523"/>
              <a:gd name="connsiteX7" fmla="*/ 1262701 w 5512527"/>
              <a:gd name="connsiteY7" fmla="*/ 181958 h 11991523"/>
              <a:gd name="connsiteX8" fmla="*/ 1531513 w 5512527"/>
              <a:gd name="connsiteY8" fmla="*/ 444420 h 11991523"/>
              <a:gd name="connsiteX9" fmla="*/ 4005785 w 5512527"/>
              <a:gd name="connsiteY9" fmla="*/ 441245 h 11991523"/>
              <a:gd name="connsiteX10" fmla="*/ 4211195 w 5512527"/>
              <a:gd name="connsiteY10" fmla="*/ 377842 h 11991523"/>
              <a:gd name="connsiteX11" fmla="*/ 4214215 w 5512527"/>
              <a:gd name="connsiteY11" fmla="*/ 373359 h 11991523"/>
              <a:gd name="connsiteX12" fmla="*/ 4215227 w 5512527"/>
              <a:gd name="connsiteY12" fmla="*/ 372526 h 11991523"/>
              <a:gd name="connsiteX13" fmla="*/ 4278629 w 5512527"/>
              <a:gd name="connsiteY13" fmla="*/ 170292 h 11991523"/>
              <a:gd name="connsiteX14" fmla="*/ 4389833 w 5512527"/>
              <a:gd name="connsiteY14" fmla="*/ 0 h 11991523"/>
              <a:gd name="connsiteX15" fmla="*/ 4927979 w 5512527"/>
              <a:gd name="connsiteY15" fmla="*/ 6350 h 11991523"/>
              <a:gd name="connsiteX16" fmla="*/ 5512527 w 5512527"/>
              <a:gd name="connsiteY16" fmla="*/ 590898 h 11991523"/>
              <a:gd name="connsiteX17" fmla="*/ 5512527 w 5512527"/>
              <a:gd name="connsiteY17" fmla="*/ 11406975 h 11991523"/>
              <a:gd name="connsiteX18" fmla="*/ 4927979 w 5512527"/>
              <a:gd name="connsiteY18" fmla="*/ 11991523 h 11991523"/>
              <a:gd name="connsiteX19" fmla="*/ 584548 w 5512527"/>
              <a:gd name="connsiteY19" fmla="*/ 11991523 h 11991523"/>
              <a:gd name="connsiteX20" fmla="*/ 0 w 5512527"/>
              <a:gd name="connsiteY20" fmla="*/ 11406975 h 11991523"/>
              <a:gd name="connsiteX21" fmla="*/ 0 w 5512527"/>
              <a:gd name="connsiteY21" fmla="*/ 590898 h 11991523"/>
              <a:gd name="connsiteX22" fmla="*/ 584548 w 5512527"/>
              <a:gd name="connsiteY22" fmla="*/ 6350 h 11991523"/>
              <a:gd name="connsiteX0" fmla="*/ 584548 w 5512527"/>
              <a:gd name="connsiteY0" fmla="*/ 6350 h 11991523"/>
              <a:gd name="connsiteX1" fmla="*/ 867289 w 5512527"/>
              <a:gd name="connsiteY1" fmla="*/ 6350 h 11991523"/>
              <a:gd name="connsiteX2" fmla="*/ 872596 w 5512527"/>
              <a:gd name="connsiteY2" fmla="*/ 8057 h 11991523"/>
              <a:gd name="connsiteX3" fmla="*/ 957894 w 5512527"/>
              <a:gd name="connsiteY3" fmla="*/ 7137 h 11991523"/>
              <a:gd name="connsiteX4" fmla="*/ 1177515 w 5512527"/>
              <a:gd name="connsiteY4" fmla="*/ 5090 h 11991523"/>
              <a:gd name="connsiteX5" fmla="*/ 1262697 w 5512527"/>
              <a:gd name="connsiteY5" fmla="*/ 156386 h 11991523"/>
              <a:gd name="connsiteX6" fmla="*/ 1262701 w 5512527"/>
              <a:gd name="connsiteY6" fmla="*/ 181958 h 11991523"/>
              <a:gd name="connsiteX7" fmla="*/ 1531513 w 5512527"/>
              <a:gd name="connsiteY7" fmla="*/ 444420 h 11991523"/>
              <a:gd name="connsiteX8" fmla="*/ 4005785 w 5512527"/>
              <a:gd name="connsiteY8" fmla="*/ 441245 h 11991523"/>
              <a:gd name="connsiteX9" fmla="*/ 4211195 w 5512527"/>
              <a:gd name="connsiteY9" fmla="*/ 377842 h 11991523"/>
              <a:gd name="connsiteX10" fmla="*/ 4214215 w 5512527"/>
              <a:gd name="connsiteY10" fmla="*/ 373359 h 11991523"/>
              <a:gd name="connsiteX11" fmla="*/ 4215227 w 5512527"/>
              <a:gd name="connsiteY11" fmla="*/ 372526 h 11991523"/>
              <a:gd name="connsiteX12" fmla="*/ 4278629 w 5512527"/>
              <a:gd name="connsiteY12" fmla="*/ 170292 h 11991523"/>
              <a:gd name="connsiteX13" fmla="*/ 4389833 w 5512527"/>
              <a:gd name="connsiteY13" fmla="*/ 0 h 11991523"/>
              <a:gd name="connsiteX14" fmla="*/ 4927979 w 5512527"/>
              <a:gd name="connsiteY14" fmla="*/ 6350 h 11991523"/>
              <a:gd name="connsiteX15" fmla="*/ 5512527 w 5512527"/>
              <a:gd name="connsiteY15" fmla="*/ 590898 h 11991523"/>
              <a:gd name="connsiteX16" fmla="*/ 5512527 w 5512527"/>
              <a:gd name="connsiteY16" fmla="*/ 11406975 h 11991523"/>
              <a:gd name="connsiteX17" fmla="*/ 4927979 w 5512527"/>
              <a:gd name="connsiteY17" fmla="*/ 11991523 h 11991523"/>
              <a:gd name="connsiteX18" fmla="*/ 584548 w 5512527"/>
              <a:gd name="connsiteY18" fmla="*/ 11991523 h 11991523"/>
              <a:gd name="connsiteX19" fmla="*/ 0 w 5512527"/>
              <a:gd name="connsiteY19" fmla="*/ 11406975 h 11991523"/>
              <a:gd name="connsiteX20" fmla="*/ 0 w 5512527"/>
              <a:gd name="connsiteY20" fmla="*/ 590898 h 11991523"/>
              <a:gd name="connsiteX21" fmla="*/ 584548 w 5512527"/>
              <a:gd name="connsiteY21" fmla="*/ 6350 h 11991523"/>
              <a:gd name="connsiteX0" fmla="*/ 584548 w 5512527"/>
              <a:gd name="connsiteY0" fmla="*/ 6350 h 11991523"/>
              <a:gd name="connsiteX1" fmla="*/ 867289 w 5512527"/>
              <a:gd name="connsiteY1" fmla="*/ 6350 h 11991523"/>
              <a:gd name="connsiteX2" fmla="*/ 957894 w 5512527"/>
              <a:gd name="connsiteY2" fmla="*/ 7137 h 11991523"/>
              <a:gd name="connsiteX3" fmla="*/ 1177515 w 5512527"/>
              <a:gd name="connsiteY3" fmla="*/ 5090 h 11991523"/>
              <a:gd name="connsiteX4" fmla="*/ 1262697 w 5512527"/>
              <a:gd name="connsiteY4" fmla="*/ 156386 h 11991523"/>
              <a:gd name="connsiteX5" fmla="*/ 1262701 w 5512527"/>
              <a:gd name="connsiteY5" fmla="*/ 181958 h 11991523"/>
              <a:gd name="connsiteX6" fmla="*/ 1531513 w 5512527"/>
              <a:gd name="connsiteY6" fmla="*/ 444420 h 11991523"/>
              <a:gd name="connsiteX7" fmla="*/ 4005785 w 5512527"/>
              <a:gd name="connsiteY7" fmla="*/ 441245 h 11991523"/>
              <a:gd name="connsiteX8" fmla="*/ 4211195 w 5512527"/>
              <a:gd name="connsiteY8" fmla="*/ 377842 h 11991523"/>
              <a:gd name="connsiteX9" fmla="*/ 4214215 w 5512527"/>
              <a:gd name="connsiteY9" fmla="*/ 373359 h 11991523"/>
              <a:gd name="connsiteX10" fmla="*/ 4215227 w 5512527"/>
              <a:gd name="connsiteY10" fmla="*/ 372526 h 11991523"/>
              <a:gd name="connsiteX11" fmla="*/ 4278629 w 5512527"/>
              <a:gd name="connsiteY11" fmla="*/ 170292 h 11991523"/>
              <a:gd name="connsiteX12" fmla="*/ 4389833 w 5512527"/>
              <a:gd name="connsiteY12" fmla="*/ 0 h 11991523"/>
              <a:gd name="connsiteX13" fmla="*/ 4927979 w 5512527"/>
              <a:gd name="connsiteY13" fmla="*/ 6350 h 11991523"/>
              <a:gd name="connsiteX14" fmla="*/ 5512527 w 5512527"/>
              <a:gd name="connsiteY14" fmla="*/ 590898 h 11991523"/>
              <a:gd name="connsiteX15" fmla="*/ 5512527 w 5512527"/>
              <a:gd name="connsiteY15" fmla="*/ 11406975 h 11991523"/>
              <a:gd name="connsiteX16" fmla="*/ 4927979 w 5512527"/>
              <a:gd name="connsiteY16" fmla="*/ 11991523 h 11991523"/>
              <a:gd name="connsiteX17" fmla="*/ 584548 w 5512527"/>
              <a:gd name="connsiteY17" fmla="*/ 11991523 h 11991523"/>
              <a:gd name="connsiteX18" fmla="*/ 0 w 5512527"/>
              <a:gd name="connsiteY18" fmla="*/ 11406975 h 11991523"/>
              <a:gd name="connsiteX19" fmla="*/ 0 w 5512527"/>
              <a:gd name="connsiteY19" fmla="*/ 590898 h 11991523"/>
              <a:gd name="connsiteX20" fmla="*/ 584548 w 5512527"/>
              <a:gd name="connsiteY20" fmla="*/ 6350 h 11991523"/>
              <a:gd name="connsiteX0" fmla="*/ 584548 w 5512527"/>
              <a:gd name="connsiteY0" fmla="*/ 11913 h 11997086"/>
              <a:gd name="connsiteX1" fmla="*/ 867289 w 5512527"/>
              <a:gd name="connsiteY1" fmla="*/ 11913 h 11997086"/>
              <a:gd name="connsiteX2" fmla="*/ 961069 w 5512527"/>
              <a:gd name="connsiteY2" fmla="*/ 0 h 11997086"/>
              <a:gd name="connsiteX3" fmla="*/ 1177515 w 5512527"/>
              <a:gd name="connsiteY3" fmla="*/ 10653 h 11997086"/>
              <a:gd name="connsiteX4" fmla="*/ 1262697 w 5512527"/>
              <a:gd name="connsiteY4" fmla="*/ 161949 h 11997086"/>
              <a:gd name="connsiteX5" fmla="*/ 1262701 w 5512527"/>
              <a:gd name="connsiteY5" fmla="*/ 187521 h 11997086"/>
              <a:gd name="connsiteX6" fmla="*/ 1531513 w 5512527"/>
              <a:gd name="connsiteY6" fmla="*/ 449983 h 11997086"/>
              <a:gd name="connsiteX7" fmla="*/ 4005785 w 5512527"/>
              <a:gd name="connsiteY7" fmla="*/ 446808 h 11997086"/>
              <a:gd name="connsiteX8" fmla="*/ 4211195 w 5512527"/>
              <a:gd name="connsiteY8" fmla="*/ 383405 h 11997086"/>
              <a:gd name="connsiteX9" fmla="*/ 4214215 w 5512527"/>
              <a:gd name="connsiteY9" fmla="*/ 378922 h 11997086"/>
              <a:gd name="connsiteX10" fmla="*/ 4215227 w 5512527"/>
              <a:gd name="connsiteY10" fmla="*/ 378089 h 11997086"/>
              <a:gd name="connsiteX11" fmla="*/ 4278629 w 5512527"/>
              <a:gd name="connsiteY11" fmla="*/ 175855 h 11997086"/>
              <a:gd name="connsiteX12" fmla="*/ 4389833 w 5512527"/>
              <a:gd name="connsiteY12" fmla="*/ 5563 h 11997086"/>
              <a:gd name="connsiteX13" fmla="*/ 4927979 w 5512527"/>
              <a:gd name="connsiteY13" fmla="*/ 11913 h 11997086"/>
              <a:gd name="connsiteX14" fmla="*/ 5512527 w 5512527"/>
              <a:gd name="connsiteY14" fmla="*/ 596461 h 11997086"/>
              <a:gd name="connsiteX15" fmla="*/ 5512527 w 5512527"/>
              <a:gd name="connsiteY15" fmla="*/ 11412538 h 11997086"/>
              <a:gd name="connsiteX16" fmla="*/ 4927979 w 5512527"/>
              <a:gd name="connsiteY16" fmla="*/ 11997086 h 11997086"/>
              <a:gd name="connsiteX17" fmla="*/ 584548 w 5512527"/>
              <a:gd name="connsiteY17" fmla="*/ 11997086 h 11997086"/>
              <a:gd name="connsiteX18" fmla="*/ 0 w 5512527"/>
              <a:gd name="connsiteY18" fmla="*/ 11412538 h 11997086"/>
              <a:gd name="connsiteX19" fmla="*/ 0 w 5512527"/>
              <a:gd name="connsiteY19" fmla="*/ 596461 h 11997086"/>
              <a:gd name="connsiteX20" fmla="*/ 584548 w 5512527"/>
              <a:gd name="connsiteY20" fmla="*/ 11913 h 11997086"/>
              <a:gd name="connsiteX0" fmla="*/ 584548 w 5512527"/>
              <a:gd name="connsiteY0" fmla="*/ 19050 h 12004223"/>
              <a:gd name="connsiteX1" fmla="*/ 857764 w 5512527"/>
              <a:gd name="connsiteY1" fmla="*/ 0 h 12004223"/>
              <a:gd name="connsiteX2" fmla="*/ 961069 w 5512527"/>
              <a:gd name="connsiteY2" fmla="*/ 7137 h 12004223"/>
              <a:gd name="connsiteX3" fmla="*/ 1177515 w 5512527"/>
              <a:gd name="connsiteY3" fmla="*/ 17790 h 12004223"/>
              <a:gd name="connsiteX4" fmla="*/ 1262697 w 5512527"/>
              <a:gd name="connsiteY4" fmla="*/ 169086 h 12004223"/>
              <a:gd name="connsiteX5" fmla="*/ 1262701 w 5512527"/>
              <a:gd name="connsiteY5" fmla="*/ 194658 h 12004223"/>
              <a:gd name="connsiteX6" fmla="*/ 1531513 w 5512527"/>
              <a:gd name="connsiteY6" fmla="*/ 457120 h 12004223"/>
              <a:gd name="connsiteX7" fmla="*/ 4005785 w 5512527"/>
              <a:gd name="connsiteY7" fmla="*/ 453945 h 12004223"/>
              <a:gd name="connsiteX8" fmla="*/ 4211195 w 5512527"/>
              <a:gd name="connsiteY8" fmla="*/ 390542 h 12004223"/>
              <a:gd name="connsiteX9" fmla="*/ 4214215 w 5512527"/>
              <a:gd name="connsiteY9" fmla="*/ 386059 h 12004223"/>
              <a:gd name="connsiteX10" fmla="*/ 4215227 w 5512527"/>
              <a:gd name="connsiteY10" fmla="*/ 385226 h 12004223"/>
              <a:gd name="connsiteX11" fmla="*/ 4278629 w 5512527"/>
              <a:gd name="connsiteY11" fmla="*/ 182992 h 12004223"/>
              <a:gd name="connsiteX12" fmla="*/ 4389833 w 5512527"/>
              <a:gd name="connsiteY12" fmla="*/ 12700 h 12004223"/>
              <a:gd name="connsiteX13" fmla="*/ 4927979 w 5512527"/>
              <a:gd name="connsiteY13" fmla="*/ 19050 h 12004223"/>
              <a:gd name="connsiteX14" fmla="*/ 5512527 w 5512527"/>
              <a:gd name="connsiteY14" fmla="*/ 603598 h 12004223"/>
              <a:gd name="connsiteX15" fmla="*/ 5512527 w 5512527"/>
              <a:gd name="connsiteY15" fmla="*/ 11419675 h 12004223"/>
              <a:gd name="connsiteX16" fmla="*/ 4927979 w 5512527"/>
              <a:gd name="connsiteY16" fmla="*/ 12004223 h 12004223"/>
              <a:gd name="connsiteX17" fmla="*/ 584548 w 5512527"/>
              <a:gd name="connsiteY17" fmla="*/ 12004223 h 12004223"/>
              <a:gd name="connsiteX18" fmla="*/ 0 w 5512527"/>
              <a:gd name="connsiteY18" fmla="*/ 11419675 h 12004223"/>
              <a:gd name="connsiteX19" fmla="*/ 0 w 5512527"/>
              <a:gd name="connsiteY19" fmla="*/ 603598 h 12004223"/>
              <a:gd name="connsiteX20" fmla="*/ 584548 w 5512527"/>
              <a:gd name="connsiteY20" fmla="*/ 19050 h 12004223"/>
              <a:gd name="connsiteX0" fmla="*/ 584548 w 5512527"/>
              <a:gd name="connsiteY0" fmla="*/ 19050 h 12004223"/>
              <a:gd name="connsiteX1" fmla="*/ 857764 w 5512527"/>
              <a:gd name="connsiteY1" fmla="*/ 0 h 12004223"/>
              <a:gd name="connsiteX2" fmla="*/ 1177515 w 5512527"/>
              <a:gd name="connsiteY2" fmla="*/ 17790 h 12004223"/>
              <a:gd name="connsiteX3" fmla="*/ 1262697 w 5512527"/>
              <a:gd name="connsiteY3" fmla="*/ 169086 h 12004223"/>
              <a:gd name="connsiteX4" fmla="*/ 1262701 w 5512527"/>
              <a:gd name="connsiteY4" fmla="*/ 194658 h 12004223"/>
              <a:gd name="connsiteX5" fmla="*/ 1531513 w 5512527"/>
              <a:gd name="connsiteY5" fmla="*/ 457120 h 12004223"/>
              <a:gd name="connsiteX6" fmla="*/ 4005785 w 5512527"/>
              <a:gd name="connsiteY6" fmla="*/ 453945 h 12004223"/>
              <a:gd name="connsiteX7" fmla="*/ 4211195 w 5512527"/>
              <a:gd name="connsiteY7" fmla="*/ 390542 h 12004223"/>
              <a:gd name="connsiteX8" fmla="*/ 4214215 w 5512527"/>
              <a:gd name="connsiteY8" fmla="*/ 386059 h 12004223"/>
              <a:gd name="connsiteX9" fmla="*/ 4215227 w 5512527"/>
              <a:gd name="connsiteY9" fmla="*/ 385226 h 12004223"/>
              <a:gd name="connsiteX10" fmla="*/ 4278629 w 5512527"/>
              <a:gd name="connsiteY10" fmla="*/ 182992 h 12004223"/>
              <a:gd name="connsiteX11" fmla="*/ 4389833 w 5512527"/>
              <a:gd name="connsiteY11" fmla="*/ 12700 h 12004223"/>
              <a:gd name="connsiteX12" fmla="*/ 4927979 w 5512527"/>
              <a:gd name="connsiteY12" fmla="*/ 19050 h 12004223"/>
              <a:gd name="connsiteX13" fmla="*/ 5512527 w 5512527"/>
              <a:gd name="connsiteY13" fmla="*/ 603598 h 12004223"/>
              <a:gd name="connsiteX14" fmla="*/ 5512527 w 5512527"/>
              <a:gd name="connsiteY14" fmla="*/ 11419675 h 12004223"/>
              <a:gd name="connsiteX15" fmla="*/ 4927979 w 5512527"/>
              <a:gd name="connsiteY15" fmla="*/ 12004223 h 12004223"/>
              <a:gd name="connsiteX16" fmla="*/ 584548 w 5512527"/>
              <a:gd name="connsiteY16" fmla="*/ 12004223 h 12004223"/>
              <a:gd name="connsiteX17" fmla="*/ 0 w 5512527"/>
              <a:gd name="connsiteY17" fmla="*/ 11419675 h 12004223"/>
              <a:gd name="connsiteX18" fmla="*/ 0 w 5512527"/>
              <a:gd name="connsiteY18" fmla="*/ 603598 h 12004223"/>
              <a:gd name="connsiteX19" fmla="*/ 584548 w 5512527"/>
              <a:gd name="connsiteY19" fmla="*/ 19050 h 12004223"/>
              <a:gd name="connsiteX0" fmla="*/ 584548 w 5512527"/>
              <a:gd name="connsiteY0" fmla="*/ 6350 h 11991523"/>
              <a:gd name="connsiteX1" fmla="*/ 854589 w 5512527"/>
              <a:gd name="connsiteY1" fmla="*/ 0 h 11991523"/>
              <a:gd name="connsiteX2" fmla="*/ 1177515 w 5512527"/>
              <a:gd name="connsiteY2" fmla="*/ 5090 h 11991523"/>
              <a:gd name="connsiteX3" fmla="*/ 1262697 w 5512527"/>
              <a:gd name="connsiteY3" fmla="*/ 156386 h 11991523"/>
              <a:gd name="connsiteX4" fmla="*/ 1262701 w 5512527"/>
              <a:gd name="connsiteY4" fmla="*/ 181958 h 11991523"/>
              <a:gd name="connsiteX5" fmla="*/ 1531513 w 5512527"/>
              <a:gd name="connsiteY5" fmla="*/ 444420 h 11991523"/>
              <a:gd name="connsiteX6" fmla="*/ 4005785 w 5512527"/>
              <a:gd name="connsiteY6" fmla="*/ 441245 h 11991523"/>
              <a:gd name="connsiteX7" fmla="*/ 4211195 w 5512527"/>
              <a:gd name="connsiteY7" fmla="*/ 377842 h 11991523"/>
              <a:gd name="connsiteX8" fmla="*/ 4214215 w 5512527"/>
              <a:gd name="connsiteY8" fmla="*/ 373359 h 11991523"/>
              <a:gd name="connsiteX9" fmla="*/ 4215227 w 5512527"/>
              <a:gd name="connsiteY9" fmla="*/ 372526 h 11991523"/>
              <a:gd name="connsiteX10" fmla="*/ 4278629 w 5512527"/>
              <a:gd name="connsiteY10" fmla="*/ 170292 h 11991523"/>
              <a:gd name="connsiteX11" fmla="*/ 4389833 w 5512527"/>
              <a:gd name="connsiteY11" fmla="*/ 0 h 11991523"/>
              <a:gd name="connsiteX12" fmla="*/ 4927979 w 5512527"/>
              <a:gd name="connsiteY12" fmla="*/ 6350 h 11991523"/>
              <a:gd name="connsiteX13" fmla="*/ 5512527 w 5512527"/>
              <a:gd name="connsiteY13" fmla="*/ 590898 h 11991523"/>
              <a:gd name="connsiteX14" fmla="*/ 5512527 w 5512527"/>
              <a:gd name="connsiteY14" fmla="*/ 11406975 h 11991523"/>
              <a:gd name="connsiteX15" fmla="*/ 4927979 w 5512527"/>
              <a:gd name="connsiteY15" fmla="*/ 11991523 h 11991523"/>
              <a:gd name="connsiteX16" fmla="*/ 584548 w 5512527"/>
              <a:gd name="connsiteY16" fmla="*/ 11991523 h 11991523"/>
              <a:gd name="connsiteX17" fmla="*/ 0 w 5512527"/>
              <a:gd name="connsiteY17" fmla="*/ 11406975 h 11991523"/>
              <a:gd name="connsiteX18" fmla="*/ 0 w 5512527"/>
              <a:gd name="connsiteY18" fmla="*/ 590898 h 11991523"/>
              <a:gd name="connsiteX19" fmla="*/ 584548 w 5512527"/>
              <a:gd name="connsiteY19" fmla="*/ 6350 h 11991523"/>
              <a:gd name="connsiteX0" fmla="*/ 584548 w 5512527"/>
              <a:gd name="connsiteY0" fmla="*/ 0 h 11994698"/>
              <a:gd name="connsiteX1" fmla="*/ 854589 w 5512527"/>
              <a:gd name="connsiteY1" fmla="*/ 3175 h 11994698"/>
              <a:gd name="connsiteX2" fmla="*/ 1177515 w 5512527"/>
              <a:gd name="connsiteY2" fmla="*/ 8265 h 11994698"/>
              <a:gd name="connsiteX3" fmla="*/ 1262697 w 5512527"/>
              <a:gd name="connsiteY3" fmla="*/ 159561 h 11994698"/>
              <a:gd name="connsiteX4" fmla="*/ 1262701 w 5512527"/>
              <a:gd name="connsiteY4" fmla="*/ 185133 h 11994698"/>
              <a:gd name="connsiteX5" fmla="*/ 1531513 w 5512527"/>
              <a:gd name="connsiteY5" fmla="*/ 447595 h 11994698"/>
              <a:gd name="connsiteX6" fmla="*/ 4005785 w 5512527"/>
              <a:gd name="connsiteY6" fmla="*/ 444420 h 11994698"/>
              <a:gd name="connsiteX7" fmla="*/ 4211195 w 5512527"/>
              <a:gd name="connsiteY7" fmla="*/ 381017 h 11994698"/>
              <a:gd name="connsiteX8" fmla="*/ 4214215 w 5512527"/>
              <a:gd name="connsiteY8" fmla="*/ 376534 h 11994698"/>
              <a:gd name="connsiteX9" fmla="*/ 4215227 w 5512527"/>
              <a:gd name="connsiteY9" fmla="*/ 375701 h 11994698"/>
              <a:gd name="connsiteX10" fmla="*/ 4278629 w 5512527"/>
              <a:gd name="connsiteY10" fmla="*/ 173467 h 11994698"/>
              <a:gd name="connsiteX11" fmla="*/ 4389833 w 5512527"/>
              <a:gd name="connsiteY11" fmla="*/ 3175 h 11994698"/>
              <a:gd name="connsiteX12" fmla="*/ 4927979 w 5512527"/>
              <a:gd name="connsiteY12" fmla="*/ 9525 h 11994698"/>
              <a:gd name="connsiteX13" fmla="*/ 5512527 w 5512527"/>
              <a:gd name="connsiteY13" fmla="*/ 594073 h 11994698"/>
              <a:gd name="connsiteX14" fmla="*/ 5512527 w 5512527"/>
              <a:gd name="connsiteY14" fmla="*/ 11410150 h 11994698"/>
              <a:gd name="connsiteX15" fmla="*/ 4927979 w 5512527"/>
              <a:gd name="connsiteY15" fmla="*/ 11994698 h 11994698"/>
              <a:gd name="connsiteX16" fmla="*/ 584548 w 5512527"/>
              <a:gd name="connsiteY16" fmla="*/ 11994698 h 11994698"/>
              <a:gd name="connsiteX17" fmla="*/ 0 w 5512527"/>
              <a:gd name="connsiteY17" fmla="*/ 11410150 h 11994698"/>
              <a:gd name="connsiteX18" fmla="*/ 0 w 5512527"/>
              <a:gd name="connsiteY18" fmla="*/ 594073 h 11994698"/>
              <a:gd name="connsiteX19" fmla="*/ 584548 w 5512527"/>
              <a:gd name="connsiteY19" fmla="*/ 0 h 11994698"/>
              <a:gd name="connsiteX0" fmla="*/ 584548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4548 w 5512527"/>
              <a:gd name="connsiteY19" fmla="*/ 6350 h 12001048"/>
              <a:gd name="connsiteX0" fmla="*/ 587723 w 5512527"/>
              <a:gd name="connsiteY0" fmla="*/ 6350 h 12001048"/>
              <a:gd name="connsiteX1" fmla="*/ 870464 w 5512527"/>
              <a:gd name="connsiteY1" fmla="*/ 0 h 12001048"/>
              <a:gd name="connsiteX2" fmla="*/ 1177515 w 5512527"/>
              <a:gd name="connsiteY2" fmla="*/ 14615 h 12001048"/>
              <a:gd name="connsiteX3" fmla="*/ 1262697 w 5512527"/>
              <a:gd name="connsiteY3" fmla="*/ 165911 h 12001048"/>
              <a:gd name="connsiteX4" fmla="*/ 1262701 w 5512527"/>
              <a:gd name="connsiteY4" fmla="*/ 191483 h 12001048"/>
              <a:gd name="connsiteX5" fmla="*/ 1531513 w 5512527"/>
              <a:gd name="connsiteY5" fmla="*/ 453945 h 12001048"/>
              <a:gd name="connsiteX6" fmla="*/ 4005785 w 5512527"/>
              <a:gd name="connsiteY6" fmla="*/ 450770 h 12001048"/>
              <a:gd name="connsiteX7" fmla="*/ 4211195 w 5512527"/>
              <a:gd name="connsiteY7" fmla="*/ 387367 h 12001048"/>
              <a:gd name="connsiteX8" fmla="*/ 4214215 w 5512527"/>
              <a:gd name="connsiteY8" fmla="*/ 382884 h 12001048"/>
              <a:gd name="connsiteX9" fmla="*/ 4215227 w 5512527"/>
              <a:gd name="connsiteY9" fmla="*/ 382051 h 12001048"/>
              <a:gd name="connsiteX10" fmla="*/ 4278629 w 5512527"/>
              <a:gd name="connsiteY10" fmla="*/ 179817 h 12001048"/>
              <a:gd name="connsiteX11" fmla="*/ 4389833 w 5512527"/>
              <a:gd name="connsiteY11" fmla="*/ 9525 h 12001048"/>
              <a:gd name="connsiteX12" fmla="*/ 4927979 w 5512527"/>
              <a:gd name="connsiteY12" fmla="*/ 15875 h 12001048"/>
              <a:gd name="connsiteX13" fmla="*/ 5512527 w 5512527"/>
              <a:gd name="connsiteY13" fmla="*/ 600423 h 12001048"/>
              <a:gd name="connsiteX14" fmla="*/ 5512527 w 5512527"/>
              <a:gd name="connsiteY14" fmla="*/ 11416500 h 12001048"/>
              <a:gd name="connsiteX15" fmla="*/ 4927979 w 5512527"/>
              <a:gd name="connsiteY15" fmla="*/ 12001048 h 12001048"/>
              <a:gd name="connsiteX16" fmla="*/ 584548 w 5512527"/>
              <a:gd name="connsiteY16" fmla="*/ 12001048 h 12001048"/>
              <a:gd name="connsiteX17" fmla="*/ 0 w 5512527"/>
              <a:gd name="connsiteY17" fmla="*/ 11416500 h 12001048"/>
              <a:gd name="connsiteX18" fmla="*/ 0 w 5512527"/>
              <a:gd name="connsiteY18" fmla="*/ 600423 h 12001048"/>
              <a:gd name="connsiteX19" fmla="*/ 587723 w 5512527"/>
              <a:gd name="connsiteY19" fmla="*/ 6350 h 12001048"/>
              <a:gd name="connsiteX0" fmla="*/ 587723 w 5512527"/>
              <a:gd name="connsiteY0" fmla="*/ 7263 h 12001961"/>
              <a:gd name="connsiteX1" fmla="*/ 870464 w 5512527"/>
              <a:gd name="connsiteY1" fmla="*/ 913 h 12001961"/>
              <a:gd name="connsiteX2" fmla="*/ 1177515 w 5512527"/>
              <a:gd name="connsiteY2" fmla="*/ 15528 h 12001961"/>
              <a:gd name="connsiteX3" fmla="*/ 1262697 w 5512527"/>
              <a:gd name="connsiteY3" fmla="*/ 166824 h 12001961"/>
              <a:gd name="connsiteX4" fmla="*/ 1262701 w 5512527"/>
              <a:gd name="connsiteY4" fmla="*/ 192396 h 12001961"/>
              <a:gd name="connsiteX5" fmla="*/ 1531513 w 5512527"/>
              <a:gd name="connsiteY5" fmla="*/ 454858 h 12001961"/>
              <a:gd name="connsiteX6" fmla="*/ 4005785 w 5512527"/>
              <a:gd name="connsiteY6" fmla="*/ 451683 h 12001961"/>
              <a:gd name="connsiteX7" fmla="*/ 4211195 w 5512527"/>
              <a:gd name="connsiteY7" fmla="*/ 388280 h 12001961"/>
              <a:gd name="connsiteX8" fmla="*/ 4214215 w 5512527"/>
              <a:gd name="connsiteY8" fmla="*/ 383797 h 12001961"/>
              <a:gd name="connsiteX9" fmla="*/ 4215227 w 5512527"/>
              <a:gd name="connsiteY9" fmla="*/ 382964 h 12001961"/>
              <a:gd name="connsiteX10" fmla="*/ 4278629 w 5512527"/>
              <a:gd name="connsiteY10" fmla="*/ 180730 h 12001961"/>
              <a:gd name="connsiteX11" fmla="*/ 4389833 w 5512527"/>
              <a:gd name="connsiteY11" fmla="*/ 10438 h 12001961"/>
              <a:gd name="connsiteX12" fmla="*/ 4927979 w 5512527"/>
              <a:gd name="connsiteY12" fmla="*/ 16788 h 12001961"/>
              <a:gd name="connsiteX13" fmla="*/ 5512527 w 5512527"/>
              <a:gd name="connsiteY13" fmla="*/ 601336 h 12001961"/>
              <a:gd name="connsiteX14" fmla="*/ 5512527 w 5512527"/>
              <a:gd name="connsiteY14" fmla="*/ 11417413 h 12001961"/>
              <a:gd name="connsiteX15" fmla="*/ 4927979 w 5512527"/>
              <a:gd name="connsiteY15" fmla="*/ 12001961 h 12001961"/>
              <a:gd name="connsiteX16" fmla="*/ 584548 w 5512527"/>
              <a:gd name="connsiteY16" fmla="*/ 12001961 h 12001961"/>
              <a:gd name="connsiteX17" fmla="*/ 0 w 5512527"/>
              <a:gd name="connsiteY17" fmla="*/ 11417413 h 12001961"/>
              <a:gd name="connsiteX18" fmla="*/ 0 w 5512527"/>
              <a:gd name="connsiteY18" fmla="*/ 601336 h 12001961"/>
              <a:gd name="connsiteX19" fmla="*/ 587723 w 5512527"/>
              <a:gd name="connsiteY19" fmla="*/ 7263 h 12001961"/>
              <a:gd name="connsiteX0" fmla="*/ 587723 w 5512527"/>
              <a:gd name="connsiteY0" fmla="*/ 9253 h 12003951"/>
              <a:gd name="connsiteX1" fmla="*/ 870464 w 5512527"/>
              <a:gd name="connsiteY1" fmla="*/ 2903 h 12003951"/>
              <a:gd name="connsiteX2" fmla="*/ 1177515 w 5512527"/>
              <a:gd name="connsiteY2" fmla="*/ 17518 h 12003951"/>
              <a:gd name="connsiteX3" fmla="*/ 1262697 w 5512527"/>
              <a:gd name="connsiteY3" fmla="*/ 168814 h 12003951"/>
              <a:gd name="connsiteX4" fmla="*/ 1262701 w 5512527"/>
              <a:gd name="connsiteY4" fmla="*/ 194386 h 12003951"/>
              <a:gd name="connsiteX5" fmla="*/ 1531513 w 5512527"/>
              <a:gd name="connsiteY5" fmla="*/ 456848 h 12003951"/>
              <a:gd name="connsiteX6" fmla="*/ 4005785 w 5512527"/>
              <a:gd name="connsiteY6" fmla="*/ 453673 h 12003951"/>
              <a:gd name="connsiteX7" fmla="*/ 4211195 w 5512527"/>
              <a:gd name="connsiteY7" fmla="*/ 390270 h 12003951"/>
              <a:gd name="connsiteX8" fmla="*/ 4214215 w 5512527"/>
              <a:gd name="connsiteY8" fmla="*/ 385787 h 12003951"/>
              <a:gd name="connsiteX9" fmla="*/ 4215227 w 5512527"/>
              <a:gd name="connsiteY9" fmla="*/ 384954 h 12003951"/>
              <a:gd name="connsiteX10" fmla="*/ 4278629 w 5512527"/>
              <a:gd name="connsiteY10" fmla="*/ 182720 h 12003951"/>
              <a:gd name="connsiteX11" fmla="*/ 4389833 w 5512527"/>
              <a:gd name="connsiteY11" fmla="*/ 12428 h 12003951"/>
              <a:gd name="connsiteX12" fmla="*/ 4927979 w 5512527"/>
              <a:gd name="connsiteY12" fmla="*/ 18778 h 12003951"/>
              <a:gd name="connsiteX13" fmla="*/ 5512527 w 5512527"/>
              <a:gd name="connsiteY13" fmla="*/ 603326 h 12003951"/>
              <a:gd name="connsiteX14" fmla="*/ 5512527 w 5512527"/>
              <a:gd name="connsiteY14" fmla="*/ 11419403 h 12003951"/>
              <a:gd name="connsiteX15" fmla="*/ 4927979 w 5512527"/>
              <a:gd name="connsiteY15" fmla="*/ 12003951 h 12003951"/>
              <a:gd name="connsiteX16" fmla="*/ 584548 w 5512527"/>
              <a:gd name="connsiteY16" fmla="*/ 12003951 h 12003951"/>
              <a:gd name="connsiteX17" fmla="*/ 0 w 5512527"/>
              <a:gd name="connsiteY17" fmla="*/ 11419403 h 12003951"/>
              <a:gd name="connsiteX18" fmla="*/ 0 w 5512527"/>
              <a:gd name="connsiteY18" fmla="*/ 603326 h 12003951"/>
              <a:gd name="connsiteX19" fmla="*/ 587723 w 5512527"/>
              <a:gd name="connsiteY19" fmla="*/ 9253 h 12003951"/>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15227 w 5512527"/>
              <a:gd name="connsiteY9" fmla="*/ 38339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05702 w 5512527"/>
              <a:gd name="connsiteY9" fmla="*/ 377046 h 12002393"/>
              <a:gd name="connsiteX10" fmla="*/ 4278629 w 5512527"/>
              <a:gd name="connsiteY10" fmla="*/ 181162 h 12002393"/>
              <a:gd name="connsiteX11" fmla="*/ 4389833 w 5512527"/>
              <a:gd name="connsiteY11" fmla="*/ 10870 h 12002393"/>
              <a:gd name="connsiteX12" fmla="*/ 4927979 w 5512527"/>
              <a:gd name="connsiteY12" fmla="*/ 17220 h 12002393"/>
              <a:gd name="connsiteX13" fmla="*/ 5512527 w 5512527"/>
              <a:gd name="connsiteY13" fmla="*/ 601768 h 12002393"/>
              <a:gd name="connsiteX14" fmla="*/ 5512527 w 5512527"/>
              <a:gd name="connsiteY14" fmla="*/ 11417845 h 12002393"/>
              <a:gd name="connsiteX15" fmla="*/ 4927979 w 5512527"/>
              <a:gd name="connsiteY15" fmla="*/ 12002393 h 12002393"/>
              <a:gd name="connsiteX16" fmla="*/ 584548 w 5512527"/>
              <a:gd name="connsiteY16" fmla="*/ 12002393 h 12002393"/>
              <a:gd name="connsiteX17" fmla="*/ 0 w 5512527"/>
              <a:gd name="connsiteY17" fmla="*/ 11417845 h 12002393"/>
              <a:gd name="connsiteX18" fmla="*/ 0 w 5512527"/>
              <a:gd name="connsiteY18" fmla="*/ 601768 h 12002393"/>
              <a:gd name="connsiteX19" fmla="*/ 587723 w 5512527"/>
              <a:gd name="connsiteY19"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14215 w 5512527"/>
              <a:gd name="connsiteY8" fmla="*/ 384229 h 12002393"/>
              <a:gd name="connsiteX9" fmla="*/ 4278629 w 5512527"/>
              <a:gd name="connsiteY9" fmla="*/ 181162 h 12002393"/>
              <a:gd name="connsiteX10" fmla="*/ 4389833 w 5512527"/>
              <a:gd name="connsiteY10" fmla="*/ 10870 h 12002393"/>
              <a:gd name="connsiteX11" fmla="*/ 4927979 w 5512527"/>
              <a:gd name="connsiteY11" fmla="*/ 17220 h 12002393"/>
              <a:gd name="connsiteX12" fmla="*/ 5512527 w 5512527"/>
              <a:gd name="connsiteY12" fmla="*/ 601768 h 12002393"/>
              <a:gd name="connsiteX13" fmla="*/ 5512527 w 5512527"/>
              <a:gd name="connsiteY13" fmla="*/ 11417845 h 12002393"/>
              <a:gd name="connsiteX14" fmla="*/ 4927979 w 5512527"/>
              <a:gd name="connsiteY14" fmla="*/ 12002393 h 12002393"/>
              <a:gd name="connsiteX15" fmla="*/ 584548 w 5512527"/>
              <a:gd name="connsiteY15" fmla="*/ 12002393 h 12002393"/>
              <a:gd name="connsiteX16" fmla="*/ 0 w 5512527"/>
              <a:gd name="connsiteY16" fmla="*/ 11417845 h 12002393"/>
              <a:gd name="connsiteX17" fmla="*/ 0 w 5512527"/>
              <a:gd name="connsiteY17" fmla="*/ 601768 h 12002393"/>
              <a:gd name="connsiteX18" fmla="*/ 587723 w 5512527"/>
              <a:gd name="connsiteY18"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1195 w 5512527"/>
              <a:gd name="connsiteY7" fmla="*/ 3887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78629 w 5512527"/>
              <a:gd name="connsiteY8" fmla="*/ 18116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48479 w 5512527"/>
              <a:gd name="connsiteY8" fmla="*/ 216087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294504 w 5512527"/>
              <a:gd name="connsiteY8" fmla="*/ 225612 h 12002393"/>
              <a:gd name="connsiteX9" fmla="*/ 4389833 w 5512527"/>
              <a:gd name="connsiteY9" fmla="*/ 10870 h 12002393"/>
              <a:gd name="connsiteX10" fmla="*/ 4927979 w 5512527"/>
              <a:gd name="connsiteY10" fmla="*/ 17220 h 12002393"/>
              <a:gd name="connsiteX11" fmla="*/ 5512527 w 5512527"/>
              <a:gd name="connsiteY11" fmla="*/ 601768 h 12002393"/>
              <a:gd name="connsiteX12" fmla="*/ 5512527 w 5512527"/>
              <a:gd name="connsiteY12" fmla="*/ 11417845 h 12002393"/>
              <a:gd name="connsiteX13" fmla="*/ 4927979 w 5512527"/>
              <a:gd name="connsiteY13" fmla="*/ 12002393 h 12002393"/>
              <a:gd name="connsiteX14" fmla="*/ 584548 w 5512527"/>
              <a:gd name="connsiteY14" fmla="*/ 12002393 h 12002393"/>
              <a:gd name="connsiteX15" fmla="*/ 0 w 5512527"/>
              <a:gd name="connsiteY15" fmla="*/ 11417845 h 12002393"/>
              <a:gd name="connsiteX16" fmla="*/ 0 w 5512527"/>
              <a:gd name="connsiteY16" fmla="*/ 601768 h 12002393"/>
              <a:gd name="connsiteX17" fmla="*/ 587723 w 5512527"/>
              <a:gd name="connsiteY17"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27979 w 5512527"/>
              <a:gd name="connsiteY9" fmla="*/ 172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697 w 5512527"/>
              <a:gd name="connsiteY3" fmla="*/ 167256 h 12002393"/>
              <a:gd name="connsiteX4" fmla="*/ 1262701 w 5512527"/>
              <a:gd name="connsiteY4" fmla="*/ 192828 h 12002393"/>
              <a:gd name="connsiteX5" fmla="*/ 1531513 w 5512527"/>
              <a:gd name="connsiteY5" fmla="*/ 455290 h 12002393"/>
              <a:gd name="connsiteX6" fmla="*/ 4005785 w 5512527"/>
              <a:gd name="connsiteY6" fmla="*/ 452115 h 12002393"/>
              <a:gd name="connsiteX7" fmla="*/ 4214370 w 5512527"/>
              <a:gd name="connsiteY7" fmla="*/ 376012 h 12002393"/>
              <a:gd name="connsiteX8" fmla="*/ 4389833 w 5512527"/>
              <a:gd name="connsiteY8" fmla="*/ 10870 h 12002393"/>
              <a:gd name="connsiteX9" fmla="*/ 4918454 w 5512527"/>
              <a:gd name="connsiteY9" fmla="*/ 4520 h 12002393"/>
              <a:gd name="connsiteX10" fmla="*/ 5512527 w 5512527"/>
              <a:gd name="connsiteY10" fmla="*/ 601768 h 12002393"/>
              <a:gd name="connsiteX11" fmla="*/ 5512527 w 5512527"/>
              <a:gd name="connsiteY11" fmla="*/ 11417845 h 12002393"/>
              <a:gd name="connsiteX12" fmla="*/ 4927979 w 5512527"/>
              <a:gd name="connsiteY12" fmla="*/ 12002393 h 12002393"/>
              <a:gd name="connsiteX13" fmla="*/ 584548 w 5512527"/>
              <a:gd name="connsiteY13" fmla="*/ 12002393 h 12002393"/>
              <a:gd name="connsiteX14" fmla="*/ 0 w 5512527"/>
              <a:gd name="connsiteY14" fmla="*/ 11417845 h 12002393"/>
              <a:gd name="connsiteX15" fmla="*/ 0 w 5512527"/>
              <a:gd name="connsiteY15" fmla="*/ 601768 h 12002393"/>
              <a:gd name="connsiteX16" fmla="*/ 587723 w 5512527"/>
              <a:gd name="connsiteY16"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62701 w 5512527"/>
              <a:gd name="connsiteY3" fmla="*/ 19282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7695 h 12002393"/>
              <a:gd name="connsiteX1" fmla="*/ 870464 w 5512527"/>
              <a:gd name="connsiteY1" fmla="*/ 1345 h 12002393"/>
              <a:gd name="connsiteX2" fmla="*/ 1177515 w 5512527"/>
              <a:gd name="connsiteY2" fmla="*/ 15960 h 12002393"/>
              <a:gd name="connsiteX3" fmla="*/ 1284926 w 5512527"/>
              <a:gd name="connsiteY3" fmla="*/ 288078 h 12002393"/>
              <a:gd name="connsiteX4" fmla="*/ 1531513 w 5512527"/>
              <a:gd name="connsiteY4" fmla="*/ 455290 h 12002393"/>
              <a:gd name="connsiteX5" fmla="*/ 4005785 w 5512527"/>
              <a:gd name="connsiteY5" fmla="*/ 452115 h 12002393"/>
              <a:gd name="connsiteX6" fmla="*/ 4214370 w 5512527"/>
              <a:gd name="connsiteY6" fmla="*/ 376012 h 12002393"/>
              <a:gd name="connsiteX7" fmla="*/ 4389833 w 5512527"/>
              <a:gd name="connsiteY7" fmla="*/ 10870 h 12002393"/>
              <a:gd name="connsiteX8" fmla="*/ 4918454 w 5512527"/>
              <a:gd name="connsiteY8" fmla="*/ 4520 h 12002393"/>
              <a:gd name="connsiteX9" fmla="*/ 5512527 w 5512527"/>
              <a:gd name="connsiteY9" fmla="*/ 601768 h 12002393"/>
              <a:gd name="connsiteX10" fmla="*/ 5512527 w 5512527"/>
              <a:gd name="connsiteY10" fmla="*/ 11417845 h 12002393"/>
              <a:gd name="connsiteX11" fmla="*/ 4927979 w 5512527"/>
              <a:gd name="connsiteY11" fmla="*/ 12002393 h 12002393"/>
              <a:gd name="connsiteX12" fmla="*/ 584548 w 5512527"/>
              <a:gd name="connsiteY12" fmla="*/ 12002393 h 12002393"/>
              <a:gd name="connsiteX13" fmla="*/ 0 w 5512527"/>
              <a:gd name="connsiteY13" fmla="*/ 11417845 h 12002393"/>
              <a:gd name="connsiteX14" fmla="*/ 0 w 5512527"/>
              <a:gd name="connsiteY14" fmla="*/ 601768 h 12002393"/>
              <a:gd name="connsiteX15" fmla="*/ 587723 w 5512527"/>
              <a:gd name="connsiteY15" fmla="*/ 7695 h 12002393"/>
              <a:gd name="connsiteX0" fmla="*/ 587723 w 5512527"/>
              <a:gd name="connsiteY0" fmla="*/ 3175 h 11997873"/>
              <a:gd name="connsiteX1" fmla="*/ 1177515 w 5512527"/>
              <a:gd name="connsiteY1" fmla="*/ 11440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3175 h 11997873"/>
              <a:gd name="connsiteX1" fmla="*/ 1161640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61640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6494 h 12001192"/>
              <a:gd name="connsiteX1" fmla="*/ 1107665 w 5512527"/>
              <a:gd name="connsiteY1" fmla="*/ 5234 h 12001192"/>
              <a:gd name="connsiteX2" fmla="*/ 1284926 w 5512527"/>
              <a:gd name="connsiteY2" fmla="*/ 286877 h 12001192"/>
              <a:gd name="connsiteX3" fmla="*/ 1531513 w 5512527"/>
              <a:gd name="connsiteY3" fmla="*/ 454089 h 12001192"/>
              <a:gd name="connsiteX4" fmla="*/ 4005785 w 5512527"/>
              <a:gd name="connsiteY4" fmla="*/ 450914 h 12001192"/>
              <a:gd name="connsiteX5" fmla="*/ 4214370 w 5512527"/>
              <a:gd name="connsiteY5" fmla="*/ 374811 h 12001192"/>
              <a:gd name="connsiteX6" fmla="*/ 4389833 w 5512527"/>
              <a:gd name="connsiteY6" fmla="*/ 9669 h 12001192"/>
              <a:gd name="connsiteX7" fmla="*/ 4918454 w 5512527"/>
              <a:gd name="connsiteY7" fmla="*/ 3319 h 12001192"/>
              <a:gd name="connsiteX8" fmla="*/ 5512527 w 5512527"/>
              <a:gd name="connsiteY8" fmla="*/ 600567 h 12001192"/>
              <a:gd name="connsiteX9" fmla="*/ 5512527 w 5512527"/>
              <a:gd name="connsiteY9" fmla="*/ 11416644 h 12001192"/>
              <a:gd name="connsiteX10" fmla="*/ 4927979 w 5512527"/>
              <a:gd name="connsiteY10" fmla="*/ 12001192 h 12001192"/>
              <a:gd name="connsiteX11" fmla="*/ 584548 w 5512527"/>
              <a:gd name="connsiteY11" fmla="*/ 12001192 h 12001192"/>
              <a:gd name="connsiteX12" fmla="*/ 0 w 5512527"/>
              <a:gd name="connsiteY12" fmla="*/ 11416644 h 12001192"/>
              <a:gd name="connsiteX13" fmla="*/ 0 w 5512527"/>
              <a:gd name="connsiteY13" fmla="*/ 600567 h 12001192"/>
              <a:gd name="connsiteX14" fmla="*/ 587723 w 5512527"/>
              <a:gd name="connsiteY14" fmla="*/ 6494 h 12001192"/>
              <a:gd name="connsiteX0" fmla="*/ 587723 w 5512527"/>
              <a:gd name="connsiteY0" fmla="*/ 3175 h 11997873"/>
              <a:gd name="connsiteX1" fmla="*/ 1107665 w 5512527"/>
              <a:gd name="connsiteY1" fmla="*/ 1915 h 11997873"/>
              <a:gd name="connsiteX2" fmla="*/ 1284926 w 5512527"/>
              <a:gd name="connsiteY2" fmla="*/ 283558 h 11997873"/>
              <a:gd name="connsiteX3" fmla="*/ 1531513 w 5512527"/>
              <a:gd name="connsiteY3" fmla="*/ 450770 h 11997873"/>
              <a:gd name="connsiteX4" fmla="*/ 4005785 w 5512527"/>
              <a:gd name="connsiteY4" fmla="*/ 447595 h 11997873"/>
              <a:gd name="connsiteX5" fmla="*/ 4214370 w 5512527"/>
              <a:gd name="connsiteY5" fmla="*/ 371492 h 11997873"/>
              <a:gd name="connsiteX6" fmla="*/ 4389833 w 5512527"/>
              <a:gd name="connsiteY6" fmla="*/ 6350 h 11997873"/>
              <a:gd name="connsiteX7" fmla="*/ 4918454 w 5512527"/>
              <a:gd name="connsiteY7" fmla="*/ 0 h 11997873"/>
              <a:gd name="connsiteX8" fmla="*/ 5512527 w 5512527"/>
              <a:gd name="connsiteY8" fmla="*/ 597248 h 11997873"/>
              <a:gd name="connsiteX9" fmla="*/ 5512527 w 5512527"/>
              <a:gd name="connsiteY9" fmla="*/ 11413325 h 11997873"/>
              <a:gd name="connsiteX10" fmla="*/ 4927979 w 5512527"/>
              <a:gd name="connsiteY10" fmla="*/ 11997873 h 11997873"/>
              <a:gd name="connsiteX11" fmla="*/ 584548 w 5512527"/>
              <a:gd name="connsiteY11" fmla="*/ 11997873 h 11997873"/>
              <a:gd name="connsiteX12" fmla="*/ 0 w 5512527"/>
              <a:gd name="connsiteY12" fmla="*/ 11413325 h 11997873"/>
              <a:gd name="connsiteX13" fmla="*/ 0 w 5512527"/>
              <a:gd name="connsiteY13" fmla="*/ 597248 h 11997873"/>
              <a:gd name="connsiteX14" fmla="*/ 587723 w 5512527"/>
              <a:gd name="connsiteY14" fmla="*/ 3175 h 11997873"/>
              <a:gd name="connsiteX0" fmla="*/ 587723 w 5512527"/>
              <a:gd name="connsiteY0" fmla="*/ 5086 h 11999784"/>
              <a:gd name="connsiteX1" fmla="*/ 1107665 w 5512527"/>
              <a:gd name="connsiteY1" fmla="*/ 3826 h 11999784"/>
              <a:gd name="connsiteX2" fmla="*/ 1284926 w 5512527"/>
              <a:gd name="connsiteY2" fmla="*/ 285469 h 11999784"/>
              <a:gd name="connsiteX3" fmla="*/ 1531513 w 5512527"/>
              <a:gd name="connsiteY3" fmla="*/ 452681 h 11999784"/>
              <a:gd name="connsiteX4" fmla="*/ 4005785 w 5512527"/>
              <a:gd name="connsiteY4" fmla="*/ 449506 h 11999784"/>
              <a:gd name="connsiteX5" fmla="*/ 4214370 w 5512527"/>
              <a:gd name="connsiteY5" fmla="*/ 373403 h 11999784"/>
              <a:gd name="connsiteX6" fmla="*/ 4389833 w 5512527"/>
              <a:gd name="connsiteY6" fmla="*/ 8261 h 11999784"/>
              <a:gd name="connsiteX7" fmla="*/ 4918454 w 5512527"/>
              <a:gd name="connsiteY7" fmla="*/ 1911 h 11999784"/>
              <a:gd name="connsiteX8" fmla="*/ 5512527 w 5512527"/>
              <a:gd name="connsiteY8" fmla="*/ 599159 h 11999784"/>
              <a:gd name="connsiteX9" fmla="*/ 5512527 w 5512527"/>
              <a:gd name="connsiteY9" fmla="*/ 11415236 h 11999784"/>
              <a:gd name="connsiteX10" fmla="*/ 4927979 w 5512527"/>
              <a:gd name="connsiteY10" fmla="*/ 11999784 h 11999784"/>
              <a:gd name="connsiteX11" fmla="*/ 584548 w 5512527"/>
              <a:gd name="connsiteY11" fmla="*/ 11999784 h 11999784"/>
              <a:gd name="connsiteX12" fmla="*/ 0 w 5512527"/>
              <a:gd name="connsiteY12" fmla="*/ 11415236 h 11999784"/>
              <a:gd name="connsiteX13" fmla="*/ 0 w 5512527"/>
              <a:gd name="connsiteY13" fmla="*/ 599159 h 11999784"/>
              <a:gd name="connsiteX14" fmla="*/ 587723 w 5512527"/>
              <a:gd name="connsiteY14" fmla="*/ 5086 h 1199978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397890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14370 w 5512527"/>
              <a:gd name="connsiteY5" fmla="*/ 385283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8540 w 5512527"/>
              <a:gd name="connsiteY5" fmla="*/ 413481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16966 h 12011664"/>
              <a:gd name="connsiteX1" fmla="*/ 1107665 w 5512527"/>
              <a:gd name="connsiteY1" fmla="*/ 15706 h 12011664"/>
              <a:gd name="connsiteX2" fmla="*/ 1284926 w 5512527"/>
              <a:gd name="connsiteY2" fmla="*/ 297349 h 12011664"/>
              <a:gd name="connsiteX3" fmla="*/ 1531513 w 5512527"/>
              <a:gd name="connsiteY3" fmla="*/ 464561 h 12011664"/>
              <a:gd name="connsiteX4" fmla="*/ 4005785 w 5512527"/>
              <a:gd name="connsiteY4" fmla="*/ 461386 h 12011664"/>
              <a:gd name="connsiteX5" fmla="*/ 4234512 w 5512527"/>
              <a:gd name="connsiteY5" fmla="*/ 381255 h 12011664"/>
              <a:gd name="connsiteX6" fmla="*/ 4446228 w 5512527"/>
              <a:gd name="connsiteY6" fmla="*/ 0 h 12011664"/>
              <a:gd name="connsiteX7" fmla="*/ 4918454 w 5512527"/>
              <a:gd name="connsiteY7" fmla="*/ 13791 h 12011664"/>
              <a:gd name="connsiteX8" fmla="*/ 5512527 w 5512527"/>
              <a:gd name="connsiteY8" fmla="*/ 611039 h 12011664"/>
              <a:gd name="connsiteX9" fmla="*/ 5512527 w 5512527"/>
              <a:gd name="connsiteY9" fmla="*/ 11427116 h 12011664"/>
              <a:gd name="connsiteX10" fmla="*/ 4927979 w 5512527"/>
              <a:gd name="connsiteY10" fmla="*/ 12011664 h 12011664"/>
              <a:gd name="connsiteX11" fmla="*/ 584548 w 5512527"/>
              <a:gd name="connsiteY11" fmla="*/ 12011664 h 12011664"/>
              <a:gd name="connsiteX12" fmla="*/ 0 w 5512527"/>
              <a:gd name="connsiteY12" fmla="*/ 11427116 h 12011664"/>
              <a:gd name="connsiteX13" fmla="*/ 0 w 5512527"/>
              <a:gd name="connsiteY13" fmla="*/ 611039 h 12011664"/>
              <a:gd name="connsiteX14" fmla="*/ 587723 w 5512527"/>
              <a:gd name="connsiteY14" fmla="*/ 16966 h 12011664"/>
              <a:gd name="connsiteX0" fmla="*/ 587723 w 5512527"/>
              <a:gd name="connsiteY0" fmla="*/ 8909 h 12003607"/>
              <a:gd name="connsiteX1" fmla="*/ 1107665 w 5512527"/>
              <a:gd name="connsiteY1" fmla="*/ 7649 h 12003607"/>
              <a:gd name="connsiteX2" fmla="*/ 1284926 w 5512527"/>
              <a:gd name="connsiteY2" fmla="*/ 289292 h 12003607"/>
              <a:gd name="connsiteX3" fmla="*/ 1531513 w 5512527"/>
              <a:gd name="connsiteY3" fmla="*/ 456504 h 12003607"/>
              <a:gd name="connsiteX4" fmla="*/ 4005785 w 5512527"/>
              <a:gd name="connsiteY4" fmla="*/ 453329 h 12003607"/>
              <a:gd name="connsiteX5" fmla="*/ 4234512 w 5512527"/>
              <a:gd name="connsiteY5" fmla="*/ 373198 h 12003607"/>
              <a:gd name="connsiteX6" fmla="*/ 4422059 w 5512527"/>
              <a:gd name="connsiteY6" fmla="*/ 0 h 12003607"/>
              <a:gd name="connsiteX7" fmla="*/ 4918454 w 5512527"/>
              <a:gd name="connsiteY7" fmla="*/ 5734 h 12003607"/>
              <a:gd name="connsiteX8" fmla="*/ 5512527 w 5512527"/>
              <a:gd name="connsiteY8" fmla="*/ 602982 h 12003607"/>
              <a:gd name="connsiteX9" fmla="*/ 5512527 w 5512527"/>
              <a:gd name="connsiteY9" fmla="*/ 11419059 h 12003607"/>
              <a:gd name="connsiteX10" fmla="*/ 4927979 w 5512527"/>
              <a:gd name="connsiteY10" fmla="*/ 12003607 h 12003607"/>
              <a:gd name="connsiteX11" fmla="*/ 584548 w 5512527"/>
              <a:gd name="connsiteY11" fmla="*/ 12003607 h 12003607"/>
              <a:gd name="connsiteX12" fmla="*/ 0 w 5512527"/>
              <a:gd name="connsiteY12" fmla="*/ 11419059 h 12003607"/>
              <a:gd name="connsiteX13" fmla="*/ 0 w 5512527"/>
              <a:gd name="connsiteY13" fmla="*/ 602982 h 12003607"/>
              <a:gd name="connsiteX14" fmla="*/ 587723 w 5512527"/>
              <a:gd name="connsiteY14" fmla="*/ 8909 h 1200360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1163 w 5512527"/>
              <a:gd name="connsiteY5" fmla="*/ 379548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27838 w 5512527"/>
              <a:gd name="connsiteY5" fmla="*/ 349513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71222 w 5512527"/>
              <a:gd name="connsiteY5" fmla="*/ 412921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259 h 12009957"/>
              <a:gd name="connsiteX1" fmla="*/ 1107665 w 5512527"/>
              <a:gd name="connsiteY1" fmla="*/ 13999 h 12009957"/>
              <a:gd name="connsiteX2" fmla="*/ 1284926 w 5512527"/>
              <a:gd name="connsiteY2" fmla="*/ 295642 h 12009957"/>
              <a:gd name="connsiteX3" fmla="*/ 1531513 w 5512527"/>
              <a:gd name="connsiteY3" fmla="*/ 462854 h 12009957"/>
              <a:gd name="connsiteX4" fmla="*/ 4005785 w 5512527"/>
              <a:gd name="connsiteY4" fmla="*/ 459679 h 12009957"/>
              <a:gd name="connsiteX5" fmla="*/ 4234512 w 5512527"/>
              <a:gd name="connsiteY5" fmla="*/ 359526 h 12009957"/>
              <a:gd name="connsiteX6" fmla="*/ 4422059 w 5512527"/>
              <a:gd name="connsiteY6" fmla="*/ 6350 h 12009957"/>
              <a:gd name="connsiteX7" fmla="*/ 4902341 w 5512527"/>
              <a:gd name="connsiteY7" fmla="*/ 0 h 12009957"/>
              <a:gd name="connsiteX8" fmla="*/ 5512527 w 5512527"/>
              <a:gd name="connsiteY8" fmla="*/ 609332 h 12009957"/>
              <a:gd name="connsiteX9" fmla="*/ 5512527 w 5512527"/>
              <a:gd name="connsiteY9" fmla="*/ 11425409 h 12009957"/>
              <a:gd name="connsiteX10" fmla="*/ 4927979 w 5512527"/>
              <a:gd name="connsiteY10" fmla="*/ 12009957 h 12009957"/>
              <a:gd name="connsiteX11" fmla="*/ 584548 w 5512527"/>
              <a:gd name="connsiteY11" fmla="*/ 12009957 h 12009957"/>
              <a:gd name="connsiteX12" fmla="*/ 0 w 5512527"/>
              <a:gd name="connsiteY12" fmla="*/ 11425409 h 12009957"/>
              <a:gd name="connsiteX13" fmla="*/ 0 w 5512527"/>
              <a:gd name="connsiteY13" fmla="*/ 609332 h 12009957"/>
              <a:gd name="connsiteX14" fmla="*/ 587723 w 5512527"/>
              <a:gd name="connsiteY14" fmla="*/ 15259 h 12009957"/>
              <a:gd name="connsiteX0" fmla="*/ 587723 w 5512527"/>
              <a:gd name="connsiteY0" fmla="*/ 15583 h 12010281"/>
              <a:gd name="connsiteX1" fmla="*/ 1107665 w 5512527"/>
              <a:gd name="connsiteY1" fmla="*/ 14323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15583 h 12010281"/>
              <a:gd name="connsiteX1" fmla="*/ 1104240 w 5512527"/>
              <a:gd name="connsiteY1" fmla="*/ 4049 h 12010281"/>
              <a:gd name="connsiteX2" fmla="*/ 1284926 w 5512527"/>
              <a:gd name="connsiteY2" fmla="*/ 295966 h 12010281"/>
              <a:gd name="connsiteX3" fmla="*/ 1531513 w 5512527"/>
              <a:gd name="connsiteY3" fmla="*/ 463178 h 12010281"/>
              <a:gd name="connsiteX4" fmla="*/ 4005785 w 5512527"/>
              <a:gd name="connsiteY4" fmla="*/ 460003 h 12010281"/>
              <a:gd name="connsiteX5" fmla="*/ 4234512 w 5512527"/>
              <a:gd name="connsiteY5" fmla="*/ 359850 h 12010281"/>
              <a:gd name="connsiteX6" fmla="*/ 4422059 w 5512527"/>
              <a:gd name="connsiteY6" fmla="*/ 0 h 12010281"/>
              <a:gd name="connsiteX7" fmla="*/ 4902341 w 5512527"/>
              <a:gd name="connsiteY7" fmla="*/ 324 h 12010281"/>
              <a:gd name="connsiteX8" fmla="*/ 5512527 w 5512527"/>
              <a:gd name="connsiteY8" fmla="*/ 609656 h 12010281"/>
              <a:gd name="connsiteX9" fmla="*/ 5512527 w 5512527"/>
              <a:gd name="connsiteY9" fmla="*/ 11425733 h 12010281"/>
              <a:gd name="connsiteX10" fmla="*/ 4927979 w 5512527"/>
              <a:gd name="connsiteY10" fmla="*/ 12010281 h 12010281"/>
              <a:gd name="connsiteX11" fmla="*/ 584548 w 5512527"/>
              <a:gd name="connsiteY11" fmla="*/ 12010281 h 12010281"/>
              <a:gd name="connsiteX12" fmla="*/ 0 w 5512527"/>
              <a:gd name="connsiteY12" fmla="*/ 11425733 h 12010281"/>
              <a:gd name="connsiteX13" fmla="*/ 0 w 5512527"/>
              <a:gd name="connsiteY13" fmla="*/ 609656 h 12010281"/>
              <a:gd name="connsiteX14" fmla="*/ 587723 w 5512527"/>
              <a:gd name="connsiteY14" fmla="*/ 15583 h 12010281"/>
              <a:gd name="connsiteX0" fmla="*/ 587723 w 5512527"/>
              <a:gd name="connsiteY0" fmla="*/ 0 h 12011822"/>
              <a:gd name="connsiteX1" fmla="*/ 1104240 w 5512527"/>
              <a:gd name="connsiteY1" fmla="*/ 5590 h 12011822"/>
              <a:gd name="connsiteX2" fmla="*/ 1284926 w 5512527"/>
              <a:gd name="connsiteY2" fmla="*/ 297507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 name="connsiteX0" fmla="*/ 587723 w 5512527"/>
              <a:gd name="connsiteY0" fmla="*/ 0 h 12011822"/>
              <a:gd name="connsiteX1" fmla="*/ 1104240 w 5512527"/>
              <a:gd name="connsiteY1" fmla="*/ 5590 h 12011822"/>
              <a:gd name="connsiteX2" fmla="*/ 1288350 w 5512527"/>
              <a:gd name="connsiteY2" fmla="*/ 280383 h 12011822"/>
              <a:gd name="connsiteX3" fmla="*/ 1531513 w 5512527"/>
              <a:gd name="connsiteY3" fmla="*/ 464719 h 12011822"/>
              <a:gd name="connsiteX4" fmla="*/ 4005785 w 5512527"/>
              <a:gd name="connsiteY4" fmla="*/ 461544 h 12011822"/>
              <a:gd name="connsiteX5" fmla="*/ 4234512 w 5512527"/>
              <a:gd name="connsiteY5" fmla="*/ 361391 h 12011822"/>
              <a:gd name="connsiteX6" fmla="*/ 4422059 w 5512527"/>
              <a:gd name="connsiteY6" fmla="*/ 1541 h 12011822"/>
              <a:gd name="connsiteX7" fmla="*/ 4902341 w 5512527"/>
              <a:gd name="connsiteY7" fmla="*/ 1865 h 12011822"/>
              <a:gd name="connsiteX8" fmla="*/ 5512527 w 5512527"/>
              <a:gd name="connsiteY8" fmla="*/ 611197 h 12011822"/>
              <a:gd name="connsiteX9" fmla="*/ 5512527 w 5512527"/>
              <a:gd name="connsiteY9" fmla="*/ 11427274 h 12011822"/>
              <a:gd name="connsiteX10" fmla="*/ 4927979 w 5512527"/>
              <a:gd name="connsiteY10" fmla="*/ 12011822 h 12011822"/>
              <a:gd name="connsiteX11" fmla="*/ 584548 w 5512527"/>
              <a:gd name="connsiteY11" fmla="*/ 12011822 h 12011822"/>
              <a:gd name="connsiteX12" fmla="*/ 0 w 5512527"/>
              <a:gd name="connsiteY12" fmla="*/ 11427274 h 12011822"/>
              <a:gd name="connsiteX13" fmla="*/ 0 w 5512527"/>
              <a:gd name="connsiteY13" fmla="*/ 611197 h 12011822"/>
              <a:gd name="connsiteX14" fmla="*/ 587723 w 5512527"/>
              <a:gd name="connsiteY14" fmla="*/ 0 h 120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12527" h="12011822">
                <a:moveTo>
                  <a:pt x="587723" y="0"/>
                </a:moveTo>
                <a:lnTo>
                  <a:pt x="1104240" y="5590"/>
                </a:lnTo>
                <a:cubicBezTo>
                  <a:pt x="1258513" y="12104"/>
                  <a:pt x="1264275" y="137311"/>
                  <a:pt x="1288350" y="280383"/>
                </a:cubicBezTo>
                <a:cubicBezTo>
                  <a:pt x="1316925" y="362833"/>
                  <a:pt x="1376037" y="464719"/>
                  <a:pt x="1531513" y="464719"/>
                </a:cubicBezTo>
                <a:lnTo>
                  <a:pt x="4005785" y="461544"/>
                </a:lnTo>
                <a:cubicBezTo>
                  <a:pt x="4083521" y="461544"/>
                  <a:pt x="4174043" y="445058"/>
                  <a:pt x="4234512" y="361391"/>
                </a:cubicBezTo>
                <a:cubicBezTo>
                  <a:pt x="4291846" y="271164"/>
                  <a:pt x="4223813" y="4524"/>
                  <a:pt x="4422059" y="1541"/>
                </a:cubicBezTo>
                <a:lnTo>
                  <a:pt x="4902341" y="1865"/>
                </a:lnTo>
                <a:cubicBezTo>
                  <a:pt x="5257403" y="17978"/>
                  <a:pt x="5512527" y="288360"/>
                  <a:pt x="5512527" y="611197"/>
                </a:cubicBezTo>
                <a:lnTo>
                  <a:pt x="5512527" y="11427274"/>
                </a:lnTo>
                <a:cubicBezTo>
                  <a:pt x="5512527" y="11750111"/>
                  <a:pt x="5250815" y="12011822"/>
                  <a:pt x="4927979" y="12011822"/>
                </a:cubicBezTo>
                <a:lnTo>
                  <a:pt x="584548" y="12011822"/>
                </a:lnTo>
                <a:cubicBezTo>
                  <a:pt x="261711" y="12011822"/>
                  <a:pt x="0" y="11750111"/>
                  <a:pt x="0" y="11427274"/>
                </a:cubicBezTo>
                <a:lnTo>
                  <a:pt x="0" y="611197"/>
                </a:lnTo>
                <a:cubicBezTo>
                  <a:pt x="0" y="288360"/>
                  <a:pt x="264886" y="0"/>
                  <a:pt x="587723" y="0"/>
                </a:cubicBezTo>
                <a:close/>
              </a:path>
            </a:pathLst>
          </a:custGeom>
          <a:pattFill prst="wdUpDiag">
            <a:fgClr>
              <a:srgbClr val="FADFD9"/>
            </a:fgClr>
            <a:bgClr>
              <a:schemeClr val="bg1"/>
            </a:bgClr>
          </a:pattFill>
        </p:spPr>
        <p:txBody>
          <a:bodyPr wrap="square" lIns="457200" tIns="5486400" rIns="457200" bIns="457200" anchor="t">
            <a:noAutofit/>
          </a:bodyPr>
          <a:lstStyle>
            <a:lvl1pPr marL="0" indent="0" algn="l">
              <a:buNone/>
              <a:defRPr sz="4000">
                <a:solidFill>
                  <a:schemeClr val="tx1"/>
                </a:solidFill>
              </a:defRPr>
            </a:lvl1pPr>
          </a:lstStyle>
          <a:p>
            <a:r>
              <a:rPr lang="en-US"/>
              <a:t>Drag and drop your iPhone X screenshot into this photo placeholder</a:t>
            </a:r>
          </a:p>
        </p:txBody>
      </p:sp>
      <p:sp>
        <p:nvSpPr>
          <p:cNvPr id="2" name="TextBox 1">
            <a:extLst>
              <a:ext uri="{FF2B5EF4-FFF2-40B4-BE49-F238E27FC236}">
                <a16:creationId xmlns:a16="http://schemas.microsoft.com/office/drawing/2014/main" id="{52B95100-1B56-3E4A-8691-51AAF10098F0}"/>
              </a:ext>
            </a:extLst>
          </p:cNvPr>
          <p:cNvSpPr txBox="1"/>
          <p:nvPr/>
        </p:nvSpPr>
        <p:spPr>
          <a:xfrm>
            <a:off x="22438467" y="14636884"/>
            <a:ext cx="0" cy="0"/>
          </a:xfrm>
          <a:prstGeom prst="rect">
            <a:avLst/>
          </a:prstGeom>
          <a:noFill/>
        </p:spPr>
        <p:txBody>
          <a:bodyPr wrap="none" lIns="0" tIns="0" rIns="0" bIns="0" rtlCol="0">
            <a:noAutofit/>
          </a:bodyPr>
          <a:lstStyle/>
          <a:p>
            <a:pPr algn="l"/>
            <a:endParaRPr lang="en-US" sz="1800">
              <a:latin typeface="LKN Sans" panose="02000503040000020003" pitchFamily="2" charset="0"/>
            </a:endParaRPr>
          </a:p>
        </p:txBody>
      </p:sp>
      <p:sp>
        <p:nvSpPr>
          <p:cNvPr id="9" name="Folded Corner 8">
            <a:extLst>
              <a:ext uri="{FF2B5EF4-FFF2-40B4-BE49-F238E27FC236}">
                <a16:creationId xmlns:a16="http://schemas.microsoft.com/office/drawing/2014/main" id="{F4F85ACC-FA85-F349-86C9-73D728236D81}"/>
              </a:ext>
              <a:ext uri="{C183D7F6-B498-43B3-948B-1728B52AA6E4}">
                <adec:decorative xmlns:adec="http://schemas.microsoft.com/office/drawing/2017/decorative" val="1"/>
              </a:ext>
            </a:extLst>
          </p:cNvPr>
          <p:cNvSpPr/>
          <p:nvPr/>
        </p:nvSpPr>
        <p:spPr>
          <a:xfrm>
            <a:off x="1" y="-2514600"/>
            <a:ext cx="8840789" cy="19304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iPhone X screenshot close up.</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Drag and drop your screenshot and replace text placeholders with your own words.</a:t>
            </a:r>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2149824939"/>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titles + iphone horizontal detail">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DC5147E6-3B60-9544-841F-04FE73BB8BBB}"/>
              </a:ext>
            </a:extLst>
          </p:cNvPr>
          <p:cNvSpPr>
            <a:spLocks noGrp="1"/>
          </p:cNvSpPr>
          <p:nvPr>
            <p:ph type="title" hasCustomPrompt="1"/>
          </p:nvPr>
        </p:nvSpPr>
        <p:spPr>
          <a:xfrm>
            <a:off x="1441696" y="4343400"/>
            <a:ext cx="7081818" cy="2514600"/>
          </a:xfrm>
          <a:prstGeom prst="rect">
            <a:avLst/>
          </a:prstGeom>
        </p:spPr>
        <p:txBody>
          <a:bodyPr vert="horz" lIns="91440" tIns="45720" rIns="91440" bIns="45720" rtlCol="0" anchor="b" anchorCtr="0">
            <a:noAutofit/>
          </a:bodyPr>
          <a:lstStyle>
            <a:lvl1pPr>
              <a:defRPr sz="8798">
                <a:solidFill>
                  <a:schemeClr val="accent2"/>
                </a:solidFill>
              </a:defRPr>
            </a:lvl1pPr>
          </a:lstStyle>
          <a:p>
            <a:r>
              <a:rPr lang="en-US"/>
              <a:t>Enter slide title here in two lines</a:t>
            </a:r>
          </a:p>
        </p:txBody>
      </p:sp>
      <p:sp>
        <p:nvSpPr>
          <p:cNvPr id="8" name="Text Placeholder 8">
            <a:extLst>
              <a:ext uri="{FF2B5EF4-FFF2-40B4-BE49-F238E27FC236}">
                <a16:creationId xmlns:a16="http://schemas.microsoft.com/office/drawing/2014/main" id="{D70058F9-BDA7-8840-914D-9E80FF5B692E}"/>
              </a:ext>
            </a:extLst>
          </p:cNvPr>
          <p:cNvSpPr>
            <a:spLocks noGrp="1"/>
          </p:cNvSpPr>
          <p:nvPr>
            <p:ph type="body" sz="quarter" idx="17" hasCustomPrompt="1"/>
          </p:nvPr>
        </p:nvSpPr>
        <p:spPr>
          <a:xfrm>
            <a:off x="1441698" y="6949440"/>
            <a:ext cx="6745074" cy="2319252"/>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sp>
        <p:nvSpPr>
          <p:cNvPr id="15" name="Freeform 14">
            <a:extLst>
              <a:ext uri="{FF2B5EF4-FFF2-40B4-BE49-F238E27FC236}">
                <a16:creationId xmlns:a16="http://schemas.microsoft.com/office/drawing/2014/main" id="{9BF9784F-07B0-2B43-B94A-28B4B8971813}"/>
              </a:ext>
              <a:ext uri="{C183D7F6-B498-43B3-948B-1728B52AA6E4}">
                <adec:decorative xmlns:adec="http://schemas.microsoft.com/office/drawing/2017/decorative" val="1"/>
              </a:ext>
            </a:extLst>
          </p:cNvPr>
          <p:cNvSpPr/>
          <p:nvPr/>
        </p:nvSpPr>
        <p:spPr>
          <a:xfrm>
            <a:off x="11335770" y="0"/>
            <a:ext cx="13051407" cy="13716000"/>
          </a:xfrm>
          <a:custGeom>
            <a:avLst/>
            <a:gdLst>
              <a:gd name="connsiteX0" fmla="*/ 2591986 w 13051407"/>
              <a:gd name="connsiteY0" fmla="*/ 0 h 13716000"/>
              <a:gd name="connsiteX1" fmla="*/ 13051407 w 13051407"/>
              <a:gd name="connsiteY1" fmla="*/ 0 h 13716000"/>
              <a:gd name="connsiteX2" fmla="*/ 13051407 w 13051407"/>
              <a:gd name="connsiteY2" fmla="*/ 13716000 h 13716000"/>
              <a:gd name="connsiteX3" fmla="*/ 2591986 w 13051407"/>
              <a:gd name="connsiteY3" fmla="*/ 13716000 h 13716000"/>
              <a:gd name="connsiteX4" fmla="*/ 2369931 w 13051407"/>
              <a:gd name="connsiteY4" fmla="*/ 13459652 h 13716000"/>
              <a:gd name="connsiteX5" fmla="*/ 0 w 13051407"/>
              <a:gd name="connsiteY5" fmla="*/ 6858000 h 13716000"/>
              <a:gd name="connsiteX6" fmla="*/ 2369931 w 13051407"/>
              <a:gd name="connsiteY6" fmla="*/ 256349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51407" h="13716000">
                <a:moveTo>
                  <a:pt x="2591986" y="0"/>
                </a:moveTo>
                <a:lnTo>
                  <a:pt x="13051407" y="0"/>
                </a:lnTo>
                <a:lnTo>
                  <a:pt x="13051407" y="13716000"/>
                </a:lnTo>
                <a:lnTo>
                  <a:pt x="2591986" y="13716000"/>
                </a:lnTo>
                <a:lnTo>
                  <a:pt x="2369931" y="13459652"/>
                </a:lnTo>
                <a:cubicBezTo>
                  <a:pt x="889386" y="11665645"/>
                  <a:pt x="0" y="9365686"/>
                  <a:pt x="0" y="6858000"/>
                </a:cubicBezTo>
                <a:cubicBezTo>
                  <a:pt x="0" y="4350314"/>
                  <a:pt x="889386" y="2050355"/>
                  <a:pt x="2369931" y="256349"/>
                </a:cubicBez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noProof="0"/>
          </a:p>
        </p:txBody>
      </p:sp>
      <p:pic>
        <p:nvPicPr>
          <p:cNvPr id="12" name="phone">
            <a:extLst>
              <a:ext uri="{FF2B5EF4-FFF2-40B4-BE49-F238E27FC236}">
                <a16:creationId xmlns:a16="http://schemas.microsoft.com/office/drawing/2014/main" id="{2E4451B8-9EE2-A446-8FE7-EF863668EAEF}"/>
              </a:ext>
              <a:ext uri="{C183D7F6-B498-43B3-948B-1728B52AA6E4}">
                <adec:decorative xmlns:adec="http://schemas.microsoft.com/office/drawing/2017/decorative" val="1"/>
              </a:ext>
            </a:extLst>
          </p:cNvPr>
          <p:cNvPicPr>
            <a:picLocks noChangeAspect="1"/>
          </p:cNvPicPr>
          <p:nvPr/>
        </p:nvPicPr>
        <p:blipFill>
          <a:blip r:embed="rId2">
            <a:lum bright="28000"/>
          </a:blip>
          <a:stretch>
            <a:fillRect/>
          </a:stretch>
        </p:blipFill>
        <p:spPr>
          <a:xfrm rot="5400000">
            <a:off x="14686146" y="-1517989"/>
            <a:ext cx="8037218" cy="16770197"/>
          </a:xfrm>
          <a:prstGeom prst="rect">
            <a:avLst/>
          </a:prstGeom>
        </p:spPr>
      </p:pic>
      <p:sp>
        <p:nvSpPr>
          <p:cNvPr id="2" name="TextBox 1">
            <a:extLst>
              <a:ext uri="{FF2B5EF4-FFF2-40B4-BE49-F238E27FC236}">
                <a16:creationId xmlns:a16="http://schemas.microsoft.com/office/drawing/2014/main" id="{52B95100-1B56-3E4A-8691-51AAF10098F0}"/>
              </a:ext>
            </a:extLst>
          </p:cNvPr>
          <p:cNvSpPr txBox="1"/>
          <p:nvPr/>
        </p:nvSpPr>
        <p:spPr>
          <a:xfrm>
            <a:off x="22438467" y="14636884"/>
            <a:ext cx="0" cy="0"/>
          </a:xfrm>
          <a:prstGeom prst="rect">
            <a:avLst/>
          </a:prstGeom>
          <a:noFill/>
        </p:spPr>
        <p:txBody>
          <a:bodyPr wrap="none" lIns="0" tIns="0" rIns="0" bIns="0" rtlCol="0">
            <a:noAutofit/>
          </a:bodyPr>
          <a:lstStyle/>
          <a:p>
            <a:pPr algn="l"/>
            <a:endParaRPr lang="en-US" sz="1800">
              <a:latin typeface="LKN Sans" panose="02000503040000020003" pitchFamily="2" charset="0"/>
            </a:endParaRPr>
          </a:p>
        </p:txBody>
      </p:sp>
      <p:sp>
        <p:nvSpPr>
          <p:cNvPr id="23" name="Picture Placeholder 22">
            <a:extLst>
              <a:ext uri="{FF2B5EF4-FFF2-40B4-BE49-F238E27FC236}">
                <a16:creationId xmlns:a16="http://schemas.microsoft.com/office/drawing/2014/main" id="{4CBC1DB2-D3C1-094D-9A60-53319A1EF44C}"/>
              </a:ext>
            </a:extLst>
          </p:cNvPr>
          <p:cNvSpPr>
            <a:spLocks noGrp="1"/>
          </p:cNvSpPr>
          <p:nvPr>
            <p:ph type="pic" sz="quarter" idx="20" hasCustomPrompt="1"/>
          </p:nvPr>
        </p:nvSpPr>
        <p:spPr>
          <a:xfrm>
            <a:off x="10569386" y="3122626"/>
            <a:ext cx="16324209" cy="7491592"/>
          </a:xfrm>
          <a:custGeom>
            <a:avLst/>
            <a:gdLst>
              <a:gd name="connsiteX0" fmla="*/ 794408 w 16324210"/>
              <a:gd name="connsiteY0" fmla="*/ 0 h 7491591"/>
              <a:gd name="connsiteX1" fmla="*/ 15493586 w 16324210"/>
              <a:gd name="connsiteY1" fmla="*/ 0 h 7491591"/>
              <a:gd name="connsiteX2" fmla="*/ 16324210 w 16324210"/>
              <a:gd name="connsiteY2" fmla="*/ 798723 h 7491591"/>
              <a:gd name="connsiteX3" fmla="*/ 16316614 w 16324210"/>
              <a:gd name="connsiteY3" fmla="*/ 1500676 h 7491591"/>
              <a:gd name="connsiteX4" fmla="*/ 15943168 w 16324210"/>
              <a:gd name="connsiteY4" fmla="*/ 1750883 h 7491591"/>
              <a:gd name="connsiteX5" fmla="*/ 15692652 w 16324210"/>
              <a:gd name="connsiteY5" fmla="*/ 2081345 h 7491591"/>
              <a:gd name="connsiteX6" fmla="*/ 15696968 w 16324210"/>
              <a:gd name="connsiteY6" fmla="*/ 5443910 h 7491591"/>
              <a:gd name="connsiteX7" fmla="*/ 15833076 w 16324210"/>
              <a:gd name="connsiteY7" fmla="*/ 5754753 h 7491591"/>
              <a:gd name="connsiteX8" fmla="*/ 16322116 w 16324210"/>
              <a:gd name="connsiteY8" fmla="*/ 6009632 h 7491591"/>
              <a:gd name="connsiteX9" fmla="*/ 16321676 w 16324210"/>
              <a:gd name="connsiteY9" fmla="*/ 6662341 h 7491591"/>
              <a:gd name="connsiteX10" fmla="*/ 15493586 w 16324210"/>
              <a:gd name="connsiteY10" fmla="*/ 7491591 h 7491591"/>
              <a:gd name="connsiteX11" fmla="*/ 794408 w 16324210"/>
              <a:gd name="connsiteY11" fmla="*/ 7491591 h 7491591"/>
              <a:gd name="connsiteX12" fmla="*/ 0 w 16324210"/>
              <a:gd name="connsiteY12" fmla="*/ 6697183 h 7491591"/>
              <a:gd name="connsiteX13" fmla="*/ 0 w 16324210"/>
              <a:gd name="connsiteY13" fmla="*/ 794408 h 7491591"/>
              <a:gd name="connsiteX14" fmla="*/ 794408 w 16324210"/>
              <a:gd name="connsiteY14" fmla="*/ 0 h 7491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24210" h="7491591">
                <a:moveTo>
                  <a:pt x="794408" y="0"/>
                </a:moveTo>
                <a:lnTo>
                  <a:pt x="15493586" y="0"/>
                </a:lnTo>
                <a:cubicBezTo>
                  <a:pt x="15932326" y="0"/>
                  <a:pt x="16324210" y="359984"/>
                  <a:pt x="16324210" y="798723"/>
                </a:cubicBezTo>
                <a:lnTo>
                  <a:pt x="16316614" y="1500676"/>
                </a:lnTo>
                <a:cubicBezTo>
                  <a:pt x="16307762" y="1710335"/>
                  <a:pt x="16137604" y="1718165"/>
                  <a:pt x="15943168" y="1750883"/>
                </a:cubicBezTo>
                <a:cubicBezTo>
                  <a:pt x="15831116" y="1789717"/>
                  <a:pt x="15692652" y="1870051"/>
                  <a:pt x="15692652" y="2081345"/>
                </a:cubicBezTo>
                <a:lnTo>
                  <a:pt x="15696968" y="5443910"/>
                </a:lnTo>
                <a:cubicBezTo>
                  <a:pt x="15696968" y="5549554"/>
                  <a:pt x="15719372" y="5672575"/>
                  <a:pt x="15833076" y="5754753"/>
                </a:cubicBezTo>
                <a:cubicBezTo>
                  <a:pt x="15955696" y="5832670"/>
                  <a:pt x="16318062" y="5740213"/>
                  <a:pt x="16322116" y="6009632"/>
                </a:cubicBezTo>
                <a:lnTo>
                  <a:pt x="16321676" y="6662341"/>
                </a:lnTo>
                <a:cubicBezTo>
                  <a:pt x="16299778" y="7144874"/>
                  <a:pt x="15932326" y="7491591"/>
                  <a:pt x="15493586" y="7491591"/>
                </a:cubicBezTo>
                <a:lnTo>
                  <a:pt x="794408" y="7491591"/>
                </a:lnTo>
                <a:cubicBezTo>
                  <a:pt x="355668" y="7491591"/>
                  <a:pt x="0" y="7135921"/>
                  <a:pt x="0" y="6697183"/>
                </a:cubicBezTo>
                <a:lnTo>
                  <a:pt x="0" y="794408"/>
                </a:lnTo>
                <a:cubicBezTo>
                  <a:pt x="0" y="355669"/>
                  <a:pt x="355668" y="0"/>
                  <a:pt x="794408" y="0"/>
                </a:cubicBezTo>
                <a:close/>
              </a:path>
            </a:pathLst>
          </a:custGeom>
          <a:pattFill prst="wdUpDiag">
            <a:fgClr>
              <a:srgbClr val="FADFD9"/>
            </a:fgClr>
            <a:bgClr>
              <a:schemeClr val="bg1"/>
            </a:bgClr>
          </a:pattFill>
          <a:ln>
            <a:noFill/>
          </a:ln>
        </p:spPr>
        <p:txBody>
          <a:bodyPr wrap="square" lIns="822960" rIns="3931920" anchor="ctr" anchorCtr="0">
            <a:noAutofit/>
          </a:bodyPr>
          <a:lstStyle>
            <a:lvl1pPr>
              <a:defRPr b="0" cap="none" spc="0">
                <a:ln w="22225">
                  <a:noFill/>
                  <a:prstDash val="solid"/>
                </a:ln>
                <a:solidFill>
                  <a:schemeClr val="tx1"/>
                </a:solidFill>
                <a:effectLst/>
              </a:defRPr>
            </a:lvl1pPr>
          </a:lstStyle>
          <a:p>
            <a:r>
              <a:rPr lang="en-US"/>
              <a:t>Drag and drop your iPhone X screenshot into this photo placeholder</a:t>
            </a:r>
          </a:p>
        </p:txBody>
      </p:sp>
      <p:sp>
        <p:nvSpPr>
          <p:cNvPr id="9" name="Folded Corner 8">
            <a:extLst>
              <a:ext uri="{FF2B5EF4-FFF2-40B4-BE49-F238E27FC236}">
                <a16:creationId xmlns:a16="http://schemas.microsoft.com/office/drawing/2014/main" id="{ECACA7D0-95F9-2B49-B322-5715C31E58AB}"/>
              </a:ext>
              <a:ext uri="{C183D7F6-B498-43B3-948B-1728B52AA6E4}">
                <adec:decorative xmlns:adec="http://schemas.microsoft.com/office/drawing/2017/decorative" val="1"/>
              </a:ext>
            </a:extLst>
          </p:cNvPr>
          <p:cNvSpPr/>
          <p:nvPr/>
        </p:nvSpPr>
        <p:spPr>
          <a:xfrm>
            <a:off x="0" y="-2209800"/>
            <a:ext cx="11888788" cy="16256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iPhone X screenshot close up, landscape.</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Drag and drop your screenshot and replace text placeholders with your own words.</a:t>
            </a:r>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377273634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samsung vertical">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0C9F3F10-B381-9C46-868C-48506C8DAF51}"/>
              </a:ext>
            </a:extLst>
          </p:cNvPr>
          <p:cNvSpPr>
            <a:spLocks noGrp="1"/>
          </p:cNvSpPr>
          <p:nvPr>
            <p:ph type="title" hasCustomPrompt="1"/>
          </p:nvPr>
        </p:nvSpPr>
        <p:spPr>
          <a:xfrm>
            <a:off x="1441696" y="4343400"/>
            <a:ext cx="7212447" cy="2514600"/>
          </a:xfrm>
          <a:prstGeom prst="rect">
            <a:avLst/>
          </a:prstGeom>
        </p:spPr>
        <p:txBody>
          <a:bodyPr vert="horz" lIns="91440" tIns="45720" rIns="91440" bIns="45720" rtlCol="0" anchor="b" anchorCtr="0">
            <a:noAutofit/>
          </a:bodyPr>
          <a:lstStyle>
            <a:lvl1pPr>
              <a:defRPr sz="8798">
                <a:solidFill>
                  <a:schemeClr val="accent2"/>
                </a:solidFill>
              </a:defRPr>
            </a:lvl1pPr>
          </a:lstStyle>
          <a:p>
            <a:r>
              <a:rPr lang="en-US"/>
              <a:t>Enter slide title here in two lines</a:t>
            </a:r>
          </a:p>
        </p:txBody>
      </p:sp>
      <p:sp>
        <p:nvSpPr>
          <p:cNvPr id="11" name="Text Placeholder 8">
            <a:extLst>
              <a:ext uri="{FF2B5EF4-FFF2-40B4-BE49-F238E27FC236}">
                <a16:creationId xmlns:a16="http://schemas.microsoft.com/office/drawing/2014/main" id="{E1693231-41F4-E141-8C3B-1F73C7190C3E}"/>
              </a:ext>
            </a:extLst>
          </p:cNvPr>
          <p:cNvSpPr>
            <a:spLocks noGrp="1"/>
          </p:cNvSpPr>
          <p:nvPr>
            <p:ph type="body" sz="quarter" idx="17" hasCustomPrompt="1"/>
          </p:nvPr>
        </p:nvSpPr>
        <p:spPr>
          <a:xfrm>
            <a:off x="1441698" y="6949440"/>
            <a:ext cx="6745074" cy="2319252"/>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sp>
        <p:nvSpPr>
          <p:cNvPr id="7" name="Freeform 6">
            <a:extLst>
              <a:ext uri="{FF2B5EF4-FFF2-40B4-BE49-F238E27FC236}">
                <a16:creationId xmlns:a16="http://schemas.microsoft.com/office/drawing/2014/main" id="{3967577F-1CBC-1541-8EFC-4CB642648022}"/>
              </a:ext>
              <a:ext uri="{C183D7F6-B498-43B3-948B-1728B52AA6E4}">
                <adec:decorative xmlns:adec="http://schemas.microsoft.com/office/drawing/2017/decorative" val="1"/>
              </a:ext>
            </a:extLst>
          </p:cNvPr>
          <p:cNvSpPr/>
          <p:nvPr/>
        </p:nvSpPr>
        <p:spPr>
          <a:xfrm>
            <a:off x="11335770" y="0"/>
            <a:ext cx="13051407" cy="13716000"/>
          </a:xfrm>
          <a:custGeom>
            <a:avLst/>
            <a:gdLst>
              <a:gd name="connsiteX0" fmla="*/ 2591986 w 13051407"/>
              <a:gd name="connsiteY0" fmla="*/ 0 h 13716000"/>
              <a:gd name="connsiteX1" fmla="*/ 13051407 w 13051407"/>
              <a:gd name="connsiteY1" fmla="*/ 0 h 13716000"/>
              <a:gd name="connsiteX2" fmla="*/ 13051407 w 13051407"/>
              <a:gd name="connsiteY2" fmla="*/ 13716000 h 13716000"/>
              <a:gd name="connsiteX3" fmla="*/ 2591986 w 13051407"/>
              <a:gd name="connsiteY3" fmla="*/ 13716000 h 13716000"/>
              <a:gd name="connsiteX4" fmla="*/ 2369931 w 13051407"/>
              <a:gd name="connsiteY4" fmla="*/ 13459652 h 13716000"/>
              <a:gd name="connsiteX5" fmla="*/ 0 w 13051407"/>
              <a:gd name="connsiteY5" fmla="*/ 6858000 h 13716000"/>
              <a:gd name="connsiteX6" fmla="*/ 2369931 w 13051407"/>
              <a:gd name="connsiteY6" fmla="*/ 256349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51407" h="13716000">
                <a:moveTo>
                  <a:pt x="2591986" y="0"/>
                </a:moveTo>
                <a:lnTo>
                  <a:pt x="13051407" y="0"/>
                </a:lnTo>
                <a:lnTo>
                  <a:pt x="13051407" y="13716000"/>
                </a:lnTo>
                <a:lnTo>
                  <a:pt x="2591986" y="13716000"/>
                </a:lnTo>
                <a:lnTo>
                  <a:pt x="2369931" y="13459652"/>
                </a:lnTo>
                <a:cubicBezTo>
                  <a:pt x="889386" y="11665645"/>
                  <a:pt x="0" y="9365686"/>
                  <a:pt x="0" y="6858000"/>
                </a:cubicBezTo>
                <a:cubicBezTo>
                  <a:pt x="0" y="4350314"/>
                  <a:pt x="889386" y="2050355"/>
                  <a:pt x="2369931" y="256349"/>
                </a:cubicBez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noProof="0"/>
          </a:p>
        </p:txBody>
      </p:sp>
      <p:pic>
        <p:nvPicPr>
          <p:cNvPr id="2" name="Picture 1">
            <a:extLst>
              <a:ext uri="{FF2B5EF4-FFF2-40B4-BE49-F238E27FC236}">
                <a16:creationId xmlns:a16="http://schemas.microsoft.com/office/drawing/2014/main" id="{4298C3EB-2BEC-634C-9A47-7294ECA2F2C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634143" y="468459"/>
            <a:ext cx="5996757" cy="12551350"/>
          </a:xfrm>
          <a:prstGeom prst="rect">
            <a:avLst/>
          </a:prstGeom>
        </p:spPr>
      </p:pic>
      <p:sp>
        <p:nvSpPr>
          <p:cNvPr id="9" name="Picture Placeholder 8">
            <a:extLst>
              <a:ext uri="{FF2B5EF4-FFF2-40B4-BE49-F238E27FC236}">
                <a16:creationId xmlns:a16="http://schemas.microsoft.com/office/drawing/2014/main" id="{07652BFE-7344-5745-ADC1-3ED93EC65FF6}"/>
              </a:ext>
              <a:ext uri="{C183D7F6-B498-43B3-948B-1728B52AA6E4}">
                <adec:decorative xmlns:adec="http://schemas.microsoft.com/office/drawing/2017/decorative" val="1"/>
              </a:ext>
            </a:extLst>
          </p:cNvPr>
          <p:cNvSpPr>
            <a:spLocks noGrp="1"/>
          </p:cNvSpPr>
          <p:nvPr>
            <p:ph type="pic" sz="quarter" idx="10" hasCustomPrompt="1"/>
          </p:nvPr>
        </p:nvSpPr>
        <p:spPr>
          <a:xfrm>
            <a:off x="12847322" y="1188720"/>
            <a:ext cx="5578528" cy="11460480"/>
          </a:xfrm>
          <a:custGeom>
            <a:avLst/>
            <a:gdLst>
              <a:gd name="connsiteX0" fmla="*/ 497476 w 5570220"/>
              <a:gd name="connsiteY0" fmla="*/ 0 h 11460480"/>
              <a:gd name="connsiteX1" fmla="*/ 5072744 w 5570220"/>
              <a:gd name="connsiteY1" fmla="*/ 0 h 11460480"/>
              <a:gd name="connsiteX2" fmla="*/ 5570220 w 5570220"/>
              <a:gd name="connsiteY2" fmla="*/ 497476 h 11460480"/>
              <a:gd name="connsiteX3" fmla="*/ 5570220 w 5570220"/>
              <a:gd name="connsiteY3" fmla="*/ 10963004 h 11460480"/>
              <a:gd name="connsiteX4" fmla="*/ 5072744 w 5570220"/>
              <a:gd name="connsiteY4" fmla="*/ 11460480 h 11460480"/>
              <a:gd name="connsiteX5" fmla="*/ 497476 w 5570220"/>
              <a:gd name="connsiteY5" fmla="*/ 11460480 h 11460480"/>
              <a:gd name="connsiteX6" fmla="*/ 0 w 5570220"/>
              <a:gd name="connsiteY6" fmla="*/ 10963004 h 11460480"/>
              <a:gd name="connsiteX7" fmla="*/ 0 w 5570220"/>
              <a:gd name="connsiteY7" fmla="*/ 497476 h 11460480"/>
              <a:gd name="connsiteX8" fmla="*/ 497476 w 5570220"/>
              <a:gd name="connsiteY8" fmla="*/ 0 h 1146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70220" h="11460480">
                <a:moveTo>
                  <a:pt x="497476" y="0"/>
                </a:moveTo>
                <a:lnTo>
                  <a:pt x="5072744" y="0"/>
                </a:lnTo>
                <a:cubicBezTo>
                  <a:pt x="5347492" y="0"/>
                  <a:pt x="5570220" y="222728"/>
                  <a:pt x="5570220" y="497476"/>
                </a:cubicBezTo>
                <a:lnTo>
                  <a:pt x="5570220" y="10963004"/>
                </a:lnTo>
                <a:cubicBezTo>
                  <a:pt x="5570220" y="11237752"/>
                  <a:pt x="5347492" y="11460480"/>
                  <a:pt x="5072744" y="11460480"/>
                </a:cubicBezTo>
                <a:lnTo>
                  <a:pt x="497476" y="11460480"/>
                </a:lnTo>
                <a:cubicBezTo>
                  <a:pt x="222728" y="11460480"/>
                  <a:pt x="0" y="11237752"/>
                  <a:pt x="0" y="10963004"/>
                </a:cubicBezTo>
                <a:lnTo>
                  <a:pt x="0" y="497476"/>
                </a:lnTo>
                <a:cubicBezTo>
                  <a:pt x="0" y="222728"/>
                  <a:pt x="222728" y="0"/>
                  <a:pt x="497476" y="0"/>
                </a:cubicBezTo>
                <a:close/>
              </a:path>
            </a:pathLst>
          </a:custGeom>
          <a:pattFill prst="wdUpDiag">
            <a:fgClr>
              <a:srgbClr val="FADFD9"/>
            </a:fgClr>
            <a:bgClr>
              <a:schemeClr val="bg1"/>
            </a:bgClr>
          </a:pattFill>
        </p:spPr>
        <p:txBody>
          <a:bodyPr wrap="square" lIns="457200" tIns="2103120" rIns="457200">
            <a:noAutofit/>
          </a:bodyPr>
          <a:lstStyle>
            <a:lvl1pPr marL="0" indent="0" algn="l">
              <a:buNone/>
              <a:defRPr sz="4000">
                <a:solidFill>
                  <a:schemeClr val="tx1"/>
                </a:solidFill>
              </a:defRPr>
            </a:lvl1pPr>
          </a:lstStyle>
          <a:p>
            <a:r>
              <a:rPr lang="en-US"/>
              <a:t>Drag and drop your Samsung screenshot into this photo placeholder</a:t>
            </a:r>
          </a:p>
        </p:txBody>
      </p:sp>
      <p:sp>
        <p:nvSpPr>
          <p:cNvPr id="8" name="Folded Corner 7">
            <a:extLst>
              <a:ext uri="{FF2B5EF4-FFF2-40B4-BE49-F238E27FC236}">
                <a16:creationId xmlns:a16="http://schemas.microsoft.com/office/drawing/2014/main" id="{D0B2C571-99BB-CC43-B858-E13E4B791580}"/>
              </a:ext>
              <a:ext uri="{C183D7F6-B498-43B3-948B-1728B52AA6E4}">
                <adec:decorative xmlns:adec="http://schemas.microsoft.com/office/drawing/2017/decorative" val="1"/>
              </a:ext>
            </a:extLst>
          </p:cNvPr>
          <p:cNvSpPr/>
          <p:nvPr/>
        </p:nvSpPr>
        <p:spPr>
          <a:xfrm>
            <a:off x="0" y="-2209800"/>
            <a:ext cx="11888788" cy="16256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1 Samsung  Galaxy S9 screenshot.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Drag and drop your screenshot and replace text placeholders with your own words.</a:t>
            </a:r>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96003576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2 samsungs vertical">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0C9F3F10-B381-9C46-868C-48506C8DAF51}"/>
              </a:ext>
            </a:extLst>
          </p:cNvPr>
          <p:cNvSpPr>
            <a:spLocks noGrp="1"/>
          </p:cNvSpPr>
          <p:nvPr>
            <p:ph type="title" hasCustomPrompt="1"/>
          </p:nvPr>
        </p:nvSpPr>
        <p:spPr>
          <a:xfrm>
            <a:off x="1441696" y="4343400"/>
            <a:ext cx="7114474" cy="2514600"/>
          </a:xfrm>
          <a:prstGeom prst="rect">
            <a:avLst/>
          </a:prstGeom>
        </p:spPr>
        <p:txBody>
          <a:bodyPr vert="horz" lIns="91440" tIns="45720" rIns="91440" bIns="45720" rtlCol="0" anchor="b" anchorCtr="0">
            <a:noAutofit/>
          </a:bodyPr>
          <a:lstStyle>
            <a:lvl1pPr>
              <a:defRPr sz="8798">
                <a:solidFill>
                  <a:schemeClr val="accent2"/>
                </a:solidFill>
              </a:defRPr>
            </a:lvl1pPr>
          </a:lstStyle>
          <a:p>
            <a:r>
              <a:rPr lang="en-US"/>
              <a:t>Enter slide title here in two lines</a:t>
            </a:r>
          </a:p>
        </p:txBody>
      </p:sp>
      <p:sp>
        <p:nvSpPr>
          <p:cNvPr id="11" name="Text Placeholder 8">
            <a:extLst>
              <a:ext uri="{FF2B5EF4-FFF2-40B4-BE49-F238E27FC236}">
                <a16:creationId xmlns:a16="http://schemas.microsoft.com/office/drawing/2014/main" id="{E1693231-41F4-E141-8C3B-1F73C7190C3E}"/>
              </a:ext>
            </a:extLst>
          </p:cNvPr>
          <p:cNvSpPr>
            <a:spLocks noGrp="1"/>
          </p:cNvSpPr>
          <p:nvPr>
            <p:ph type="body" sz="quarter" idx="17" hasCustomPrompt="1"/>
          </p:nvPr>
        </p:nvSpPr>
        <p:spPr>
          <a:xfrm>
            <a:off x="1441698" y="6949440"/>
            <a:ext cx="6745074" cy="2319252"/>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sp>
        <p:nvSpPr>
          <p:cNvPr id="7" name="Freeform 6">
            <a:extLst>
              <a:ext uri="{FF2B5EF4-FFF2-40B4-BE49-F238E27FC236}">
                <a16:creationId xmlns:a16="http://schemas.microsoft.com/office/drawing/2014/main" id="{3967577F-1CBC-1541-8EFC-4CB642648022}"/>
              </a:ext>
              <a:ext uri="{C183D7F6-B498-43B3-948B-1728B52AA6E4}">
                <adec:decorative xmlns:adec="http://schemas.microsoft.com/office/drawing/2017/decorative" val="1"/>
              </a:ext>
            </a:extLst>
          </p:cNvPr>
          <p:cNvSpPr/>
          <p:nvPr/>
        </p:nvSpPr>
        <p:spPr>
          <a:xfrm>
            <a:off x="11335770" y="0"/>
            <a:ext cx="13051407" cy="13716000"/>
          </a:xfrm>
          <a:custGeom>
            <a:avLst/>
            <a:gdLst>
              <a:gd name="connsiteX0" fmla="*/ 2591986 w 13051407"/>
              <a:gd name="connsiteY0" fmla="*/ 0 h 13716000"/>
              <a:gd name="connsiteX1" fmla="*/ 13051407 w 13051407"/>
              <a:gd name="connsiteY1" fmla="*/ 0 h 13716000"/>
              <a:gd name="connsiteX2" fmla="*/ 13051407 w 13051407"/>
              <a:gd name="connsiteY2" fmla="*/ 13716000 h 13716000"/>
              <a:gd name="connsiteX3" fmla="*/ 2591986 w 13051407"/>
              <a:gd name="connsiteY3" fmla="*/ 13716000 h 13716000"/>
              <a:gd name="connsiteX4" fmla="*/ 2369931 w 13051407"/>
              <a:gd name="connsiteY4" fmla="*/ 13459652 h 13716000"/>
              <a:gd name="connsiteX5" fmla="*/ 0 w 13051407"/>
              <a:gd name="connsiteY5" fmla="*/ 6858000 h 13716000"/>
              <a:gd name="connsiteX6" fmla="*/ 2369931 w 13051407"/>
              <a:gd name="connsiteY6" fmla="*/ 256349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51407" h="13716000">
                <a:moveTo>
                  <a:pt x="2591986" y="0"/>
                </a:moveTo>
                <a:lnTo>
                  <a:pt x="13051407" y="0"/>
                </a:lnTo>
                <a:lnTo>
                  <a:pt x="13051407" y="13716000"/>
                </a:lnTo>
                <a:lnTo>
                  <a:pt x="2591986" y="13716000"/>
                </a:lnTo>
                <a:lnTo>
                  <a:pt x="2369931" y="13459652"/>
                </a:lnTo>
                <a:cubicBezTo>
                  <a:pt x="889386" y="11665645"/>
                  <a:pt x="0" y="9365686"/>
                  <a:pt x="0" y="6858000"/>
                </a:cubicBezTo>
                <a:cubicBezTo>
                  <a:pt x="0" y="4350314"/>
                  <a:pt x="889386" y="2050355"/>
                  <a:pt x="2369931" y="256349"/>
                </a:cubicBez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noProof="0"/>
          </a:p>
        </p:txBody>
      </p:sp>
      <p:pic>
        <p:nvPicPr>
          <p:cNvPr id="13" name="Picture 12">
            <a:extLst>
              <a:ext uri="{FF2B5EF4-FFF2-40B4-BE49-F238E27FC236}">
                <a16:creationId xmlns:a16="http://schemas.microsoft.com/office/drawing/2014/main" id="{113AD048-0966-6D4C-B34A-DD352C3387A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634143" y="468459"/>
            <a:ext cx="5996757" cy="12551350"/>
          </a:xfrm>
          <a:prstGeom prst="rect">
            <a:avLst/>
          </a:prstGeom>
        </p:spPr>
      </p:pic>
      <p:sp>
        <p:nvSpPr>
          <p:cNvPr id="14" name="Picture Placeholder 8">
            <a:extLst>
              <a:ext uri="{FF2B5EF4-FFF2-40B4-BE49-F238E27FC236}">
                <a16:creationId xmlns:a16="http://schemas.microsoft.com/office/drawing/2014/main" id="{AD76A85F-9D04-7F49-96DF-51181B6B8D04}"/>
              </a:ext>
              <a:ext uri="{C183D7F6-B498-43B3-948B-1728B52AA6E4}">
                <adec:decorative xmlns:adec="http://schemas.microsoft.com/office/drawing/2017/decorative" val="1"/>
              </a:ext>
            </a:extLst>
          </p:cNvPr>
          <p:cNvSpPr>
            <a:spLocks noGrp="1"/>
          </p:cNvSpPr>
          <p:nvPr>
            <p:ph type="pic" sz="quarter" idx="10" hasCustomPrompt="1"/>
          </p:nvPr>
        </p:nvSpPr>
        <p:spPr>
          <a:xfrm>
            <a:off x="12847322" y="1188720"/>
            <a:ext cx="5578528" cy="11460480"/>
          </a:xfrm>
          <a:custGeom>
            <a:avLst/>
            <a:gdLst>
              <a:gd name="connsiteX0" fmla="*/ 497476 w 5570220"/>
              <a:gd name="connsiteY0" fmla="*/ 0 h 11460480"/>
              <a:gd name="connsiteX1" fmla="*/ 5072744 w 5570220"/>
              <a:gd name="connsiteY1" fmla="*/ 0 h 11460480"/>
              <a:gd name="connsiteX2" fmla="*/ 5570220 w 5570220"/>
              <a:gd name="connsiteY2" fmla="*/ 497476 h 11460480"/>
              <a:gd name="connsiteX3" fmla="*/ 5570220 w 5570220"/>
              <a:gd name="connsiteY3" fmla="*/ 10963004 h 11460480"/>
              <a:gd name="connsiteX4" fmla="*/ 5072744 w 5570220"/>
              <a:gd name="connsiteY4" fmla="*/ 11460480 h 11460480"/>
              <a:gd name="connsiteX5" fmla="*/ 497476 w 5570220"/>
              <a:gd name="connsiteY5" fmla="*/ 11460480 h 11460480"/>
              <a:gd name="connsiteX6" fmla="*/ 0 w 5570220"/>
              <a:gd name="connsiteY6" fmla="*/ 10963004 h 11460480"/>
              <a:gd name="connsiteX7" fmla="*/ 0 w 5570220"/>
              <a:gd name="connsiteY7" fmla="*/ 497476 h 11460480"/>
              <a:gd name="connsiteX8" fmla="*/ 497476 w 5570220"/>
              <a:gd name="connsiteY8" fmla="*/ 0 h 1146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70220" h="11460480">
                <a:moveTo>
                  <a:pt x="497476" y="0"/>
                </a:moveTo>
                <a:lnTo>
                  <a:pt x="5072744" y="0"/>
                </a:lnTo>
                <a:cubicBezTo>
                  <a:pt x="5347492" y="0"/>
                  <a:pt x="5570220" y="222728"/>
                  <a:pt x="5570220" y="497476"/>
                </a:cubicBezTo>
                <a:lnTo>
                  <a:pt x="5570220" y="10963004"/>
                </a:lnTo>
                <a:cubicBezTo>
                  <a:pt x="5570220" y="11237752"/>
                  <a:pt x="5347492" y="11460480"/>
                  <a:pt x="5072744" y="11460480"/>
                </a:cubicBezTo>
                <a:lnTo>
                  <a:pt x="497476" y="11460480"/>
                </a:lnTo>
                <a:cubicBezTo>
                  <a:pt x="222728" y="11460480"/>
                  <a:pt x="0" y="11237752"/>
                  <a:pt x="0" y="10963004"/>
                </a:cubicBezTo>
                <a:lnTo>
                  <a:pt x="0" y="497476"/>
                </a:lnTo>
                <a:cubicBezTo>
                  <a:pt x="0" y="222728"/>
                  <a:pt x="222728" y="0"/>
                  <a:pt x="497476" y="0"/>
                </a:cubicBezTo>
                <a:close/>
              </a:path>
            </a:pathLst>
          </a:custGeom>
          <a:pattFill prst="wdUpDiag">
            <a:fgClr>
              <a:srgbClr val="FADFD9"/>
            </a:fgClr>
            <a:bgClr>
              <a:schemeClr val="bg1"/>
            </a:bgClr>
          </a:pattFill>
        </p:spPr>
        <p:txBody>
          <a:bodyPr wrap="square" lIns="457200" tIns="2103120" rIns="457200">
            <a:noAutofit/>
          </a:bodyPr>
          <a:lstStyle>
            <a:lvl1pPr marL="0" indent="0" algn="l">
              <a:buNone/>
              <a:defRPr sz="4000">
                <a:solidFill>
                  <a:schemeClr val="tx1"/>
                </a:solidFill>
              </a:defRPr>
            </a:lvl1pPr>
          </a:lstStyle>
          <a:p>
            <a:r>
              <a:rPr lang="en-US"/>
              <a:t>Drag and drop your Samsung screenshot into this photo placeholder</a:t>
            </a:r>
          </a:p>
        </p:txBody>
      </p:sp>
      <p:pic>
        <p:nvPicPr>
          <p:cNvPr id="15" name="Picture 14">
            <a:extLst>
              <a:ext uri="{FF2B5EF4-FFF2-40B4-BE49-F238E27FC236}">
                <a16:creationId xmlns:a16="http://schemas.microsoft.com/office/drawing/2014/main" id="{EE84EF8F-F869-3642-92EF-E90FF17FB38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8887349" y="468459"/>
            <a:ext cx="5996757" cy="12551350"/>
          </a:xfrm>
          <a:prstGeom prst="rect">
            <a:avLst/>
          </a:prstGeom>
        </p:spPr>
      </p:pic>
      <p:sp>
        <p:nvSpPr>
          <p:cNvPr id="16" name="Picture Placeholder 8">
            <a:extLst>
              <a:ext uri="{FF2B5EF4-FFF2-40B4-BE49-F238E27FC236}">
                <a16:creationId xmlns:a16="http://schemas.microsoft.com/office/drawing/2014/main" id="{CA2F9D34-D3D0-0346-9D1E-6642A2B237E2}"/>
              </a:ext>
              <a:ext uri="{C183D7F6-B498-43B3-948B-1728B52AA6E4}">
                <adec:decorative xmlns:adec="http://schemas.microsoft.com/office/drawing/2017/decorative" val="1"/>
              </a:ext>
            </a:extLst>
          </p:cNvPr>
          <p:cNvSpPr>
            <a:spLocks noGrp="1"/>
          </p:cNvSpPr>
          <p:nvPr>
            <p:ph type="pic" sz="quarter" idx="18" hasCustomPrompt="1"/>
          </p:nvPr>
        </p:nvSpPr>
        <p:spPr>
          <a:xfrm>
            <a:off x="19100528" y="1188720"/>
            <a:ext cx="5578528" cy="11460480"/>
          </a:xfrm>
          <a:custGeom>
            <a:avLst/>
            <a:gdLst>
              <a:gd name="connsiteX0" fmla="*/ 497476 w 5570220"/>
              <a:gd name="connsiteY0" fmla="*/ 0 h 11460480"/>
              <a:gd name="connsiteX1" fmla="*/ 5072744 w 5570220"/>
              <a:gd name="connsiteY1" fmla="*/ 0 h 11460480"/>
              <a:gd name="connsiteX2" fmla="*/ 5570220 w 5570220"/>
              <a:gd name="connsiteY2" fmla="*/ 497476 h 11460480"/>
              <a:gd name="connsiteX3" fmla="*/ 5570220 w 5570220"/>
              <a:gd name="connsiteY3" fmla="*/ 10963004 h 11460480"/>
              <a:gd name="connsiteX4" fmla="*/ 5072744 w 5570220"/>
              <a:gd name="connsiteY4" fmla="*/ 11460480 h 11460480"/>
              <a:gd name="connsiteX5" fmla="*/ 497476 w 5570220"/>
              <a:gd name="connsiteY5" fmla="*/ 11460480 h 11460480"/>
              <a:gd name="connsiteX6" fmla="*/ 0 w 5570220"/>
              <a:gd name="connsiteY6" fmla="*/ 10963004 h 11460480"/>
              <a:gd name="connsiteX7" fmla="*/ 0 w 5570220"/>
              <a:gd name="connsiteY7" fmla="*/ 497476 h 11460480"/>
              <a:gd name="connsiteX8" fmla="*/ 497476 w 5570220"/>
              <a:gd name="connsiteY8" fmla="*/ 0 h 1146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70220" h="11460480">
                <a:moveTo>
                  <a:pt x="497476" y="0"/>
                </a:moveTo>
                <a:lnTo>
                  <a:pt x="5072744" y="0"/>
                </a:lnTo>
                <a:cubicBezTo>
                  <a:pt x="5347492" y="0"/>
                  <a:pt x="5570220" y="222728"/>
                  <a:pt x="5570220" y="497476"/>
                </a:cubicBezTo>
                <a:lnTo>
                  <a:pt x="5570220" y="10963004"/>
                </a:lnTo>
                <a:cubicBezTo>
                  <a:pt x="5570220" y="11237752"/>
                  <a:pt x="5347492" y="11460480"/>
                  <a:pt x="5072744" y="11460480"/>
                </a:cubicBezTo>
                <a:lnTo>
                  <a:pt x="497476" y="11460480"/>
                </a:lnTo>
                <a:cubicBezTo>
                  <a:pt x="222728" y="11460480"/>
                  <a:pt x="0" y="11237752"/>
                  <a:pt x="0" y="10963004"/>
                </a:cubicBezTo>
                <a:lnTo>
                  <a:pt x="0" y="497476"/>
                </a:lnTo>
                <a:cubicBezTo>
                  <a:pt x="0" y="222728"/>
                  <a:pt x="222728" y="0"/>
                  <a:pt x="497476" y="0"/>
                </a:cubicBezTo>
                <a:close/>
              </a:path>
            </a:pathLst>
          </a:custGeom>
          <a:pattFill prst="wdUpDiag">
            <a:fgClr>
              <a:srgbClr val="FADFD9"/>
            </a:fgClr>
            <a:bgClr>
              <a:schemeClr val="bg1"/>
            </a:bgClr>
          </a:pattFill>
        </p:spPr>
        <p:txBody>
          <a:bodyPr wrap="square" lIns="457200" tIns="2103120" rIns="457200">
            <a:noAutofit/>
          </a:bodyPr>
          <a:lstStyle>
            <a:lvl1pPr marL="0" indent="0" algn="l">
              <a:buNone/>
              <a:defRPr sz="4000">
                <a:solidFill>
                  <a:schemeClr val="tx1"/>
                </a:solidFill>
              </a:defRPr>
            </a:lvl1pPr>
          </a:lstStyle>
          <a:p>
            <a:r>
              <a:rPr lang="en-US"/>
              <a:t>Drag and drop your Samsung screenshot into this photo placeholder</a:t>
            </a:r>
          </a:p>
        </p:txBody>
      </p:sp>
      <p:sp>
        <p:nvSpPr>
          <p:cNvPr id="9" name="Folded Corner 8">
            <a:extLst>
              <a:ext uri="{FF2B5EF4-FFF2-40B4-BE49-F238E27FC236}">
                <a16:creationId xmlns:a16="http://schemas.microsoft.com/office/drawing/2014/main" id="{B3077190-2005-CB4A-B96B-DA06E085A112}"/>
              </a:ext>
              <a:ext uri="{C183D7F6-B498-43B3-948B-1728B52AA6E4}">
                <adec:decorative xmlns:adec="http://schemas.microsoft.com/office/drawing/2017/decorative" val="1"/>
              </a:ext>
            </a:extLst>
          </p:cNvPr>
          <p:cNvSpPr/>
          <p:nvPr/>
        </p:nvSpPr>
        <p:spPr>
          <a:xfrm>
            <a:off x="0" y="-2209800"/>
            <a:ext cx="11888788" cy="16256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2 Samsung  Galaxy S9 screenshots.</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Drag and drop your screenshot and replace text placeholders with your own words.</a:t>
            </a:r>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1782332804"/>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samsung 9 vertical">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0C9F3F10-B381-9C46-868C-48506C8DAF51}"/>
              </a:ext>
            </a:extLst>
          </p:cNvPr>
          <p:cNvSpPr>
            <a:spLocks noGrp="1"/>
          </p:cNvSpPr>
          <p:nvPr>
            <p:ph type="title" hasCustomPrompt="1"/>
          </p:nvPr>
        </p:nvSpPr>
        <p:spPr>
          <a:xfrm>
            <a:off x="1441696" y="4343400"/>
            <a:ext cx="7168037" cy="2514600"/>
          </a:xfrm>
          <a:prstGeom prst="rect">
            <a:avLst/>
          </a:prstGeom>
        </p:spPr>
        <p:txBody>
          <a:bodyPr vert="horz" lIns="91440" tIns="45720" rIns="91440" bIns="45720" rtlCol="0" anchor="b" anchorCtr="0">
            <a:noAutofit/>
          </a:bodyPr>
          <a:lstStyle>
            <a:lvl1pPr>
              <a:defRPr sz="8798">
                <a:solidFill>
                  <a:schemeClr val="accent2"/>
                </a:solidFill>
              </a:defRPr>
            </a:lvl1pPr>
          </a:lstStyle>
          <a:p>
            <a:r>
              <a:rPr lang="en-US"/>
              <a:t>Enter slide title here in two lines</a:t>
            </a:r>
          </a:p>
        </p:txBody>
      </p:sp>
      <p:sp>
        <p:nvSpPr>
          <p:cNvPr id="11" name="Text Placeholder 8">
            <a:extLst>
              <a:ext uri="{FF2B5EF4-FFF2-40B4-BE49-F238E27FC236}">
                <a16:creationId xmlns:a16="http://schemas.microsoft.com/office/drawing/2014/main" id="{E1693231-41F4-E141-8C3B-1F73C7190C3E}"/>
              </a:ext>
            </a:extLst>
          </p:cNvPr>
          <p:cNvSpPr>
            <a:spLocks noGrp="1"/>
          </p:cNvSpPr>
          <p:nvPr>
            <p:ph type="body" sz="quarter" idx="17" hasCustomPrompt="1"/>
          </p:nvPr>
        </p:nvSpPr>
        <p:spPr>
          <a:xfrm>
            <a:off x="1441698" y="6949440"/>
            <a:ext cx="6745074" cy="2319252"/>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sp>
        <p:nvSpPr>
          <p:cNvPr id="7" name="Freeform 6">
            <a:extLst>
              <a:ext uri="{FF2B5EF4-FFF2-40B4-BE49-F238E27FC236}">
                <a16:creationId xmlns:a16="http://schemas.microsoft.com/office/drawing/2014/main" id="{3967577F-1CBC-1541-8EFC-4CB642648022}"/>
              </a:ext>
              <a:ext uri="{C183D7F6-B498-43B3-948B-1728B52AA6E4}">
                <adec:decorative xmlns:adec="http://schemas.microsoft.com/office/drawing/2017/decorative" val="1"/>
              </a:ext>
            </a:extLst>
          </p:cNvPr>
          <p:cNvSpPr/>
          <p:nvPr/>
        </p:nvSpPr>
        <p:spPr>
          <a:xfrm>
            <a:off x="11335770" y="0"/>
            <a:ext cx="13051407" cy="13716000"/>
          </a:xfrm>
          <a:custGeom>
            <a:avLst/>
            <a:gdLst>
              <a:gd name="connsiteX0" fmla="*/ 2591986 w 13051407"/>
              <a:gd name="connsiteY0" fmla="*/ 0 h 13716000"/>
              <a:gd name="connsiteX1" fmla="*/ 13051407 w 13051407"/>
              <a:gd name="connsiteY1" fmla="*/ 0 h 13716000"/>
              <a:gd name="connsiteX2" fmla="*/ 13051407 w 13051407"/>
              <a:gd name="connsiteY2" fmla="*/ 13716000 h 13716000"/>
              <a:gd name="connsiteX3" fmla="*/ 2591986 w 13051407"/>
              <a:gd name="connsiteY3" fmla="*/ 13716000 h 13716000"/>
              <a:gd name="connsiteX4" fmla="*/ 2369931 w 13051407"/>
              <a:gd name="connsiteY4" fmla="*/ 13459652 h 13716000"/>
              <a:gd name="connsiteX5" fmla="*/ 0 w 13051407"/>
              <a:gd name="connsiteY5" fmla="*/ 6858000 h 13716000"/>
              <a:gd name="connsiteX6" fmla="*/ 2369931 w 13051407"/>
              <a:gd name="connsiteY6" fmla="*/ 256349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51407" h="13716000">
                <a:moveTo>
                  <a:pt x="2591986" y="0"/>
                </a:moveTo>
                <a:lnTo>
                  <a:pt x="13051407" y="0"/>
                </a:lnTo>
                <a:lnTo>
                  <a:pt x="13051407" y="13716000"/>
                </a:lnTo>
                <a:lnTo>
                  <a:pt x="2591986" y="13716000"/>
                </a:lnTo>
                <a:lnTo>
                  <a:pt x="2369931" y="13459652"/>
                </a:lnTo>
                <a:cubicBezTo>
                  <a:pt x="889386" y="11665645"/>
                  <a:pt x="0" y="9365686"/>
                  <a:pt x="0" y="6858000"/>
                </a:cubicBezTo>
                <a:cubicBezTo>
                  <a:pt x="0" y="4350314"/>
                  <a:pt x="889386" y="2050355"/>
                  <a:pt x="2369931" y="256349"/>
                </a:cubicBez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noProof="0"/>
          </a:p>
        </p:txBody>
      </p:sp>
      <p:pic>
        <p:nvPicPr>
          <p:cNvPr id="2" name="Picture 1">
            <a:extLst>
              <a:ext uri="{FF2B5EF4-FFF2-40B4-BE49-F238E27FC236}">
                <a16:creationId xmlns:a16="http://schemas.microsoft.com/office/drawing/2014/main" id="{4298C3EB-2BEC-634C-9A47-7294ECA2F2C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rot="5400000">
            <a:off x="13490454" y="465716"/>
            <a:ext cx="5999378" cy="12556837"/>
          </a:xfrm>
          <a:prstGeom prst="rect">
            <a:avLst/>
          </a:prstGeom>
        </p:spPr>
      </p:pic>
      <p:sp>
        <p:nvSpPr>
          <p:cNvPr id="9" name="Picture Placeholder 8">
            <a:extLst>
              <a:ext uri="{FF2B5EF4-FFF2-40B4-BE49-F238E27FC236}">
                <a16:creationId xmlns:a16="http://schemas.microsoft.com/office/drawing/2014/main" id="{07652BFE-7344-5745-ADC1-3ED93EC65FF6}"/>
              </a:ext>
              <a:ext uri="{C183D7F6-B498-43B3-948B-1728B52AA6E4}">
                <adec:decorative xmlns:adec="http://schemas.microsoft.com/office/drawing/2017/decorative" val="1"/>
              </a:ext>
            </a:extLst>
          </p:cNvPr>
          <p:cNvSpPr>
            <a:spLocks noGrp="1"/>
          </p:cNvSpPr>
          <p:nvPr>
            <p:ph type="pic" sz="quarter" idx="10" hasCustomPrompt="1"/>
          </p:nvPr>
        </p:nvSpPr>
        <p:spPr>
          <a:xfrm rot="5400000">
            <a:off x="13524689" y="1017970"/>
            <a:ext cx="5578530" cy="11460480"/>
          </a:xfrm>
          <a:custGeom>
            <a:avLst/>
            <a:gdLst>
              <a:gd name="connsiteX0" fmla="*/ 497476 w 5570220"/>
              <a:gd name="connsiteY0" fmla="*/ 0 h 11460480"/>
              <a:gd name="connsiteX1" fmla="*/ 5072744 w 5570220"/>
              <a:gd name="connsiteY1" fmla="*/ 0 h 11460480"/>
              <a:gd name="connsiteX2" fmla="*/ 5570220 w 5570220"/>
              <a:gd name="connsiteY2" fmla="*/ 497476 h 11460480"/>
              <a:gd name="connsiteX3" fmla="*/ 5570220 w 5570220"/>
              <a:gd name="connsiteY3" fmla="*/ 10963004 h 11460480"/>
              <a:gd name="connsiteX4" fmla="*/ 5072744 w 5570220"/>
              <a:gd name="connsiteY4" fmla="*/ 11460480 h 11460480"/>
              <a:gd name="connsiteX5" fmla="*/ 497476 w 5570220"/>
              <a:gd name="connsiteY5" fmla="*/ 11460480 h 11460480"/>
              <a:gd name="connsiteX6" fmla="*/ 0 w 5570220"/>
              <a:gd name="connsiteY6" fmla="*/ 10963004 h 11460480"/>
              <a:gd name="connsiteX7" fmla="*/ 0 w 5570220"/>
              <a:gd name="connsiteY7" fmla="*/ 497476 h 11460480"/>
              <a:gd name="connsiteX8" fmla="*/ 497476 w 5570220"/>
              <a:gd name="connsiteY8" fmla="*/ 0 h 1146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70220" h="11460480">
                <a:moveTo>
                  <a:pt x="497476" y="0"/>
                </a:moveTo>
                <a:lnTo>
                  <a:pt x="5072744" y="0"/>
                </a:lnTo>
                <a:cubicBezTo>
                  <a:pt x="5347492" y="0"/>
                  <a:pt x="5570220" y="222728"/>
                  <a:pt x="5570220" y="497476"/>
                </a:cubicBezTo>
                <a:lnTo>
                  <a:pt x="5570220" y="10963004"/>
                </a:lnTo>
                <a:cubicBezTo>
                  <a:pt x="5570220" y="11237752"/>
                  <a:pt x="5347492" y="11460480"/>
                  <a:pt x="5072744" y="11460480"/>
                </a:cubicBezTo>
                <a:lnTo>
                  <a:pt x="497476" y="11460480"/>
                </a:lnTo>
                <a:cubicBezTo>
                  <a:pt x="222728" y="11460480"/>
                  <a:pt x="0" y="11237752"/>
                  <a:pt x="0" y="10963004"/>
                </a:cubicBezTo>
                <a:lnTo>
                  <a:pt x="0" y="497476"/>
                </a:lnTo>
                <a:cubicBezTo>
                  <a:pt x="0" y="222728"/>
                  <a:pt x="222728" y="0"/>
                  <a:pt x="497476" y="0"/>
                </a:cubicBezTo>
                <a:close/>
              </a:path>
            </a:pathLst>
          </a:custGeom>
          <a:pattFill prst="wdUpDiag">
            <a:fgClr>
              <a:srgbClr val="FADFD9"/>
            </a:fgClr>
            <a:bgClr>
              <a:schemeClr val="bg1"/>
            </a:bgClr>
          </a:pattFill>
        </p:spPr>
        <p:txBody>
          <a:bodyPr vert="vert270" wrap="square" lIns="731520" tIns="2194560" rIns="548640" bIns="640080">
            <a:noAutofit/>
          </a:bodyPr>
          <a:lstStyle>
            <a:lvl1pPr marL="0" indent="0" algn="l">
              <a:buNone/>
              <a:defRPr sz="4000">
                <a:solidFill>
                  <a:schemeClr val="tx1"/>
                </a:solidFill>
              </a:defRPr>
            </a:lvl1pPr>
          </a:lstStyle>
          <a:p>
            <a:r>
              <a:rPr lang="en-US"/>
              <a:t>Drag and drop your Samsung screenshot into this photo placeholder</a:t>
            </a:r>
          </a:p>
        </p:txBody>
      </p:sp>
      <p:sp>
        <p:nvSpPr>
          <p:cNvPr id="8" name="Folded Corner 7">
            <a:extLst>
              <a:ext uri="{FF2B5EF4-FFF2-40B4-BE49-F238E27FC236}">
                <a16:creationId xmlns:a16="http://schemas.microsoft.com/office/drawing/2014/main" id="{75A3EC66-090D-794F-8853-AAC52E6987EC}"/>
              </a:ext>
              <a:ext uri="{C183D7F6-B498-43B3-948B-1728B52AA6E4}">
                <adec:decorative xmlns:adec="http://schemas.microsoft.com/office/drawing/2017/decorative" val="1"/>
              </a:ext>
            </a:extLst>
          </p:cNvPr>
          <p:cNvSpPr/>
          <p:nvPr/>
        </p:nvSpPr>
        <p:spPr>
          <a:xfrm>
            <a:off x="0" y="-2209800"/>
            <a:ext cx="11888788" cy="16256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Samsung  Galaxy S9 screenshot landscape format.</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Drag and drop your screenshot and replace text placeholders with your own words.</a:t>
            </a:r>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3474678585"/>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samsung s9 vertical detail">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E5AE2DF9-3105-3348-8CFD-17677E76AC08}"/>
              </a:ext>
              <a:ext uri="{C183D7F6-B498-43B3-948B-1728B52AA6E4}">
                <adec:decorative xmlns:adec="http://schemas.microsoft.com/office/drawing/2017/decorative" val="1"/>
              </a:ext>
            </a:extLst>
          </p:cNvPr>
          <p:cNvSpPr/>
          <p:nvPr/>
        </p:nvSpPr>
        <p:spPr>
          <a:xfrm>
            <a:off x="11335770" y="0"/>
            <a:ext cx="13051407" cy="13716000"/>
          </a:xfrm>
          <a:custGeom>
            <a:avLst/>
            <a:gdLst>
              <a:gd name="connsiteX0" fmla="*/ 2591986 w 13051407"/>
              <a:gd name="connsiteY0" fmla="*/ 0 h 13716000"/>
              <a:gd name="connsiteX1" fmla="*/ 13051407 w 13051407"/>
              <a:gd name="connsiteY1" fmla="*/ 0 h 13716000"/>
              <a:gd name="connsiteX2" fmla="*/ 13051407 w 13051407"/>
              <a:gd name="connsiteY2" fmla="*/ 13716000 h 13716000"/>
              <a:gd name="connsiteX3" fmla="*/ 2591986 w 13051407"/>
              <a:gd name="connsiteY3" fmla="*/ 13716000 h 13716000"/>
              <a:gd name="connsiteX4" fmla="*/ 2369931 w 13051407"/>
              <a:gd name="connsiteY4" fmla="*/ 13459652 h 13716000"/>
              <a:gd name="connsiteX5" fmla="*/ 0 w 13051407"/>
              <a:gd name="connsiteY5" fmla="*/ 6858000 h 13716000"/>
              <a:gd name="connsiteX6" fmla="*/ 2369931 w 13051407"/>
              <a:gd name="connsiteY6" fmla="*/ 256349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51407" h="13716000">
                <a:moveTo>
                  <a:pt x="2591986" y="0"/>
                </a:moveTo>
                <a:lnTo>
                  <a:pt x="13051407" y="0"/>
                </a:lnTo>
                <a:lnTo>
                  <a:pt x="13051407" y="13716000"/>
                </a:lnTo>
                <a:lnTo>
                  <a:pt x="2591986" y="13716000"/>
                </a:lnTo>
                <a:lnTo>
                  <a:pt x="2369931" y="13459652"/>
                </a:lnTo>
                <a:cubicBezTo>
                  <a:pt x="889386" y="11665645"/>
                  <a:pt x="0" y="9365686"/>
                  <a:pt x="0" y="6858000"/>
                </a:cubicBezTo>
                <a:cubicBezTo>
                  <a:pt x="0" y="4350314"/>
                  <a:pt x="889386" y="2050355"/>
                  <a:pt x="2369931" y="256349"/>
                </a:cubicBez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noProof="0"/>
          </a:p>
        </p:txBody>
      </p:sp>
      <p:pic>
        <p:nvPicPr>
          <p:cNvPr id="12" name="Picture 11">
            <a:extLst>
              <a:ext uri="{FF2B5EF4-FFF2-40B4-BE49-F238E27FC236}">
                <a16:creationId xmlns:a16="http://schemas.microsoft.com/office/drawing/2014/main" id="{F499755C-7DBA-0E47-B0CE-19847931226C}"/>
              </a:ext>
            </a:extLst>
          </p:cNvPr>
          <p:cNvPicPr>
            <a:picLocks noChangeAspect="1"/>
          </p:cNvPicPr>
          <p:nvPr/>
        </p:nvPicPr>
        <p:blipFill>
          <a:blip r:embed="rId2"/>
          <a:stretch>
            <a:fillRect/>
          </a:stretch>
        </p:blipFill>
        <p:spPr>
          <a:xfrm>
            <a:off x="12573295" y="-2454781"/>
            <a:ext cx="8822429" cy="18465546"/>
          </a:xfrm>
          <a:prstGeom prst="rect">
            <a:avLst/>
          </a:prstGeom>
        </p:spPr>
      </p:pic>
      <p:sp>
        <p:nvSpPr>
          <p:cNvPr id="7" name="Title Placeholder 1">
            <a:extLst>
              <a:ext uri="{FF2B5EF4-FFF2-40B4-BE49-F238E27FC236}">
                <a16:creationId xmlns:a16="http://schemas.microsoft.com/office/drawing/2014/main" id="{474629AC-C648-1348-AFD2-3FAB69D60A16}"/>
              </a:ext>
            </a:extLst>
          </p:cNvPr>
          <p:cNvSpPr>
            <a:spLocks noGrp="1"/>
          </p:cNvSpPr>
          <p:nvPr>
            <p:ph type="title" hasCustomPrompt="1"/>
          </p:nvPr>
        </p:nvSpPr>
        <p:spPr>
          <a:xfrm>
            <a:off x="1441696" y="4343400"/>
            <a:ext cx="7114474" cy="2514600"/>
          </a:xfrm>
          <a:prstGeom prst="rect">
            <a:avLst/>
          </a:prstGeom>
        </p:spPr>
        <p:txBody>
          <a:bodyPr vert="horz" lIns="91440" tIns="45720" rIns="91440" bIns="45720" rtlCol="0" anchor="b" anchorCtr="0">
            <a:noAutofit/>
          </a:bodyPr>
          <a:lstStyle>
            <a:lvl1pPr>
              <a:defRPr sz="8798">
                <a:solidFill>
                  <a:schemeClr val="accent2"/>
                </a:solidFill>
              </a:defRPr>
            </a:lvl1pPr>
          </a:lstStyle>
          <a:p>
            <a:r>
              <a:rPr lang="en-US"/>
              <a:t>Enter slide title here in two lines</a:t>
            </a:r>
          </a:p>
        </p:txBody>
      </p:sp>
      <p:sp>
        <p:nvSpPr>
          <p:cNvPr id="10" name="Text Placeholder 8">
            <a:extLst>
              <a:ext uri="{FF2B5EF4-FFF2-40B4-BE49-F238E27FC236}">
                <a16:creationId xmlns:a16="http://schemas.microsoft.com/office/drawing/2014/main" id="{984F146A-7B3E-6B43-B6AF-4416BE73BFA5}"/>
              </a:ext>
            </a:extLst>
          </p:cNvPr>
          <p:cNvSpPr>
            <a:spLocks noGrp="1"/>
          </p:cNvSpPr>
          <p:nvPr>
            <p:ph type="body" sz="quarter" idx="17" hasCustomPrompt="1"/>
          </p:nvPr>
        </p:nvSpPr>
        <p:spPr>
          <a:xfrm>
            <a:off x="1441698" y="6949440"/>
            <a:ext cx="6745074" cy="2319252"/>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sp>
        <p:nvSpPr>
          <p:cNvPr id="9" name="Picture Placeholder 8">
            <a:extLst>
              <a:ext uri="{FF2B5EF4-FFF2-40B4-BE49-F238E27FC236}">
                <a16:creationId xmlns:a16="http://schemas.microsoft.com/office/drawing/2014/main" id="{07652BFE-7344-5745-ADC1-3ED93EC65FF6}"/>
              </a:ext>
              <a:ext uri="{C183D7F6-B498-43B3-948B-1728B52AA6E4}">
                <adec:decorative xmlns:adec="http://schemas.microsoft.com/office/drawing/2017/decorative" val="1"/>
              </a:ext>
            </a:extLst>
          </p:cNvPr>
          <p:cNvSpPr>
            <a:spLocks noGrp="1"/>
          </p:cNvSpPr>
          <p:nvPr>
            <p:ph type="pic" sz="quarter" idx="10" hasCustomPrompt="1"/>
          </p:nvPr>
        </p:nvSpPr>
        <p:spPr>
          <a:xfrm>
            <a:off x="12896722" y="-1573558"/>
            <a:ext cx="8154036" cy="16785496"/>
          </a:xfrm>
          <a:custGeom>
            <a:avLst/>
            <a:gdLst>
              <a:gd name="connsiteX0" fmla="*/ 497476 w 5570220"/>
              <a:gd name="connsiteY0" fmla="*/ 0 h 11460480"/>
              <a:gd name="connsiteX1" fmla="*/ 5072744 w 5570220"/>
              <a:gd name="connsiteY1" fmla="*/ 0 h 11460480"/>
              <a:gd name="connsiteX2" fmla="*/ 5570220 w 5570220"/>
              <a:gd name="connsiteY2" fmla="*/ 497476 h 11460480"/>
              <a:gd name="connsiteX3" fmla="*/ 5570220 w 5570220"/>
              <a:gd name="connsiteY3" fmla="*/ 10963004 h 11460480"/>
              <a:gd name="connsiteX4" fmla="*/ 5072744 w 5570220"/>
              <a:gd name="connsiteY4" fmla="*/ 11460480 h 11460480"/>
              <a:gd name="connsiteX5" fmla="*/ 497476 w 5570220"/>
              <a:gd name="connsiteY5" fmla="*/ 11460480 h 11460480"/>
              <a:gd name="connsiteX6" fmla="*/ 0 w 5570220"/>
              <a:gd name="connsiteY6" fmla="*/ 10963004 h 11460480"/>
              <a:gd name="connsiteX7" fmla="*/ 0 w 5570220"/>
              <a:gd name="connsiteY7" fmla="*/ 497476 h 11460480"/>
              <a:gd name="connsiteX8" fmla="*/ 497476 w 5570220"/>
              <a:gd name="connsiteY8" fmla="*/ 0 h 1146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70220" h="11460480">
                <a:moveTo>
                  <a:pt x="497476" y="0"/>
                </a:moveTo>
                <a:lnTo>
                  <a:pt x="5072744" y="0"/>
                </a:lnTo>
                <a:cubicBezTo>
                  <a:pt x="5347492" y="0"/>
                  <a:pt x="5570220" y="222728"/>
                  <a:pt x="5570220" y="497476"/>
                </a:cubicBezTo>
                <a:lnTo>
                  <a:pt x="5570220" y="10963004"/>
                </a:lnTo>
                <a:cubicBezTo>
                  <a:pt x="5570220" y="11237752"/>
                  <a:pt x="5347492" y="11460480"/>
                  <a:pt x="5072744" y="11460480"/>
                </a:cubicBezTo>
                <a:lnTo>
                  <a:pt x="497476" y="11460480"/>
                </a:lnTo>
                <a:cubicBezTo>
                  <a:pt x="222728" y="11460480"/>
                  <a:pt x="0" y="11237752"/>
                  <a:pt x="0" y="10963004"/>
                </a:cubicBezTo>
                <a:lnTo>
                  <a:pt x="0" y="497476"/>
                </a:lnTo>
                <a:cubicBezTo>
                  <a:pt x="0" y="222728"/>
                  <a:pt x="222728" y="0"/>
                  <a:pt x="497476" y="0"/>
                </a:cubicBezTo>
                <a:close/>
              </a:path>
            </a:pathLst>
          </a:custGeom>
          <a:pattFill prst="wdUpDiag">
            <a:fgClr>
              <a:srgbClr val="FADFD9"/>
            </a:fgClr>
            <a:bgClr>
              <a:schemeClr val="bg1"/>
            </a:bgClr>
          </a:pattFill>
        </p:spPr>
        <p:txBody>
          <a:bodyPr vert="horz" wrap="square" lIns="457200" tIns="4297680" rIns="457200" bIns="731520">
            <a:noAutofit/>
          </a:bodyPr>
          <a:lstStyle>
            <a:lvl1pPr marL="0" indent="0" algn="l">
              <a:buNone/>
              <a:defRPr sz="4800">
                <a:solidFill>
                  <a:schemeClr val="tx1"/>
                </a:solidFill>
              </a:defRPr>
            </a:lvl1pPr>
          </a:lstStyle>
          <a:p>
            <a:r>
              <a:rPr lang="en-US"/>
              <a:t>Drag and drop your Samsung screenshot into this photo placeholder</a:t>
            </a:r>
          </a:p>
        </p:txBody>
      </p:sp>
      <p:sp>
        <p:nvSpPr>
          <p:cNvPr id="11" name="Folded Corner 10">
            <a:extLst>
              <a:ext uri="{FF2B5EF4-FFF2-40B4-BE49-F238E27FC236}">
                <a16:creationId xmlns:a16="http://schemas.microsoft.com/office/drawing/2014/main" id="{5A1D5519-FFF0-B24E-95A7-ECECAFD8AF06}"/>
              </a:ext>
              <a:ext uri="{C183D7F6-B498-43B3-948B-1728B52AA6E4}">
                <adec:decorative xmlns:adec="http://schemas.microsoft.com/office/drawing/2017/decorative" val="1"/>
              </a:ext>
            </a:extLst>
          </p:cNvPr>
          <p:cNvSpPr/>
          <p:nvPr/>
        </p:nvSpPr>
        <p:spPr>
          <a:xfrm>
            <a:off x="0" y="-2209800"/>
            <a:ext cx="11888788" cy="16256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a Samsung  Galaxy S9 screenshot, close up.</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Drag and drop your screenshot and replace text placeholders with your own words.</a:t>
            </a:r>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4227018455"/>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samsung detail">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E5AE2DF9-3105-3348-8CFD-17677E76AC08}"/>
              </a:ext>
              <a:ext uri="{C183D7F6-B498-43B3-948B-1728B52AA6E4}">
                <adec:decorative xmlns:adec="http://schemas.microsoft.com/office/drawing/2017/decorative" val="1"/>
              </a:ext>
            </a:extLst>
          </p:cNvPr>
          <p:cNvSpPr/>
          <p:nvPr/>
        </p:nvSpPr>
        <p:spPr>
          <a:xfrm>
            <a:off x="11335770" y="0"/>
            <a:ext cx="13051407" cy="13716000"/>
          </a:xfrm>
          <a:custGeom>
            <a:avLst/>
            <a:gdLst>
              <a:gd name="connsiteX0" fmla="*/ 2591986 w 13051407"/>
              <a:gd name="connsiteY0" fmla="*/ 0 h 13716000"/>
              <a:gd name="connsiteX1" fmla="*/ 13051407 w 13051407"/>
              <a:gd name="connsiteY1" fmla="*/ 0 h 13716000"/>
              <a:gd name="connsiteX2" fmla="*/ 13051407 w 13051407"/>
              <a:gd name="connsiteY2" fmla="*/ 13716000 h 13716000"/>
              <a:gd name="connsiteX3" fmla="*/ 2591986 w 13051407"/>
              <a:gd name="connsiteY3" fmla="*/ 13716000 h 13716000"/>
              <a:gd name="connsiteX4" fmla="*/ 2369931 w 13051407"/>
              <a:gd name="connsiteY4" fmla="*/ 13459652 h 13716000"/>
              <a:gd name="connsiteX5" fmla="*/ 0 w 13051407"/>
              <a:gd name="connsiteY5" fmla="*/ 6858000 h 13716000"/>
              <a:gd name="connsiteX6" fmla="*/ 2369931 w 13051407"/>
              <a:gd name="connsiteY6" fmla="*/ 256349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51407" h="13716000">
                <a:moveTo>
                  <a:pt x="2591986" y="0"/>
                </a:moveTo>
                <a:lnTo>
                  <a:pt x="13051407" y="0"/>
                </a:lnTo>
                <a:lnTo>
                  <a:pt x="13051407" y="13716000"/>
                </a:lnTo>
                <a:lnTo>
                  <a:pt x="2591986" y="13716000"/>
                </a:lnTo>
                <a:lnTo>
                  <a:pt x="2369931" y="13459652"/>
                </a:lnTo>
                <a:cubicBezTo>
                  <a:pt x="889386" y="11665645"/>
                  <a:pt x="0" y="9365686"/>
                  <a:pt x="0" y="6858000"/>
                </a:cubicBezTo>
                <a:cubicBezTo>
                  <a:pt x="0" y="4350314"/>
                  <a:pt x="889386" y="2050355"/>
                  <a:pt x="2369931" y="256349"/>
                </a:cubicBezTo>
                <a:close/>
              </a:path>
            </a:pathLst>
          </a:custGeom>
          <a:solidFill>
            <a:srgbClr val="FCE3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noProof="0"/>
          </a:p>
        </p:txBody>
      </p:sp>
      <p:pic>
        <p:nvPicPr>
          <p:cNvPr id="12" name="Picture 11">
            <a:extLst>
              <a:ext uri="{FF2B5EF4-FFF2-40B4-BE49-F238E27FC236}">
                <a16:creationId xmlns:a16="http://schemas.microsoft.com/office/drawing/2014/main" id="{F499755C-7DBA-0E47-B0CE-19847931226C}"/>
              </a:ext>
            </a:extLst>
          </p:cNvPr>
          <p:cNvPicPr>
            <a:picLocks noChangeAspect="1"/>
          </p:cNvPicPr>
          <p:nvPr/>
        </p:nvPicPr>
        <p:blipFill>
          <a:blip r:embed="rId2"/>
          <a:stretch>
            <a:fillRect/>
          </a:stretch>
        </p:blipFill>
        <p:spPr>
          <a:xfrm rot="5400000">
            <a:off x="15089196" y="-2455763"/>
            <a:ext cx="8823366" cy="18467510"/>
          </a:xfrm>
          <a:prstGeom prst="rect">
            <a:avLst/>
          </a:prstGeom>
        </p:spPr>
      </p:pic>
      <p:sp>
        <p:nvSpPr>
          <p:cNvPr id="7" name="Title Placeholder 1">
            <a:extLst>
              <a:ext uri="{FF2B5EF4-FFF2-40B4-BE49-F238E27FC236}">
                <a16:creationId xmlns:a16="http://schemas.microsoft.com/office/drawing/2014/main" id="{474629AC-C648-1348-AFD2-3FAB69D60A16}"/>
              </a:ext>
            </a:extLst>
          </p:cNvPr>
          <p:cNvSpPr>
            <a:spLocks noGrp="1"/>
          </p:cNvSpPr>
          <p:nvPr>
            <p:ph type="title" hasCustomPrompt="1"/>
          </p:nvPr>
        </p:nvSpPr>
        <p:spPr>
          <a:xfrm>
            <a:off x="1441696" y="4343400"/>
            <a:ext cx="7114474" cy="2514600"/>
          </a:xfrm>
          <a:prstGeom prst="rect">
            <a:avLst/>
          </a:prstGeom>
        </p:spPr>
        <p:txBody>
          <a:bodyPr vert="horz" lIns="91440" tIns="45720" rIns="91440" bIns="45720" rtlCol="0" anchor="b" anchorCtr="0">
            <a:noAutofit/>
          </a:bodyPr>
          <a:lstStyle>
            <a:lvl1pPr>
              <a:defRPr sz="8798">
                <a:solidFill>
                  <a:schemeClr val="accent2"/>
                </a:solidFill>
              </a:defRPr>
            </a:lvl1pPr>
          </a:lstStyle>
          <a:p>
            <a:r>
              <a:rPr lang="en-US"/>
              <a:t>Enter slide title here in two lines</a:t>
            </a:r>
          </a:p>
        </p:txBody>
      </p:sp>
      <p:sp>
        <p:nvSpPr>
          <p:cNvPr id="10" name="Text Placeholder 8">
            <a:extLst>
              <a:ext uri="{FF2B5EF4-FFF2-40B4-BE49-F238E27FC236}">
                <a16:creationId xmlns:a16="http://schemas.microsoft.com/office/drawing/2014/main" id="{984F146A-7B3E-6B43-B6AF-4416BE73BFA5}"/>
              </a:ext>
            </a:extLst>
          </p:cNvPr>
          <p:cNvSpPr>
            <a:spLocks noGrp="1"/>
          </p:cNvSpPr>
          <p:nvPr>
            <p:ph type="body" sz="quarter" idx="17" hasCustomPrompt="1"/>
          </p:nvPr>
        </p:nvSpPr>
        <p:spPr>
          <a:xfrm>
            <a:off x="1441698" y="6949440"/>
            <a:ext cx="6745074" cy="2319252"/>
          </a:xfrm>
        </p:spPr>
        <p:txBody>
          <a:bodyPr lIns="109728" anchor="t">
            <a:normAutofit/>
          </a:bodyPr>
          <a:lstStyle>
            <a:lvl1pPr marL="0" indent="0">
              <a:buFontTx/>
              <a:buNone/>
              <a:defRPr sz="4400" b="0" i="0" baseline="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Enter your description here</a:t>
            </a:r>
          </a:p>
        </p:txBody>
      </p:sp>
      <p:sp>
        <p:nvSpPr>
          <p:cNvPr id="11" name="Picture Placeholder 10">
            <a:extLst>
              <a:ext uri="{FF2B5EF4-FFF2-40B4-BE49-F238E27FC236}">
                <a16:creationId xmlns:a16="http://schemas.microsoft.com/office/drawing/2014/main" id="{6C5BD175-B920-A146-AFC3-3EFD98280940}"/>
              </a:ext>
            </a:extLst>
          </p:cNvPr>
          <p:cNvSpPr>
            <a:spLocks noGrp="1"/>
          </p:cNvSpPr>
          <p:nvPr>
            <p:ph type="pic" sz="quarter" idx="18" hasCustomPrompt="1"/>
          </p:nvPr>
        </p:nvSpPr>
        <p:spPr>
          <a:xfrm>
            <a:off x="11100673" y="2742174"/>
            <a:ext cx="16785497" cy="8154036"/>
          </a:xfrm>
          <a:custGeom>
            <a:avLst/>
            <a:gdLst>
              <a:gd name="connsiteX0" fmla="*/ 728624 w 16785497"/>
              <a:gd name="connsiteY0" fmla="*/ 0 h 8154036"/>
              <a:gd name="connsiteX1" fmla="*/ 16056871 w 16785497"/>
              <a:gd name="connsiteY1" fmla="*/ 0 h 8154036"/>
              <a:gd name="connsiteX2" fmla="*/ 16785497 w 16785497"/>
              <a:gd name="connsiteY2" fmla="*/ 728237 h 8154036"/>
              <a:gd name="connsiteX3" fmla="*/ 16785497 w 16785497"/>
              <a:gd name="connsiteY3" fmla="*/ 7425799 h 8154036"/>
              <a:gd name="connsiteX4" fmla="*/ 16056871 w 16785497"/>
              <a:gd name="connsiteY4" fmla="*/ 8154036 h 8154036"/>
              <a:gd name="connsiteX5" fmla="*/ 728624 w 16785497"/>
              <a:gd name="connsiteY5" fmla="*/ 8154036 h 8154036"/>
              <a:gd name="connsiteX6" fmla="*/ 0 w 16785497"/>
              <a:gd name="connsiteY6" fmla="*/ 7425799 h 8154036"/>
              <a:gd name="connsiteX7" fmla="*/ 0 w 16785497"/>
              <a:gd name="connsiteY7" fmla="*/ 728237 h 8154036"/>
              <a:gd name="connsiteX8" fmla="*/ 728624 w 16785497"/>
              <a:gd name="connsiteY8" fmla="*/ 0 h 8154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85497" h="8154036">
                <a:moveTo>
                  <a:pt x="728624" y="0"/>
                </a:moveTo>
                <a:lnTo>
                  <a:pt x="16056871" y="0"/>
                </a:lnTo>
                <a:cubicBezTo>
                  <a:pt x="16459279" y="0"/>
                  <a:pt x="16785497" y="326044"/>
                  <a:pt x="16785497" y="728237"/>
                </a:cubicBezTo>
                <a:lnTo>
                  <a:pt x="16785497" y="7425799"/>
                </a:lnTo>
                <a:cubicBezTo>
                  <a:pt x="16785497" y="7827993"/>
                  <a:pt x="16459279" y="8154036"/>
                  <a:pt x="16056871" y="8154036"/>
                </a:cubicBezTo>
                <a:lnTo>
                  <a:pt x="728624" y="8154036"/>
                </a:lnTo>
                <a:cubicBezTo>
                  <a:pt x="326217" y="8154036"/>
                  <a:pt x="0" y="7827993"/>
                  <a:pt x="0" y="7425799"/>
                </a:cubicBezTo>
                <a:lnTo>
                  <a:pt x="0" y="728237"/>
                </a:lnTo>
                <a:cubicBezTo>
                  <a:pt x="0" y="326044"/>
                  <a:pt x="326217" y="0"/>
                  <a:pt x="728624" y="0"/>
                </a:cubicBezTo>
                <a:close/>
              </a:path>
            </a:pathLst>
          </a:custGeom>
          <a:pattFill prst="wdUpDiag">
            <a:fgClr>
              <a:srgbClr val="FADFD9"/>
            </a:fgClr>
            <a:bgClr>
              <a:schemeClr val="bg1"/>
            </a:bgClr>
          </a:pattFill>
        </p:spPr>
        <p:txBody>
          <a:bodyPr wrap="square" lIns="914400" rIns="4754880" anchor="ctr" anchorCtr="0">
            <a:noAutofit/>
          </a:bodyPr>
          <a:lstStyle>
            <a:lvl1pPr>
              <a:defRPr/>
            </a:lvl1pPr>
          </a:lstStyle>
          <a:p>
            <a:r>
              <a:rPr lang="en-US"/>
              <a:t>Drag and drop your Samsung screenshot into this photo placeholder</a:t>
            </a:r>
          </a:p>
        </p:txBody>
      </p:sp>
      <p:sp>
        <p:nvSpPr>
          <p:cNvPr id="9" name="Folded Corner 8">
            <a:extLst>
              <a:ext uri="{FF2B5EF4-FFF2-40B4-BE49-F238E27FC236}">
                <a16:creationId xmlns:a16="http://schemas.microsoft.com/office/drawing/2014/main" id="{BE4B5843-1BE3-5B4E-A4B2-74EA3489E5EB}"/>
              </a:ext>
              <a:ext uri="{C183D7F6-B498-43B3-948B-1728B52AA6E4}">
                <adec:decorative xmlns:adec="http://schemas.microsoft.com/office/drawing/2017/decorative" val="1"/>
              </a:ext>
            </a:extLst>
          </p:cNvPr>
          <p:cNvSpPr/>
          <p:nvPr/>
        </p:nvSpPr>
        <p:spPr>
          <a:xfrm>
            <a:off x="0" y="-2209800"/>
            <a:ext cx="11888788" cy="1625600"/>
          </a:xfrm>
          <a:prstGeom prst="foldedCorner">
            <a:avLst>
              <a:gd name="adj" fmla="val 8607"/>
            </a:avLst>
          </a:prstGeom>
          <a:solidFill>
            <a:srgbClr val="FCE3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To showcase a Samsung  Galaxy S9 screenshot, close up, landscape.</a:t>
            </a:r>
          </a:p>
          <a:p>
            <a:endParaRPr lang="en-US" sz="2400">
              <a:solidFill>
                <a:schemeClr val="tx1"/>
              </a:solidFill>
              <a:latin typeface="Source Sans Pro" charset="0"/>
            </a:endParaRPr>
          </a:p>
          <a:p>
            <a:r>
              <a:rPr lang="en-US" sz="2400" b="1">
                <a:solidFill>
                  <a:schemeClr val="tx1"/>
                </a:solidFill>
                <a:latin typeface="Source Sans Pro" charset="0"/>
                <a:ea typeface="Source Sans Pro" charset="0"/>
                <a:cs typeface="Arial" panose="020B0604020202020204" pitchFamily="34" charset="0"/>
              </a:rPr>
              <a:t>Tip</a:t>
            </a:r>
            <a:r>
              <a:rPr lang="en-US" sz="2400">
                <a:solidFill>
                  <a:schemeClr val="tx1"/>
                </a:solidFill>
                <a:latin typeface="Source Sans Pro" charset="0"/>
                <a:ea typeface="Source Sans Pro" charset="0"/>
                <a:cs typeface="Arial" panose="020B0604020202020204" pitchFamily="34" charset="0"/>
              </a:rPr>
              <a:t>: Drag and drop your screenshot and replace text placeholders with your own words.</a:t>
            </a:r>
            <a:endParaRPr lang="en-US" sz="2400">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2707925779"/>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green_thank you 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5C2AD6D-183E-C44D-8A20-1CC05117379B}"/>
              </a:ext>
            </a:extLst>
          </p:cNvPr>
          <p:cNvSpPr/>
          <p:nvPr/>
        </p:nvSpPr>
        <p:spPr>
          <a:xfrm>
            <a:off x="0" y="8700656"/>
            <a:ext cx="24387175" cy="5015348"/>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latin typeface="Community Light" panose="02000303040000020003" pitchFamily="2" charset="0"/>
            </a:endParaRPr>
          </a:p>
        </p:txBody>
      </p:sp>
      <p:sp>
        <p:nvSpPr>
          <p:cNvPr id="4" name="Title 3">
            <a:extLst>
              <a:ext uri="{FF2B5EF4-FFF2-40B4-BE49-F238E27FC236}">
                <a16:creationId xmlns:a16="http://schemas.microsoft.com/office/drawing/2014/main" id="{A80142C1-34F3-0645-BD1B-D306B4628C70}"/>
              </a:ext>
            </a:extLst>
          </p:cNvPr>
          <p:cNvSpPr>
            <a:spLocks noGrp="1"/>
          </p:cNvSpPr>
          <p:nvPr>
            <p:ph type="title" hasCustomPrompt="1"/>
          </p:nvPr>
        </p:nvSpPr>
        <p:spPr>
          <a:xfrm>
            <a:off x="1525589" y="9892147"/>
            <a:ext cx="13657634" cy="2898842"/>
          </a:xfrm>
        </p:spPr>
        <p:txBody>
          <a:bodyPr anchor="ctr" anchorCtr="0">
            <a:noAutofit/>
          </a:bodyPr>
          <a:lstStyle>
            <a:lvl1pPr>
              <a:defRPr sz="21996">
                <a:solidFill>
                  <a:schemeClr val="accent1"/>
                </a:solidFill>
              </a:defRPr>
            </a:lvl1pPr>
          </a:lstStyle>
          <a:p>
            <a:r>
              <a:rPr lang="en-US"/>
              <a:t>Thank you</a:t>
            </a:r>
          </a:p>
        </p:txBody>
      </p:sp>
      <p:pic>
        <p:nvPicPr>
          <p:cNvPr id="7" name="Picture 6" descr="A picture containing shoji, wall&#10;&#10;Description automatically generated">
            <a:extLst>
              <a:ext uri="{FF2B5EF4-FFF2-40B4-BE49-F238E27FC236}">
                <a16:creationId xmlns:a16="http://schemas.microsoft.com/office/drawing/2014/main" id="{66CA5B8C-4166-E549-9A6E-8CCB5BCA7648}"/>
              </a:ext>
            </a:extLst>
          </p:cNvPr>
          <p:cNvPicPr>
            <a:picLocks noChangeAspect="1"/>
          </p:cNvPicPr>
          <p:nvPr/>
        </p:nvPicPr>
        <p:blipFill>
          <a:blip r:embed="rId2"/>
          <a:stretch>
            <a:fillRect/>
          </a:stretch>
        </p:blipFill>
        <p:spPr>
          <a:xfrm>
            <a:off x="2121448" y="22383367"/>
            <a:ext cx="15983673" cy="11636114"/>
          </a:xfrm>
          <a:prstGeom prst="rect">
            <a:avLst/>
          </a:prstGeom>
        </p:spPr>
      </p:pic>
      <p:pic>
        <p:nvPicPr>
          <p:cNvPr id="28" name="Picture 27">
            <a:extLst>
              <a:ext uri="{FF2B5EF4-FFF2-40B4-BE49-F238E27FC236}">
                <a16:creationId xmlns:a16="http://schemas.microsoft.com/office/drawing/2014/main" id="{A5FFA6F5-5021-D242-B90C-369DE51C226D}"/>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844712" y="11700946"/>
            <a:ext cx="1940677" cy="491056"/>
          </a:xfrm>
          <a:prstGeom prst="rect">
            <a:avLst/>
          </a:prstGeom>
        </p:spPr>
      </p:pic>
      <p:sp>
        <p:nvSpPr>
          <p:cNvPr id="31" name="Picture Placeholder 30">
            <a:extLst>
              <a:ext uri="{FF2B5EF4-FFF2-40B4-BE49-F238E27FC236}">
                <a16:creationId xmlns:a16="http://schemas.microsoft.com/office/drawing/2014/main" id="{E874A05F-C723-DE43-8214-816B0EFBA4E2}"/>
              </a:ext>
            </a:extLst>
          </p:cNvPr>
          <p:cNvSpPr>
            <a:spLocks noGrp="1"/>
          </p:cNvSpPr>
          <p:nvPr>
            <p:ph type="pic" sz="quarter" idx="10" hasCustomPrompt="1"/>
          </p:nvPr>
        </p:nvSpPr>
        <p:spPr>
          <a:xfrm>
            <a:off x="-2883432" y="2"/>
            <a:ext cx="30154044" cy="7508208"/>
          </a:xfrm>
          <a:custGeom>
            <a:avLst/>
            <a:gdLst>
              <a:gd name="connsiteX0" fmla="*/ 0 w 30154043"/>
              <a:gd name="connsiteY0" fmla="*/ 0 h 7508207"/>
              <a:gd name="connsiteX1" fmla="*/ 30154043 w 30154043"/>
              <a:gd name="connsiteY1" fmla="*/ 0 h 7508207"/>
              <a:gd name="connsiteX2" fmla="*/ 30078847 w 30154043"/>
              <a:gd name="connsiteY2" fmla="*/ 101548 h 7508207"/>
              <a:gd name="connsiteX3" fmla="*/ 15077021 w 30154043"/>
              <a:gd name="connsiteY3" fmla="*/ 7508207 h 7508207"/>
              <a:gd name="connsiteX4" fmla="*/ 75195 w 30154043"/>
              <a:gd name="connsiteY4" fmla="*/ 101548 h 7508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54043" h="7508207">
                <a:moveTo>
                  <a:pt x="0" y="0"/>
                </a:moveTo>
                <a:lnTo>
                  <a:pt x="30154043" y="0"/>
                </a:lnTo>
                <a:lnTo>
                  <a:pt x="30078847" y="101548"/>
                </a:lnTo>
                <a:cubicBezTo>
                  <a:pt x="26664839" y="4597846"/>
                  <a:pt x="21216003" y="7508207"/>
                  <a:pt x="15077021" y="7508207"/>
                </a:cubicBezTo>
                <a:cubicBezTo>
                  <a:pt x="8938038" y="7508207"/>
                  <a:pt x="3489202" y="4597846"/>
                  <a:pt x="75195" y="101548"/>
                </a:cubicBezTo>
                <a:close/>
              </a:path>
            </a:pathLst>
          </a:custGeom>
          <a:pattFill prst="wdUpDiag">
            <a:fgClr>
              <a:srgbClr val="FBE9E2"/>
            </a:fgClr>
            <a:bgClr>
              <a:schemeClr val="bg1"/>
            </a:bgClr>
          </a:pattFill>
        </p:spPr>
        <p:txBody>
          <a:bodyPr wrap="square" anchor="ctr" anchorCtr="0">
            <a:noAutofit/>
          </a:bodyPr>
          <a:lstStyle>
            <a:lvl1pPr algn="ctr">
              <a:defRPr/>
            </a:lvl1pPr>
          </a:lstStyle>
          <a:p>
            <a:r>
              <a:rPr lang="en-US"/>
              <a:t>Drag and drop image into this placeholder</a:t>
            </a:r>
          </a:p>
        </p:txBody>
      </p:sp>
      <p:sp>
        <p:nvSpPr>
          <p:cNvPr id="8" name="Folded Corner 7">
            <a:extLst>
              <a:ext uri="{FF2B5EF4-FFF2-40B4-BE49-F238E27FC236}">
                <a16:creationId xmlns:a16="http://schemas.microsoft.com/office/drawing/2014/main" id="{0E583815-EB56-714E-9903-18B844ACE783}"/>
              </a:ext>
              <a:ext uri="{C183D7F6-B498-43B3-948B-1728B52AA6E4}">
                <adec:decorative xmlns:adec="http://schemas.microsoft.com/office/drawing/2017/decorative" val="1"/>
              </a:ext>
            </a:extLst>
          </p:cNvPr>
          <p:cNvSpPr/>
          <p:nvPr/>
        </p:nvSpPr>
        <p:spPr>
          <a:xfrm>
            <a:off x="1" y="-2095500"/>
            <a:ext cx="9907588" cy="1511300"/>
          </a:xfrm>
          <a:prstGeom prst="foldedCorner">
            <a:avLst>
              <a:gd name="adj" fmla="val 8607"/>
            </a:avLst>
          </a:prstGeom>
          <a:solidFill>
            <a:srgbClr val="FCE2B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Thank you slide to wrap up your presentation.</a:t>
            </a:r>
          </a:p>
          <a:p>
            <a:endParaRPr lang="en-US" sz="2400">
              <a:solidFill>
                <a:schemeClr val="tx1"/>
              </a:solidFill>
              <a:latin typeface="Source Sans Pro" charset="0"/>
              <a:ea typeface="Source Sans Pro" charset="0"/>
              <a:cs typeface="Arial" panose="020B0604020202020204" pitchFamily="34" charset="0"/>
            </a:endParaRPr>
          </a:p>
          <a:p>
            <a:r>
              <a:rPr lang="en-US" sz="2400" b="1">
                <a:solidFill>
                  <a:schemeClr val="tx1"/>
                </a:solidFill>
                <a:latin typeface="Source Sans Pro" charset="0"/>
                <a:ea typeface="Source Sans Pro" charset="0"/>
                <a:cs typeface="Arial" panose="020B0604020202020204" pitchFamily="34" charset="0"/>
              </a:rPr>
              <a:t>Tip: </a:t>
            </a:r>
            <a:r>
              <a:rPr lang="en-US" sz="2400" b="0">
                <a:solidFill>
                  <a:schemeClr val="tx1"/>
                </a:solidFill>
                <a:latin typeface="Source Sans Pro" charset="0"/>
                <a:ea typeface="Source Sans Pro" charset="0"/>
                <a:cs typeface="Arial" panose="020B0604020202020204" pitchFamily="34" charset="0"/>
              </a:rPr>
              <a:t>Drag and drop your image into the placeholder.</a:t>
            </a:r>
            <a:endParaRPr lang="en-US" sz="2400" b="1">
              <a:solidFill>
                <a:schemeClr val="tx1"/>
              </a:solidFill>
              <a:latin typeface="Source Sans Pro" charset="0"/>
              <a:ea typeface="Source Sans Pro" charset="0"/>
              <a:cs typeface="Arial" panose="020B0604020202020204" pitchFamily="34" charset="0"/>
            </a:endParaRPr>
          </a:p>
          <a:p>
            <a:endParaRPr lang="en-US" sz="2400">
              <a:solidFill>
                <a:schemeClr val="tx1"/>
              </a:solidFill>
              <a:latin typeface="Source Sans Pro" charset="0"/>
            </a:endParaRPr>
          </a:p>
        </p:txBody>
      </p:sp>
    </p:spTree>
    <p:extLst>
      <p:ext uri="{BB962C8B-B14F-4D97-AF65-F5344CB8AC3E}">
        <p14:creationId xmlns:p14="http://schemas.microsoft.com/office/powerpoint/2010/main" val="862858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p:tgtEl>
                                          <p:spTgt spid="12"/>
                                        </p:tgtEl>
                                        <p:attrNameLst>
                                          <p:attrName>ppt_y</p:attrName>
                                        </p:attrNameLst>
                                      </p:cBhvr>
                                      <p:tavLst>
                                        <p:tav tm="0">
                                          <p:val>
                                            <p:strVal val="#ppt_y+#ppt_h*1.125000"/>
                                          </p:val>
                                        </p:tav>
                                        <p:tav tm="100000">
                                          <p:val>
                                            <p:strVal val="#ppt_y"/>
                                          </p:val>
                                        </p:tav>
                                      </p:tavLst>
                                    </p:anim>
                                    <p:animEffect transition="in" filter="wipe(up)">
                                      <p:cBhvr>
                                        <p:cTn id="8"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1_red_thank you 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5C2AD6D-183E-C44D-8A20-1CC05117379B}"/>
              </a:ext>
            </a:extLst>
          </p:cNvPr>
          <p:cNvSpPr/>
          <p:nvPr/>
        </p:nvSpPr>
        <p:spPr>
          <a:xfrm>
            <a:off x="0" y="8700656"/>
            <a:ext cx="24387175" cy="5015348"/>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latin typeface="Community Light" panose="02000303040000020003" pitchFamily="2" charset="0"/>
            </a:endParaRPr>
          </a:p>
        </p:txBody>
      </p:sp>
      <p:sp>
        <p:nvSpPr>
          <p:cNvPr id="4" name="Title 3">
            <a:extLst>
              <a:ext uri="{FF2B5EF4-FFF2-40B4-BE49-F238E27FC236}">
                <a16:creationId xmlns:a16="http://schemas.microsoft.com/office/drawing/2014/main" id="{A80142C1-34F3-0645-BD1B-D306B4628C70}"/>
              </a:ext>
            </a:extLst>
          </p:cNvPr>
          <p:cNvSpPr>
            <a:spLocks noGrp="1"/>
          </p:cNvSpPr>
          <p:nvPr>
            <p:ph type="title" hasCustomPrompt="1"/>
          </p:nvPr>
        </p:nvSpPr>
        <p:spPr>
          <a:xfrm>
            <a:off x="1525589" y="9892147"/>
            <a:ext cx="13657634" cy="2898842"/>
          </a:xfrm>
        </p:spPr>
        <p:txBody>
          <a:bodyPr anchor="ctr" anchorCtr="0">
            <a:noAutofit/>
          </a:bodyPr>
          <a:lstStyle>
            <a:lvl1pPr>
              <a:defRPr sz="21996">
                <a:solidFill>
                  <a:schemeClr val="accent2"/>
                </a:solidFill>
              </a:defRPr>
            </a:lvl1pPr>
          </a:lstStyle>
          <a:p>
            <a:r>
              <a:rPr lang="en-US"/>
              <a:t>Thank you</a:t>
            </a:r>
          </a:p>
        </p:txBody>
      </p:sp>
      <p:pic>
        <p:nvPicPr>
          <p:cNvPr id="7" name="Picture 6" descr="A picture containing shoji, wall&#10;&#10;Description automatically generated">
            <a:extLst>
              <a:ext uri="{FF2B5EF4-FFF2-40B4-BE49-F238E27FC236}">
                <a16:creationId xmlns:a16="http://schemas.microsoft.com/office/drawing/2014/main" id="{66CA5B8C-4166-E549-9A6E-8CCB5BCA7648}"/>
              </a:ext>
            </a:extLst>
          </p:cNvPr>
          <p:cNvPicPr>
            <a:picLocks noChangeAspect="1"/>
          </p:cNvPicPr>
          <p:nvPr/>
        </p:nvPicPr>
        <p:blipFill>
          <a:blip r:embed="rId2"/>
          <a:stretch>
            <a:fillRect/>
          </a:stretch>
        </p:blipFill>
        <p:spPr>
          <a:xfrm>
            <a:off x="2121448" y="22383367"/>
            <a:ext cx="15983673" cy="11636114"/>
          </a:xfrm>
          <a:prstGeom prst="rect">
            <a:avLst/>
          </a:prstGeom>
        </p:spPr>
      </p:pic>
      <p:pic>
        <p:nvPicPr>
          <p:cNvPr id="28" name="Picture 27">
            <a:extLst>
              <a:ext uri="{FF2B5EF4-FFF2-40B4-BE49-F238E27FC236}">
                <a16:creationId xmlns:a16="http://schemas.microsoft.com/office/drawing/2014/main" id="{A5FFA6F5-5021-D242-B90C-369DE51C226D}"/>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844712" y="11700946"/>
            <a:ext cx="1940677" cy="491056"/>
          </a:xfrm>
          <a:prstGeom prst="rect">
            <a:avLst/>
          </a:prstGeom>
        </p:spPr>
      </p:pic>
      <p:sp>
        <p:nvSpPr>
          <p:cNvPr id="31" name="Picture Placeholder 30">
            <a:extLst>
              <a:ext uri="{FF2B5EF4-FFF2-40B4-BE49-F238E27FC236}">
                <a16:creationId xmlns:a16="http://schemas.microsoft.com/office/drawing/2014/main" id="{E874A05F-C723-DE43-8214-816B0EFBA4E2}"/>
              </a:ext>
            </a:extLst>
          </p:cNvPr>
          <p:cNvSpPr>
            <a:spLocks noGrp="1"/>
          </p:cNvSpPr>
          <p:nvPr>
            <p:ph type="pic" sz="quarter" idx="10" hasCustomPrompt="1"/>
          </p:nvPr>
        </p:nvSpPr>
        <p:spPr>
          <a:xfrm>
            <a:off x="-2883432" y="2"/>
            <a:ext cx="30154044" cy="7508208"/>
          </a:xfrm>
          <a:custGeom>
            <a:avLst/>
            <a:gdLst>
              <a:gd name="connsiteX0" fmla="*/ 0 w 30154043"/>
              <a:gd name="connsiteY0" fmla="*/ 0 h 7508207"/>
              <a:gd name="connsiteX1" fmla="*/ 30154043 w 30154043"/>
              <a:gd name="connsiteY1" fmla="*/ 0 h 7508207"/>
              <a:gd name="connsiteX2" fmla="*/ 30078847 w 30154043"/>
              <a:gd name="connsiteY2" fmla="*/ 101548 h 7508207"/>
              <a:gd name="connsiteX3" fmla="*/ 15077021 w 30154043"/>
              <a:gd name="connsiteY3" fmla="*/ 7508207 h 7508207"/>
              <a:gd name="connsiteX4" fmla="*/ 75195 w 30154043"/>
              <a:gd name="connsiteY4" fmla="*/ 101548 h 7508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54043" h="7508207">
                <a:moveTo>
                  <a:pt x="0" y="0"/>
                </a:moveTo>
                <a:lnTo>
                  <a:pt x="30154043" y="0"/>
                </a:lnTo>
                <a:lnTo>
                  <a:pt x="30078847" y="101548"/>
                </a:lnTo>
                <a:cubicBezTo>
                  <a:pt x="26664839" y="4597846"/>
                  <a:pt x="21216003" y="7508207"/>
                  <a:pt x="15077021" y="7508207"/>
                </a:cubicBezTo>
                <a:cubicBezTo>
                  <a:pt x="8938038" y="7508207"/>
                  <a:pt x="3489202" y="4597846"/>
                  <a:pt x="75195" y="101548"/>
                </a:cubicBezTo>
                <a:close/>
              </a:path>
            </a:pathLst>
          </a:custGeom>
          <a:pattFill prst="wdUpDiag">
            <a:fgClr>
              <a:srgbClr val="FBE9E2"/>
            </a:fgClr>
            <a:bgClr>
              <a:schemeClr val="bg1"/>
            </a:bgClr>
          </a:pattFill>
        </p:spPr>
        <p:txBody>
          <a:bodyPr wrap="square" anchor="ctr" anchorCtr="0">
            <a:noAutofit/>
          </a:bodyPr>
          <a:lstStyle>
            <a:lvl1pPr algn="ctr">
              <a:defRPr/>
            </a:lvl1pPr>
          </a:lstStyle>
          <a:p>
            <a:r>
              <a:rPr lang="en-US"/>
              <a:t>Drag and drop image into this placeholder</a:t>
            </a:r>
          </a:p>
        </p:txBody>
      </p:sp>
      <p:sp>
        <p:nvSpPr>
          <p:cNvPr id="8" name="Folded Corner 7">
            <a:extLst>
              <a:ext uri="{FF2B5EF4-FFF2-40B4-BE49-F238E27FC236}">
                <a16:creationId xmlns:a16="http://schemas.microsoft.com/office/drawing/2014/main" id="{07BA2AF9-B94B-BB47-B56A-6A2BF4FAF2D0}"/>
              </a:ext>
              <a:ext uri="{C183D7F6-B498-43B3-948B-1728B52AA6E4}">
                <adec:decorative xmlns:adec="http://schemas.microsoft.com/office/drawing/2017/decorative" val="1"/>
              </a:ext>
            </a:extLst>
          </p:cNvPr>
          <p:cNvSpPr/>
          <p:nvPr/>
        </p:nvSpPr>
        <p:spPr>
          <a:xfrm>
            <a:off x="1" y="-2095500"/>
            <a:ext cx="9907588" cy="1511300"/>
          </a:xfrm>
          <a:prstGeom prst="foldedCorner">
            <a:avLst>
              <a:gd name="adj" fmla="val 8607"/>
            </a:avLst>
          </a:prstGeom>
          <a:solidFill>
            <a:srgbClr val="FCE2B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Thank you slide to wrap up your presentation.</a:t>
            </a:r>
          </a:p>
          <a:p>
            <a:endParaRPr lang="en-US" sz="2400">
              <a:solidFill>
                <a:schemeClr val="tx1"/>
              </a:solidFill>
              <a:latin typeface="Source Sans Pro" charset="0"/>
              <a:ea typeface="Source Sans Pro" charset="0"/>
              <a:cs typeface="Arial" panose="020B0604020202020204" pitchFamily="34" charset="0"/>
            </a:endParaRPr>
          </a:p>
          <a:p>
            <a:r>
              <a:rPr lang="en-US" sz="2400" b="1">
                <a:solidFill>
                  <a:schemeClr val="tx1"/>
                </a:solidFill>
                <a:latin typeface="Source Sans Pro" charset="0"/>
                <a:ea typeface="Source Sans Pro" charset="0"/>
                <a:cs typeface="Arial" panose="020B0604020202020204" pitchFamily="34" charset="0"/>
              </a:rPr>
              <a:t>Tip: </a:t>
            </a:r>
            <a:r>
              <a:rPr lang="en-US" sz="2400" b="0">
                <a:solidFill>
                  <a:schemeClr val="tx1"/>
                </a:solidFill>
                <a:latin typeface="Source Sans Pro" charset="0"/>
                <a:ea typeface="Source Sans Pro" charset="0"/>
                <a:cs typeface="Arial" panose="020B0604020202020204" pitchFamily="34" charset="0"/>
              </a:rPr>
              <a:t>Drag and drop your image into the placeholder.</a:t>
            </a:r>
            <a:endParaRPr lang="en-US" sz="2400" b="1">
              <a:solidFill>
                <a:schemeClr val="tx1"/>
              </a:solidFill>
              <a:latin typeface="Source Sans Pro" charset="0"/>
              <a:ea typeface="Source Sans Pro" charset="0"/>
              <a:cs typeface="Arial" panose="020B0604020202020204" pitchFamily="34" charset="0"/>
            </a:endParaRPr>
          </a:p>
          <a:p>
            <a:endParaRPr lang="en-US" sz="2400">
              <a:solidFill>
                <a:schemeClr val="tx1"/>
              </a:solidFill>
              <a:latin typeface="Source Sans Pro" charset="0"/>
            </a:endParaRPr>
          </a:p>
        </p:txBody>
      </p:sp>
    </p:spTree>
    <p:extLst>
      <p:ext uri="{BB962C8B-B14F-4D97-AF65-F5344CB8AC3E}">
        <p14:creationId xmlns:p14="http://schemas.microsoft.com/office/powerpoint/2010/main" val="363579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p:tgtEl>
                                          <p:spTgt spid="12"/>
                                        </p:tgtEl>
                                        <p:attrNameLst>
                                          <p:attrName>ppt_y</p:attrName>
                                        </p:attrNameLst>
                                      </p:cBhvr>
                                      <p:tavLst>
                                        <p:tav tm="0">
                                          <p:val>
                                            <p:strVal val="#ppt_y+#ppt_h*1.125000"/>
                                          </p:val>
                                        </p:tav>
                                        <p:tav tm="100000">
                                          <p:val>
                                            <p:strVal val="#ppt_y"/>
                                          </p:val>
                                        </p:tav>
                                      </p:tavLst>
                                    </p:anim>
                                    <p:animEffect transition="in" filter="wipe(up)">
                                      <p:cBhvr>
                                        <p:cTn id="8"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red_thankyou 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5C2AD6D-183E-C44D-8A20-1CC05117379B}"/>
              </a:ext>
            </a:extLst>
          </p:cNvPr>
          <p:cNvSpPr/>
          <p:nvPr/>
        </p:nvSpPr>
        <p:spPr>
          <a:xfrm>
            <a:off x="0" y="8700656"/>
            <a:ext cx="24387175" cy="5015348"/>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latin typeface="Community Light" panose="02000303040000020003" pitchFamily="2" charset="0"/>
            </a:endParaRPr>
          </a:p>
        </p:txBody>
      </p:sp>
      <p:sp>
        <p:nvSpPr>
          <p:cNvPr id="4" name="Title 3">
            <a:extLst>
              <a:ext uri="{FF2B5EF4-FFF2-40B4-BE49-F238E27FC236}">
                <a16:creationId xmlns:a16="http://schemas.microsoft.com/office/drawing/2014/main" id="{A80142C1-34F3-0645-BD1B-D306B4628C70}"/>
              </a:ext>
            </a:extLst>
          </p:cNvPr>
          <p:cNvSpPr>
            <a:spLocks noGrp="1"/>
          </p:cNvSpPr>
          <p:nvPr>
            <p:ph type="title" hasCustomPrompt="1"/>
          </p:nvPr>
        </p:nvSpPr>
        <p:spPr>
          <a:xfrm>
            <a:off x="1525589" y="9892147"/>
            <a:ext cx="13657634" cy="2898842"/>
          </a:xfrm>
        </p:spPr>
        <p:txBody>
          <a:bodyPr anchor="ctr" anchorCtr="0">
            <a:noAutofit/>
          </a:bodyPr>
          <a:lstStyle>
            <a:lvl1pPr>
              <a:defRPr sz="21996">
                <a:solidFill>
                  <a:schemeClr val="tx2"/>
                </a:solidFill>
              </a:defRPr>
            </a:lvl1pPr>
          </a:lstStyle>
          <a:p>
            <a:r>
              <a:rPr lang="en-US"/>
              <a:t>Thank you</a:t>
            </a:r>
          </a:p>
        </p:txBody>
      </p:sp>
      <p:pic>
        <p:nvPicPr>
          <p:cNvPr id="7" name="Picture 6" descr="A picture containing shoji, wall&#10;&#10;Description automatically generated">
            <a:extLst>
              <a:ext uri="{FF2B5EF4-FFF2-40B4-BE49-F238E27FC236}">
                <a16:creationId xmlns:a16="http://schemas.microsoft.com/office/drawing/2014/main" id="{66CA5B8C-4166-E549-9A6E-8CCB5BCA7648}"/>
              </a:ext>
            </a:extLst>
          </p:cNvPr>
          <p:cNvPicPr>
            <a:picLocks noChangeAspect="1"/>
          </p:cNvPicPr>
          <p:nvPr/>
        </p:nvPicPr>
        <p:blipFill>
          <a:blip r:embed="rId2"/>
          <a:stretch>
            <a:fillRect/>
          </a:stretch>
        </p:blipFill>
        <p:spPr>
          <a:xfrm>
            <a:off x="2121448" y="22383367"/>
            <a:ext cx="15983673" cy="11636114"/>
          </a:xfrm>
          <a:prstGeom prst="rect">
            <a:avLst/>
          </a:prstGeom>
        </p:spPr>
      </p:pic>
      <p:pic>
        <p:nvPicPr>
          <p:cNvPr id="28" name="Picture 27">
            <a:extLst>
              <a:ext uri="{FF2B5EF4-FFF2-40B4-BE49-F238E27FC236}">
                <a16:creationId xmlns:a16="http://schemas.microsoft.com/office/drawing/2014/main" id="{A5FFA6F5-5021-D242-B90C-369DE51C226D}"/>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844712" y="11700946"/>
            <a:ext cx="1940677" cy="491056"/>
          </a:xfrm>
          <a:prstGeom prst="rect">
            <a:avLst/>
          </a:prstGeom>
        </p:spPr>
      </p:pic>
      <p:sp>
        <p:nvSpPr>
          <p:cNvPr id="31" name="Picture Placeholder 30">
            <a:extLst>
              <a:ext uri="{FF2B5EF4-FFF2-40B4-BE49-F238E27FC236}">
                <a16:creationId xmlns:a16="http://schemas.microsoft.com/office/drawing/2014/main" id="{E874A05F-C723-DE43-8214-816B0EFBA4E2}"/>
              </a:ext>
            </a:extLst>
          </p:cNvPr>
          <p:cNvSpPr>
            <a:spLocks noGrp="1"/>
          </p:cNvSpPr>
          <p:nvPr>
            <p:ph type="pic" sz="quarter" idx="10" hasCustomPrompt="1"/>
          </p:nvPr>
        </p:nvSpPr>
        <p:spPr>
          <a:xfrm>
            <a:off x="-2883432" y="2"/>
            <a:ext cx="30154044" cy="7508208"/>
          </a:xfrm>
          <a:custGeom>
            <a:avLst/>
            <a:gdLst>
              <a:gd name="connsiteX0" fmla="*/ 0 w 30154043"/>
              <a:gd name="connsiteY0" fmla="*/ 0 h 7508207"/>
              <a:gd name="connsiteX1" fmla="*/ 30154043 w 30154043"/>
              <a:gd name="connsiteY1" fmla="*/ 0 h 7508207"/>
              <a:gd name="connsiteX2" fmla="*/ 30078847 w 30154043"/>
              <a:gd name="connsiteY2" fmla="*/ 101548 h 7508207"/>
              <a:gd name="connsiteX3" fmla="*/ 15077021 w 30154043"/>
              <a:gd name="connsiteY3" fmla="*/ 7508207 h 7508207"/>
              <a:gd name="connsiteX4" fmla="*/ 75195 w 30154043"/>
              <a:gd name="connsiteY4" fmla="*/ 101548 h 7508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54043" h="7508207">
                <a:moveTo>
                  <a:pt x="0" y="0"/>
                </a:moveTo>
                <a:lnTo>
                  <a:pt x="30154043" y="0"/>
                </a:lnTo>
                <a:lnTo>
                  <a:pt x="30078847" y="101548"/>
                </a:lnTo>
                <a:cubicBezTo>
                  <a:pt x="26664839" y="4597846"/>
                  <a:pt x="21216003" y="7508207"/>
                  <a:pt x="15077021" y="7508207"/>
                </a:cubicBezTo>
                <a:cubicBezTo>
                  <a:pt x="8938038" y="7508207"/>
                  <a:pt x="3489202" y="4597846"/>
                  <a:pt x="75195" y="101548"/>
                </a:cubicBezTo>
                <a:close/>
              </a:path>
            </a:pathLst>
          </a:custGeom>
          <a:pattFill prst="wdUpDiag">
            <a:fgClr>
              <a:srgbClr val="FBE9E2"/>
            </a:fgClr>
            <a:bgClr>
              <a:schemeClr val="bg1"/>
            </a:bgClr>
          </a:pattFill>
        </p:spPr>
        <p:txBody>
          <a:bodyPr wrap="square" anchor="ctr" anchorCtr="0">
            <a:noAutofit/>
          </a:bodyPr>
          <a:lstStyle>
            <a:lvl1pPr algn="ctr">
              <a:defRPr/>
            </a:lvl1pPr>
          </a:lstStyle>
          <a:p>
            <a:r>
              <a:rPr lang="en-US"/>
              <a:t>Drag and drop image into this placeholder</a:t>
            </a:r>
          </a:p>
        </p:txBody>
      </p:sp>
      <p:sp>
        <p:nvSpPr>
          <p:cNvPr id="8" name="Folded Corner 7">
            <a:extLst>
              <a:ext uri="{FF2B5EF4-FFF2-40B4-BE49-F238E27FC236}">
                <a16:creationId xmlns:a16="http://schemas.microsoft.com/office/drawing/2014/main" id="{B1300C8C-8EF6-024C-B4B8-41FE99B94748}"/>
              </a:ext>
              <a:ext uri="{C183D7F6-B498-43B3-948B-1728B52AA6E4}">
                <adec:decorative xmlns:adec="http://schemas.microsoft.com/office/drawing/2017/decorative" val="1"/>
              </a:ext>
            </a:extLst>
          </p:cNvPr>
          <p:cNvSpPr/>
          <p:nvPr/>
        </p:nvSpPr>
        <p:spPr>
          <a:xfrm>
            <a:off x="1" y="-2095500"/>
            <a:ext cx="9907588" cy="1511300"/>
          </a:xfrm>
          <a:prstGeom prst="foldedCorner">
            <a:avLst>
              <a:gd name="adj" fmla="val 8607"/>
            </a:avLst>
          </a:prstGeom>
          <a:solidFill>
            <a:srgbClr val="FCE2B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Thank you slide to wrap up your presentation.</a:t>
            </a:r>
          </a:p>
          <a:p>
            <a:endParaRPr lang="en-US" sz="2400">
              <a:solidFill>
                <a:schemeClr val="tx1"/>
              </a:solidFill>
              <a:latin typeface="Source Sans Pro" charset="0"/>
              <a:ea typeface="Source Sans Pro" charset="0"/>
              <a:cs typeface="Arial" panose="020B0604020202020204" pitchFamily="34" charset="0"/>
            </a:endParaRPr>
          </a:p>
          <a:p>
            <a:r>
              <a:rPr lang="en-US" sz="2400" b="1">
                <a:solidFill>
                  <a:schemeClr val="tx1"/>
                </a:solidFill>
                <a:latin typeface="Source Sans Pro" charset="0"/>
                <a:ea typeface="Source Sans Pro" charset="0"/>
                <a:cs typeface="Arial" panose="020B0604020202020204" pitchFamily="34" charset="0"/>
              </a:rPr>
              <a:t>Tip: </a:t>
            </a:r>
            <a:r>
              <a:rPr lang="en-US" sz="2400" b="0">
                <a:solidFill>
                  <a:schemeClr val="tx1"/>
                </a:solidFill>
                <a:latin typeface="Source Sans Pro" charset="0"/>
                <a:ea typeface="Source Sans Pro" charset="0"/>
                <a:cs typeface="Arial" panose="020B0604020202020204" pitchFamily="34" charset="0"/>
              </a:rPr>
              <a:t>Drag and drop your image into the placeholder.</a:t>
            </a:r>
            <a:endParaRPr lang="en-US" sz="2400" b="1">
              <a:solidFill>
                <a:schemeClr val="tx1"/>
              </a:solidFill>
              <a:latin typeface="Source Sans Pro" charset="0"/>
              <a:ea typeface="Source Sans Pro" charset="0"/>
              <a:cs typeface="Arial" panose="020B0604020202020204" pitchFamily="34" charset="0"/>
            </a:endParaRPr>
          </a:p>
          <a:p>
            <a:endParaRPr lang="en-US" sz="2400">
              <a:solidFill>
                <a:schemeClr val="tx1"/>
              </a:solidFill>
              <a:latin typeface="Source Sans Pro" charset="0"/>
            </a:endParaRPr>
          </a:p>
        </p:txBody>
      </p:sp>
    </p:spTree>
    <p:extLst>
      <p:ext uri="{BB962C8B-B14F-4D97-AF65-F5344CB8AC3E}">
        <p14:creationId xmlns:p14="http://schemas.microsoft.com/office/powerpoint/2010/main" val="823546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p:tgtEl>
                                          <p:spTgt spid="12"/>
                                        </p:tgtEl>
                                        <p:attrNameLst>
                                          <p:attrName>ppt_y</p:attrName>
                                        </p:attrNameLst>
                                      </p:cBhvr>
                                      <p:tavLst>
                                        <p:tav tm="0">
                                          <p:val>
                                            <p:strVal val="#ppt_y+#ppt_h*1.125000"/>
                                          </p:val>
                                        </p:tav>
                                        <p:tav tm="100000">
                                          <p:val>
                                            <p:strVal val="#ppt_y"/>
                                          </p:val>
                                        </p:tav>
                                      </p:tavLst>
                                    </p:anim>
                                    <p:animEffect transition="in" filter="wipe(up)">
                                      <p:cBhvr>
                                        <p:cTn id="8"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blue_thank you 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5C2AD6D-183E-C44D-8A20-1CC05117379B}"/>
              </a:ext>
            </a:extLst>
          </p:cNvPr>
          <p:cNvSpPr/>
          <p:nvPr/>
        </p:nvSpPr>
        <p:spPr>
          <a:xfrm>
            <a:off x="0" y="8700656"/>
            <a:ext cx="24387175" cy="5015348"/>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latin typeface="Community Light" panose="02000303040000020003" pitchFamily="2" charset="0"/>
            </a:endParaRPr>
          </a:p>
        </p:txBody>
      </p:sp>
      <p:sp>
        <p:nvSpPr>
          <p:cNvPr id="4" name="Title 3">
            <a:extLst>
              <a:ext uri="{FF2B5EF4-FFF2-40B4-BE49-F238E27FC236}">
                <a16:creationId xmlns:a16="http://schemas.microsoft.com/office/drawing/2014/main" id="{A80142C1-34F3-0645-BD1B-D306B4628C70}"/>
              </a:ext>
            </a:extLst>
          </p:cNvPr>
          <p:cNvSpPr>
            <a:spLocks noGrp="1"/>
          </p:cNvSpPr>
          <p:nvPr>
            <p:ph type="title" hasCustomPrompt="1"/>
          </p:nvPr>
        </p:nvSpPr>
        <p:spPr>
          <a:xfrm>
            <a:off x="1525589" y="9892147"/>
            <a:ext cx="13657634" cy="2898842"/>
          </a:xfrm>
        </p:spPr>
        <p:txBody>
          <a:bodyPr anchor="ctr" anchorCtr="0">
            <a:noAutofit/>
          </a:bodyPr>
          <a:lstStyle>
            <a:lvl1pPr>
              <a:defRPr sz="21996">
                <a:solidFill>
                  <a:schemeClr val="bg2"/>
                </a:solidFill>
              </a:defRPr>
            </a:lvl1pPr>
          </a:lstStyle>
          <a:p>
            <a:r>
              <a:rPr lang="en-US"/>
              <a:t>Thank you</a:t>
            </a:r>
          </a:p>
        </p:txBody>
      </p:sp>
      <p:pic>
        <p:nvPicPr>
          <p:cNvPr id="7" name="Picture 6" descr="A picture containing shoji, wall&#10;&#10;Description automatically generated">
            <a:extLst>
              <a:ext uri="{FF2B5EF4-FFF2-40B4-BE49-F238E27FC236}">
                <a16:creationId xmlns:a16="http://schemas.microsoft.com/office/drawing/2014/main" id="{66CA5B8C-4166-E549-9A6E-8CCB5BCA7648}"/>
              </a:ext>
            </a:extLst>
          </p:cNvPr>
          <p:cNvPicPr>
            <a:picLocks noChangeAspect="1"/>
          </p:cNvPicPr>
          <p:nvPr/>
        </p:nvPicPr>
        <p:blipFill>
          <a:blip r:embed="rId2"/>
          <a:stretch>
            <a:fillRect/>
          </a:stretch>
        </p:blipFill>
        <p:spPr>
          <a:xfrm>
            <a:off x="2121448" y="22383367"/>
            <a:ext cx="15983673" cy="11636114"/>
          </a:xfrm>
          <a:prstGeom prst="rect">
            <a:avLst/>
          </a:prstGeom>
        </p:spPr>
      </p:pic>
      <p:pic>
        <p:nvPicPr>
          <p:cNvPr id="28" name="Picture 27">
            <a:extLst>
              <a:ext uri="{FF2B5EF4-FFF2-40B4-BE49-F238E27FC236}">
                <a16:creationId xmlns:a16="http://schemas.microsoft.com/office/drawing/2014/main" id="{A5FFA6F5-5021-D242-B90C-369DE51C226D}"/>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844712" y="11700946"/>
            <a:ext cx="1940677" cy="491056"/>
          </a:xfrm>
          <a:prstGeom prst="rect">
            <a:avLst/>
          </a:prstGeom>
        </p:spPr>
      </p:pic>
      <p:sp>
        <p:nvSpPr>
          <p:cNvPr id="31" name="Picture Placeholder 30">
            <a:extLst>
              <a:ext uri="{FF2B5EF4-FFF2-40B4-BE49-F238E27FC236}">
                <a16:creationId xmlns:a16="http://schemas.microsoft.com/office/drawing/2014/main" id="{E874A05F-C723-DE43-8214-816B0EFBA4E2}"/>
              </a:ext>
            </a:extLst>
          </p:cNvPr>
          <p:cNvSpPr>
            <a:spLocks noGrp="1"/>
          </p:cNvSpPr>
          <p:nvPr>
            <p:ph type="pic" sz="quarter" idx="10" hasCustomPrompt="1"/>
          </p:nvPr>
        </p:nvSpPr>
        <p:spPr>
          <a:xfrm>
            <a:off x="-2883432" y="2"/>
            <a:ext cx="30154044" cy="7508208"/>
          </a:xfrm>
          <a:custGeom>
            <a:avLst/>
            <a:gdLst>
              <a:gd name="connsiteX0" fmla="*/ 0 w 30154043"/>
              <a:gd name="connsiteY0" fmla="*/ 0 h 7508207"/>
              <a:gd name="connsiteX1" fmla="*/ 30154043 w 30154043"/>
              <a:gd name="connsiteY1" fmla="*/ 0 h 7508207"/>
              <a:gd name="connsiteX2" fmla="*/ 30078847 w 30154043"/>
              <a:gd name="connsiteY2" fmla="*/ 101548 h 7508207"/>
              <a:gd name="connsiteX3" fmla="*/ 15077021 w 30154043"/>
              <a:gd name="connsiteY3" fmla="*/ 7508207 h 7508207"/>
              <a:gd name="connsiteX4" fmla="*/ 75195 w 30154043"/>
              <a:gd name="connsiteY4" fmla="*/ 101548 h 7508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54043" h="7508207">
                <a:moveTo>
                  <a:pt x="0" y="0"/>
                </a:moveTo>
                <a:lnTo>
                  <a:pt x="30154043" y="0"/>
                </a:lnTo>
                <a:lnTo>
                  <a:pt x="30078847" y="101548"/>
                </a:lnTo>
                <a:cubicBezTo>
                  <a:pt x="26664839" y="4597846"/>
                  <a:pt x="21216003" y="7508207"/>
                  <a:pt x="15077021" y="7508207"/>
                </a:cubicBezTo>
                <a:cubicBezTo>
                  <a:pt x="8938038" y="7508207"/>
                  <a:pt x="3489202" y="4597846"/>
                  <a:pt x="75195" y="101548"/>
                </a:cubicBezTo>
                <a:close/>
              </a:path>
            </a:pathLst>
          </a:custGeom>
          <a:pattFill prst="wdUpDiag">
            <a:fgClr>
              <a:srgbClr val="FBE9E2"/>
            </a:fgClr>
            <a:bgClr>
              <a:schemeClr val="bg1"/>
            </a:bgClr>
          </a:pattFill>
        </p:spPr>
        <p:txBody>
          <a:bodyPr wrap="square" anchor="ctr" anchorCtr="0">
            <a:noAutofit/>
          </a:bodyPr>
          <a:lstStyle>
            <a:lvl1pPr algn="ctr">
              <a:defRPr/>
            </a:lvl1pPr>
          </a:lstStyle>
          <a:p>
            <a:r>
              <a:rPr lang="en-US"/>
              <a:t>Drag and drop image into this placeholder</a:t>
            </a:r>
          </a:p>
        </p:txBody>
      </p:sp>
      <p:sp>
        <p:nvSpPr>
          <p:cNvPr id="8" name="Folded Corner 7">
            <a:extLst>
              <a:ext uri="{FF2B5EF4-FFF2-40B4-BE49-F238E27FC236}">
                <a16:creationId xmlns:a16="http://schemas.microsoft.com/office/drawing/2014/main" id="{1EE0EF77-E708-F34B-95D2-9AF4015F51E9}"/>
              </a:ext>
              <a:ext uri="{C183D7F6-B498-43B3-948B-1728B52AA6E4}">
                <adec:decorative xmlns:adec="http://schemas.microsoft.com/office/drawing/2017/decorative" val="1"/>
              </a:ext>
            </a:extLst>
          </p:cNvPr>
          <p:cNvSpPr/>
          <p:nvPr/>
        </p:nvSpPr>
        <p:spPr>
          <a:xfrm>
            <a:off x="1" y="-2095500"/>
            <a:ext cx="9907588" cy="1511300"/>
          </a:xfrm>
          <a:prstGeom prst="foldedCorner">
            <a:avLst>
              <a:gd name="adj" fmla="val 8607"/>
            </a:avLst>
          </a:prstGeom>
          <a:solidFill>
            <a:srgbClr val="FCE2B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Thank you slide to wrap up your presentation.</a:t>
            </a:r>
          </a:p>
          <a:p>
            <a:endParaRPr lang="en-US" sz="2400">
              <a:solidFill>
                <a:schemeClr val="tx1"/>
              </a:solidFill>
              <a:latin typeface="Source Sans Pro" charset="0"/>
              <a:ea typeface="Source Sans Pro" charset="0"/>
              <a:cs typeface="Arial" panose="020B0604020202020204" pitchFamily="34" charset="0"/>
            </a:endParaRPr>
          </a:p>
          <a:p>
            <a:r>
              <a:rPr lang="en-US" sz="2400" b="1">
                <a:solidFill>
                  <a:schemeClr val="tx1"/>
                </a:solidFill>
                <a:latin typeface="Source Sans Pro" charset="0"/>
                <a:ea typeface="Source Sans Pro" charset="0"/>
                <a:cs typeface="Arial" panose="020B0604020202020204" pitchFamily="34" charset="0"/>
              </a:rPr>
              <a:t>Tip: </a:t>
            </a:r>
            <a:r>
              <a:rPr lang="en-US" sz="2400" b="0">
                <a:solidFill>
                  <a:schemeClr val="tx1"/>
                </a:solidFill>
                <a:latin typeface="Source Sans Pro" charset="0"/>
                <a:ea typeface="Source Sans Pro" charset="0"/>
                <a:cs typeface="Arial" panose="020B0604020202020204" pitchFamily="34" charset="0"/>
              </a:rPr>
              <a:t>Drag and drop your image into the placeholder.</a:t>
            </a:r>
            <a:endParaRPr lang="en-US" sz="2400" b="1">
              <a:solidFill>
                <a:schemeClr val="tx1"/>
              </a:solidFill>
              <a:latin typeface="Source Sans Pro" charset="0"/>
              <a:ea typeface="Source Sans Pro" charset="0"/>
              <a:cs typeface="Arial" panose="020B0604020202020204" pitchFamily="34" charset="0"/>
            </a:endParaRPr>
          </a:p>
          <a:p>
            <a:endParaRPr lang="en-US" sz="2400">
              <a:solidFill>
                <a:schemeClr val="tx1"/>
              </a:solidFill>
              <a:latin typeface="Source Sans Pro" charset="0"/>
            </a:endParaRPr>
          </a:p>
        </p:txBody>
      </p:sp>
    </p:spTree>
    <p:extLst>
      <p:ext uri="{BB962C8B-B14F-4D97-AF65-F5344CB8AC3E}">
        <p14:creationId xmlns:p14="http://schemas.microsoft.com/office/powerpoint/2010/main" val="693574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p:tgtEl>
                                          <p:spTgt spid="12"/>
                                        </p:tgtEl>
                                        <p:attrNameLst>
                                          <p:attrName>ppt_y</p:attrName>
                                        </p:attrNameLst>
                                      </p:cBhvr>
                                      <p:tavLst>
                                        <p:tav tm="0">
                                          <p:val>
                                            <p:strVal val="#ppt_y+#ppt_h*1.125000"/>
                                          </p:val>
                                        </p:tav>
                                        <p:tav tm="100000">
                                          <p:val>
                                            <p:strVal val="#ppt_y"/>
                                          </p:val>
                                        </p:tav>
                                      </p:tavLst>
                                    </p:anim>
                                    <p:animEffect transition="in" filter="wipe(up)">
                                      <p:cBhvr>
                                        <p:cTn id="8"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darkamber_thank you 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5C2AD6D-183E-C44D-8A20-1CC05117379B}"/>
              </a:ext>
            </a:extLst>
          </p:cNvPr>
          <p:cNvSpPr/>
          <p:nvPr/>
        </p:nvSpPr>
        <p:spPr>
          <a:xfrm>
            <a:off x="0" y="8700656"/>
            <a:ext cx="24387175" cy="5015348"/>
          </a:xfrm>
          <a:prstGeom prst="rect">
            <a:avLst/>
          </a:pr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latin typeface="Community Light" panose="02000303040000020003" pitchFamily="2" charset="0"/>
            </a:endParaRPr>
          </a:p>
        </p:txBody>
      </p:sp>
      <p:sp>
        <p:nvSpPr>
          <p:cNvPr id="24" name="Folded Corner 23">
            <a:extLst>
              <a:ext uri="{FF2B5EF4-FFF2-40B4-BE49-F238E27FC236}">
                <a16:creationId xmlns:a16="http://schemas.microsoft.com/office/drawing/2014/main" id="{173D6323-2372-F04E-9953-78620B8FB754}"/>
              </a:ext>
              <a:ext uri="{C183D7F6-B498-43B3-948B-1728B52AA6E4}">
                <adec:decorative xmlns:adec="http://schemas.microsoft.com/office/drawing/2017/decorative" val="1"/>
              </a:ext>
            </a:extLst>
          </p:cNvPr>
          <p:cNvSpPr/>
          <p:nvPr/>
        </p:nvSpPr>
        <p:spPr>
          <a:xfrm>
            <a:off x="1" y="-2095500"/>
            <a:ext cx="9907588" cy="1511300"/>
          </a:xfrm>
          <a:prstGeom prst="foldedCorner">
            <a:avLst>
              <a:gd name="adj" fmla="val 8607"/>
            </a:avLst>
          </a:prstGeom>
          <a:solidFill>
            <a:srgbClr val="FCE2B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Thank you slide to wrap up your presentation.</a:t>
            </a:r>
          </a:p>
          <a:p>
            <a:endParaRPr lang="en-US" sz="2400">
              <a:solidFill>
                <a:schemeClr val="tx1"/>
              </a:solidFill>
              <a:latin typeface="Source Sans Pro" charset="0"/>
              <a:ea typeface="Source Sans Pro" charset="0"/>
              <a:cs typeface="Arial" panose="020B0604020202020204" pitchFamily="34" charset="0"/>
            </a:endParaRPr>
          </a:p>
          <a:p>
            <a:r>
              <a:rPr lang="en-US" sz="2400" b="1">
                <a:solidFill>
                  <a:schemeClr val="tx1"/>
                </a:solidFill>
                <a:latin typeface="Source Sans Pro" charset="0"/>
                <a:ea typeface="Source Sans Pro" charset="0"/>
                <a:cs typeface="Arial" panose="020B0604020202020204" pitchFamily="34" charset="0"/>
              </a:rPr>
              <a:t>Tip: </a:t>
            </a:r>
            <a:r>
              <a:rPr lang="en-US" sz="2400" b="0">
                <a:solidFill>
                  <a:schemeClr val="tx1"/>
                </a:solidFill>
                <a:latin typeface="Source Sans Pro" charset="0"/>
                <a:ea typeface="Source Sans Pro" charset="0"/>
                <a:cs typeface="Arial" panose="020B0604020202020204" pitchFamily="34" charset="0"/>
              </a:rPr>
              <a:t>Drag and drop your image into the placeholder.</a:t>
            </a:r>
            <a:endParaRPr lang="en-US" sz="2400" b="1">
              <a:solidFill>
                <a:schemeClr val="tx1"/>
              </a:solidFill>
              <a:latin typeface="Source Sans Pro" charset="0"/>
              <a:ea typeface="Source Sans Pro" charset="0"/>
              <a:cs typeface="Arial" panose="020B0604020202020204" pitchFamily="34" charset="0"/>
            </a:endParaRPr>
          </a:p>
          <a:p>
            <a:endParaRPr lang="en-US" sz="2400">
              <a:solidFill>
                <a:schemeClr val="tx1"/>
              </a:solidFill>
              <a:latin typeface="Source Sans Pro" charset="0"/>
            </a:endParaRPr>
          </a:p>
        </p:txBody>
      </p:sp>
      <p:sp>
        <p:nvSpPr>
          <p:cNvPr id="4" name="Title 3">
            <a:extLst>
              <a:ext uri="{FF2B5EF4-FFF2-40B4-BE49-F238E27FC236}">
                <a16:creationId xmlns:a16="http://schemas.microsoft.com/office/drawing/2014/main" id="{A80142C1-34F3-0645-BD1B-D306B4628C70}"/>
              </a:ext>
            </a:extLst>
          </p:cNvPr>
          <p:cNvSpPr>
            <a:spLocks noGrp="1"/>
          </p:cNvSpPr>
          <p:nvPr>
            <p:ph type="title" hasCustomPrompt="1"/>
          </p:nvPr>
        </p:nvSpPr>
        <p:spPr>
          <a:xfrm>
            <a:off x="1525589" y="9892147"/>
            <a:ext cx="13657634" cy="2898842"/>
          </a:xfrm>
        </p:spPr>
        <p:txBody>
          <a:bodyPr anchor="ctr" anchorCtr="0">
            <a:noAutofit/>
          </a:bodyPr>
          <a:lstStyle>
            <a:lvl1pPr>
              <a:defRPr sz="21996">
                <a:solidFill>
                  <a:schemeClr val="accent2"/>
                </a:solidFill>
              </a:defRPr>
            </a:lvl1pPr>
          </a:lstStyle>
          <a:p>
            <a:r>
              <a:rPr lang="en-US"/>
              <a:t>Thank you</a:t>
            </a:r>
          </a:p>
        </p:txBody>
      </p:sp>
      <p:pic>
        <p:nvPicPr>
          <p:cNvPr id="7" name="Picture 6" descr="A picture containing shoji, wall&#10;&#10;Description automatically generated">
            <a:extLst>
              <a:ext uri="{FF2B5EF4-FFF2-40B4-BE49-F238E27FC236}">
                <a16:creationId xmlns:a16="http://schemas.microsoft.com/office/drawing/2014/main" id="{66CA5B8C-4166-E549-9A6E-8CCB5BCA7648}"/>
              </a:ext>
            </a:extLst>
          </p:cNvPr>
          <p:cNvPicPr>
            <a:picLocks noChangeAspect="1"/>
          </p:cNvPicPr>
          <p:nvPr/>
        </p:nvPicPr>
        <p:blipFill>
          <a:blip r:embed="rId2"/>
          <a:stretch>
            <a:fillRect/>
          </a:stretch>
        </p:blipFill>
        <p:spPr>
          <a:xfrm>
            <a:off x="2121448" y="22383367"/>
            <a:ext cx="15983673" cy="11636114"/>
          </a:xfrm>
          <a:prstGeom prst="rect">
            <a:avLst/>
          </a:prstGeom>
        </p:spPr>
      </p:pic>
      <p:pic>
        <p:nvPicPr>
          <p:cNvPr id="28" name="Picture 27">
            <a:extLst>
              <a:ext uri="{FF2B5EF4-FFF2-40B4-BE49-F238E27FC236}">
                <a16:creationId xmlns:a16="http://schemas.microsoft.com/office/drawing/2014/main" id="{A5FFA6F5-5021-D242-B90C-369DE51C226D}"/>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844712" y="11700946"/>
            <a:ext cx="1940677" cy="491056"/>
          </a:xfrm>
          <a:prstGeom prst="rect">
            <a:avLst/>
          </a:prstGeom>
        </p:spPr>
      </p:pic>
      <p:sp>
        <p:nvSpPr>
          <p:cNvPr id="31" name="Picture Placeholder 30">
            <a:extLst>
              <a:ext uri="{FF2B5EF4-FFF2-40B4-BE49-F238E27FC236}">
                <a16:creationId xmlns:a16="http://schemas.microsoft.com/office/drawing/2014/main" id="{E874A05F-C723-DE43-8214-816B0EFBA4E2}"/>
              </a:ext>
            </a:extLst>
          </p:cNvPr>
          <p:cNvSpPr>
            <a:spLocks noGrp="1"/>
          </p:cNvSpPr>
          <p:nvPr>
            <p:ph type="pic" sz="quarter" idx="10" hasCustomPrompt="1"/>
          </p:nvPr>
        </p:nvSpPr>
        <p:spPr>
          <a:xfrm>
            <a:off x="-2883432" y="2"/>
            <a:ext cx="30154044" cy="7508208"/>
          </a:xfrm>
          <a:custGeom>
            <a:avLst/>
            <a:gdLst>
              <a:gd name="connsiteX0" fmla="*/ 0 w 30154043"/>
              <a:gd name="connsiteY0" fmla="*/ 0 h 7508207"/>
              <a:gd name="connsiteX1" fmla="*/ 30154043 w 30154043"/>
              <a:gd name="connsiteY1" fmla="*/ 0 h 7508207"/>
              <a:gd name="connsiteX2" fmla="*/ 30078847 w 30154043"/>
              <a:gd name="connsiteY2" fmla="*/ 101548 h 7508207"/>
              <a:gd name="connsiteX3" fmla="*/ 15077021 w 30154043"/>
              <a:gd name="connsiteY3" fmla="*/ 7508207 h 7508207"/>
              <a:gd name="connsiteX4" fmla="*/ 75195 w 30154043"/>
              <a:gd name="connsiteY4" fmla="*/ 101548 h 7508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54043" h="7508207">
                <a:moveTo>
                  <a:pt x="0" y="0"/>
                </a:moveTo>
                <a:lnTo>
                  <a:pt x="30154043" y="0"/>
                </a:lnTo>
                <a:lnTo>
                  <a:pt x="30078847" y="101548"/>
                </a:lnTo>
                <a:cubicBezTo>
                  <a:pt x="26664839" y="4597846"/>
                  <a:pt x="21216003" y="7508207"/>
                  <a:pt x="15077021" y="7508207"/>
                </a:cubicBezTo>
                <a:cubicBezTo>
                  <a:pt x="8938038" y="7508207"/>
                  <a:pt x="3489202" y="4597846"/>
                  <a:pt x="75195" y="101548"/>
                </a:cubicBezTo>
                <a:close/>
              </a:path>
            </a:pathLst>
          </a:custGeom>
          <a:pattFill prst="wdUpDiag">
            <a:fgClr>
              <a:srgbClr val="FBE9E2"/>
            </a:fgClr>
            <a:bgClr>
              <a:schemeClr val="bg1"/>
            </a:bgClr>
          </a:pattFill>
        </p:spPr>
        <p:txBody>
          <a:bodyPr wrap="square" anchor="ctr" anchorCtr="0">
            <a:noAutofit/>
          </a:bodyPr>
          <a:lstStyle>
            <a:lvl1pPr algn="ctr">
              <a:defRPr/>
            </a:lvl1pPr>
          </a:lstStyle>
          <a:p>
            <a:r>
              <a:rPr lang="en-US"/>
              <a:t>Drag and drop image into this placeholder</a:t>
            </a:r>
          </a:p>
        </p:txBody>
      </p:sp>
    </p:spTree>
    <p:extLst>
      <p:ext uri="{BB962C8B-B14F-4D97-AF65-F5344CB8AC3E}">
        <p14:creationId xmlns:p14="http://schemas.microsoft.com/office/powerpoint/2010/main" val="1880238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p:tgtEl>
                                          <p:spTgt spid="12"/>
                                        </p:tgtEl>
                                        <p:attrNameLst>
                                          <p:attrName>ppt_y</p:attrName>
                                        </p:attrNameLst>
                                      </p:cBhvr>
                                      <p:tavLst>
                                        <p:tav tm="0">
                                          <p:val>
                                            <p:strVal val="#ppt_y+#ppt_h*1.125000"/>
                                          </p:val>
                                        </p:tav>
                                        <p:tav tm="100000">
                                          <p:val>
                                            <p:strVal val="#ppt_y"/>
                                          </p:val>
                                        </p:tav>
                                      </p:tavLst>
                                    </p:anim>
                                    <p:animEffect transition="in" filter="wipe(up)">
                                      <p:cBhvr>
                                        <p:cTn id="8"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green_thank you">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275AEC-3900-B34A-8D21-9518DB29DD49}"/>
              </a:ext>
              <a:ext uri="{C183D7F6-B498-43B3-948B-1728B52AA6E4}">
                <adec:decorative xmlns:adec="http://schemas.microsoft.com/office/drawing/2017/decorative" val="1"/>
              </a:ext>
            </a:extLst>
          </p:cNvPr>
          <p:cNvSpPr/>
          <p:nvPr/>
        </p:nvSpPr>
        <p:spPr>
          <a:xfrm>
            <a:off x="0" y="10116820"/>
            <a:ext cx="24387175" cy="3759200"/>
          </a:xfrm>
          <a:prstGeom prst="rect">
            <a:avLst/>
          </a:prstGeom>
          <a:solidFill>
            <a:srgbClr val="EA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Freeform 26">
            <a:extLst>
              <a:ext uri="{FF2B5EF4-FFF2-40B4-BE49-F238E27FC236}">
                <a16:creationId xmlns:a16="http://schemas.microsoft.com/office/drawing/2014/main" id="{B03F7985-4431-654C-9082-CFB90384E998}"/>
              </a:ext>
              <a:ext uri="{C183D7F6-B498-43B3-948B-1728B52AA6E4}">
                <adec:decorative xmlns:adec="http://schemas.microsoft.com/office/drawing/2017/decorative" val="1"/>
              </a:ext>
            </a:extLst>
          </p:cNvPr>
          <p:cNvSpPr/>
          <p:nvPr/>
        </p:nvSpPr>
        <p:spPr>
          <a:xfrm>
            <a:off x="4040189" y="2"/>
            <a:ext cx="16306801" cy="10134600"/>
          </a:xfrm>
          <a:custGeom>
            <a:avLst/>
            <a:gdLst>
              <a:gd name="connsiteX0" fmla="*/ 1071588 w 16306801"/>
              <a:gd name="connsiteY0" fmla="*/ 0 h 10134600"/>
              <a:gd name="connsiteX1" fmla="*/ 15235213 w 16306801"/>
              <a:gd name="connsiteY1" fmla="*/ 0 h 10134600"/>
              <a:gd name="connsiteX2" fmla="*/ 15322729 w 16306801"/>
              <a:gd name="connsiteY2" fmla="*/ 152206 h 10134600"/>
              <a:gd name="connsiteX3" fmla="*/ 16306801 w 16306801"/>
              <a:gd name="connsiteY3" fmla="*/ 4038600 h 10134600"/>
              <a:gd name="connsiteX4" fmla="*/ 13635561 w 16306801"/>
              <a:gd name="connsiteY4" fmla="*/ 10073894 h 10134600"/>
              <a:gd name="connsiteX5" fmla="*/ 13565481 w 16306801"/>
              <a:gd name="connsiteY5" fmla="*/ 10134600 h 10134600"/>
              <a:gd name="connsiteX6" fmla="*/ 2741320 w 16306801"/>
              <a:gd name="connsiteY6" fmla="*/ 10134600 h 10134600"/>
              <a:gd name="connsiteX7" fmla="*/ 2671238 w 16306801"/>
              <a:gd name="connsiteY7" fmla="*/ 10073894 h 10134600"/>
              <a:gd name="connsiteX8" fmla="*/ 0 w 16306801"/>
              <a:gd name="connsiteY8" fmla="*/ 4038600 h 10134600"/>
              <a:gd name="connsiteX9" fmla="*/ 984071 w 16306801"/>
              <a:gd name="connsiteY9" fmla="*/ 152206 h 10134600"/>
              <a:gd name="connsiteX10" fmla="*/ 1071588 w 16306801"/>
              <a:gd name="connsiteY10"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06801" h="10134600">
                <a:moveTo>
                  <a:pt x="1071588" y="0"/>
                </a:moveTo>
                <a:lnTo>
                  <a:pt x="15235213" y="0"/>
                </a:lnTo>
                <a:lnTo>
                  <a:pt x="15322729" y="152206"/>
                </a:lnTo>
                <a:cubicBezTo>
                  <a:pt x="15950317" y="1307488"/>
                  <a:pt x="16306801" y="2631413"/>
                  <a:pt x="16306801" y="4038600"/>
                </a:cubicBezTo>
                <a:cubicBezTo>
                  <a:pt x="16306801" y="6430818"/>
                  <a:pt x="15276561" y="8582410"/>
                  <a:pt x="13635561" y="10073894"/>
                </a:cubicBezTo>
                <a:lnTo>
                  <a:pt x="13565481" y="10134600"/>
                </a:lnTo>
                <a:lnTo>
                  <a:pt x="2741320" y="10134600"/>
                </a:lnTo>
                <a:lnTo>
                  <a:pt x="2671238" y="10073894"/>
                </a:lnTo>
                <a:cubicBezTo>
                  <a:pt x="1030241" y="8582410"/>
                  <a:pt x="0" y="6430818"/>
                  <a:pt x="0" y="4038600"/>
                </a:cubicBezTo>
                <a:cubicBezTo>
                  <a:pt x="0" y="2631413"/>
                  <a:pt x="356485" y="1307488"/>
                  <a:pt x="984071" y="152206"/>
                </a:cubicBezTo>
                <a:lnTo>
                  <a:pt x="1071588" y="0"/>
                </a:lnTo>
                <a:close/>
              </a:path>
            </a:pathLst>
          </a:cu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3" name="Text Placeholder 2">
            <a:extLst>
              <a:ext uri="{FF2B5EF4-FFF2-40B4-BE49-F238E27FC236}">
                <a16:creationId xmlns:a16="http://schemas.microsoft.com/office/drawing/2014/main" id="{50B45C85-D5F1-A748-B445-F412F2870BC7}"/>
              </a:ext>
            </a:extLst>
          </p:cNvPr>
          <p:cNvSpPr>
            <a:spLocks noGrp="1"/>
          </p:cNvSpPr>
          <p:nvPr>
            <p:ph type="body" sz="quarter" idx="10" hasCustomPrompt="1"/>
          </p:nvPr>
        </p:nvSpPr>
        <p:spPr>
          <a:xfrm>
            <a:off x="4890051" y="4382713"/>
            <a:ext cx="14590646" cy="3271622"/>
          </a:xfrm>
          <a:noFill/>
          <a:ln w="3175" cap="flat">
            <a:noFill/>
            <a:miter lim="400000"/>
          </a:ln>
          <a:effectLst/>
        </p:spPr>
        <p:txBody>
          <a:bodyPr wrap="square" lIns="48154" tIns="48154" rIns="48154" bIns="48154" numCol="1" anchor="t" anchorCtr="0">
            <a:spAutoFit/>
          </a:bodyPr>
          <a:lstStyle>
            <a:lvl1pPr algn="ctr">
              <a:defRPr lang="en-US" sz="19996" b="0" smtClean="0">
                <a:solidFill>
                  <a:schemeClr val="accent1"/>
                </a:solidFill>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lgn="ctr" defTabSz="1828526">
              <a:lnSpc>
                <a:spcPct val="100000"/>
              </a:lnSpc>
            </a:pPr>
            <a:r>
              <a:rPr lang="en-US"/>
              <a:t>Thank you</a:t>
            </a:r>
          </a:p>
        </p:txBody>
      </p:sp>
      <p:sp>
        <p:nvSpPr>
          <p:cNvPr id="18" name="Freeform 17">
            <a:extLst>
              <a:ext uri="{FF2B5EF4-FFF2-40B4-BE49-F238E27FC236}">
                <a16:creationId xmlns:a16="http://schemas.microsoft.com/office/drawing/2014/main" id="{D9A79B31-332C-D349-924F-4CC7637CB946}"/>
              </a:ext>
              <a:ext uri="{C183D7F6-B498-43B3-948B-1728B52AA6E4}">
                <adec:decorative xmlns:adec="http://schemas.microsoft.com/office/drawing/2017/decorative" val="1"/>
              </a:ext>
            </a:extLst>
          </p:cNvPr>
          <p:cNvSpPr/>
          <p:nvPr/>
        </p:nvSpPr>
        <p:spPr>
          <a:xfrm>
            <a:off x="2" y="2"/>
            <a:ext cx="6781507" cy="10134600"/>
          </a:xfrm>
          <a:custGeom>
            <a:avLst/>
            <a:gdLst>
              <a:gd name="connsiteX0" fmla="*/ 0 w 6781507"/>
              <a:gd name="connsiteY0" fmla="*/ 0 h 10134600"/>
              <a:gd name="connsiteX1" fmla="*/ 5111775 w 6781507"/>
              <a:gd name="connsiteY1" fmla="*/ 0 h 10134600"/>
              <a:gd name="connsiteX2" fmla="*/ 5024258 w 6781507"/>
              <a:gd name="connsiteY2" fmla="*/ 152206 h 10134600"/>
              <a:gd name="connsiteX3" fmla="*/ 4040187 w 6781507"/>
              <a:gd name="connsiteY3" fmla="*/ 4038600 h 10134600"/>
              <a:gd name="connsiteX4" fmla="*/ 6711425 w 6781507"/>
              <a:gd name="connsiteY4" fmla="*/ 10073894 h 10134600"/>
              <a:gd name="connsiteX5" fmla="*/ 6781507 w 6781507"/>
              <a:gd name="connsiteY5" fmla="*/ 10134600 h 10134600"/>
              <a:gd name="connsiteX6" fmla="*/ 0 w 6781507"/>
              <a:gd name="connsiteY6" fmla="*/ 10134600 h 10134600"/>
              <a:gd name="connsiteX7" fmla="*/ 0 w 6781507"/>
              <a:gd name="connsiteY7"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1507" h="10134600">
                <a:moveTo>
                  <a:pt x="0" y="0"/>
                </a:moveTo>
                <a:lnTo>
                  <a:pt x="5111775" y="0"/>
                </a:lnTo>
                <a:lnTo>
                  <a:pt x="5024258" y="152206"/>
                </a:lnTo>
                <a:cubicBezTo>
                  <a:pt x="4396672" y="1307488"/>
                  <a:pt x="4040187" y="2631413"/>
                  <a:pt x="4040187" y="4038600"/>
                </a:cubicBezTo>
                <a:cubicBezTo>
                  <a:pt x="4040187" y="6430818"/>
                  <a:pt x="5070428" y="8582410"/>
                  <a:pt x="6711425" y="10073894"/>
                </a:cubicBezTo>
                <a:lnTo>
                  <a:pt x="6781507" y="10134600"/>
                </a:lnTo>
                <a:lnTo>
                  <a:pt x="0" y="10134600"/>
                </a:lnTo>
                <a:lnTo>
                  <a:pt x="0" y="0"/>
                </a:lnTo>
                <a:close/>
              </a:path>
            </a:pathLst>
          </a:cu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7" name="Freeform 16">
            <a:extLst>
              <a:ext uri="{FF2B5EF4-FFF2-40B4-BE49-F238E27FC236}">
                <a16:creationId xmlns:a16="http://schemas.microsoft.com/office/drawing/2014/main" id="{734FF1B9-6821-4B4B-B9AD-6E5FAC439578}"/>
              </a:ext>
              <a:ext uri="{C183D7F6-B498-43B3-948B-1728B52AA6E4}">
                <adec:decorative xmlns:adec="http://schemas.microsoft.com/office/drawing/2017/decorative" val="1"/>
              </a:ext>
            </a:extLst>
          </p:cNvPr>
          <p:cNvSpPr/>
          <p:nvPr/>
        </p:nvSpPr>
        <p:spPr>
          <a:xfrm>
            <a:off x="17605669" y="2"/>
            <a:ext cx="6781509" cy="10134600"/>
          </a:xfrm>
          <a:custGeom>
            <a:avLst/>
            <a:gdLst>
              <a:gd name="connsiteX0" fmla="*/ 1669732 w 6781508"/>
              <a:gd name="connsiteY0" fmla="*/ 0 h 10134600"/>
              <a:gd name="connsiteX1" fmla="*/ 6781508 w 6781508"/>
              <a:gd name="connsiteY1" fmla="*/ 0 h 10134600"/>
              <a:gd name="connsiteX2" fmla="*/ 6781508 w 6781508"/>
              <a:gd name="connsiteY2" fmla="*/ 10134600 h 10134600"/>
              <a:gd name="connsiteX3" fmla="*/ 0 w 6781508"/>
              <a:gd name="connsiteY3" fmla="*/ 10134600 h 10134600"/>
              <a:gd name="connsiteX4" fmla="*/ 70080 w 6781508"/>
              <a:gd name="connsiteY4" fmla="*/ 10073894 h 10134600"/>
              <a:gd name="connsiteX5" fmla="*/ 2741320 w 6781508"/>
              <a:gd name="connsiteY5" fmla="*/ 4038600 h 10134600"/>
              <a:gd name="connsiteX6" fmla="*/ 1757248 w 6781508"/>
              <a:gd name="connsiteY6" fmla="*/ 152206 h 10134600"/>
              <a:gd name="connsiteX7" fmla="*/ 1669732 w 6781508"/>
              <a:gd name="connsiteY7"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1508" h="10134600">
                <a:moveTo>
                  <a:pt x="1669732" y="0"/>
                </a:moveTo>
                <a:lnTo>
                  <a:pt x="6781508" y="0"/>
                </a:lnTo>
                <a:lnTo>
                  <a:pt x="6781508" y="10134600"/>
                </a:lnTo>
                <a:lnTo>
                  <a:pt x="0" y="10134600"/>
                </a:lnTo>
                <a:lnTo>
                  <a:pt x="70080" y="10073894"/>
                </a:lnTo>
                <a:cubicBezTo>
                  <a:pt x="1711080" y="8582410"/>
                  <a:pt x="2741320" y="6430818"/>
                  <a:pt x="2741320" y="4038600"/>
                </a:cubicBezTo>
                <a:cubicBezTo>
                  <a:pt x="2741320" y="2631413"/>
                  <a:pt x="2384836" y="1307488"/>
                  <a:pt x="1757248" y="152206"/>
                </a:cubicBezTo>
                <a:lnTo>
                  <a:pt x="1669732" y="0"/>
                </a:lnTo>
                <a:close/>
              </a:path>
            </a:pathLst>
          </a:cu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6" name="Freeform 15">
            <a:extLst>
              <a:ext uri="{FF2B5EF4-FFF2-40B4-BE49-F238E27FC236}">
                <a16:creationId xmlns:a16="http://schemas.microsoft.com/office/drawing/2014/main" id="{09714E6C-8053-C14C-9136-ABA8196D3CB2}"/>
              </a:ext>
              <a:ext uri="{C183D7F6-B498-43B3-948B-1728B52AA6E4}">
                <adec:decorative xmlns:adec="http://schemas.microsoft.com/office/drawing/2017/decorative" val="1"/>
              </a:ext>
            </a:extLst>
          </p:cNvPr>
          <p:cNvSpPr/>
          <p:nvPr/>
        </p:nvSpPr>
        <p:spPr>
          <a:xfrm>
            <a:off x="6781509" y="10134602"/>
            <a:ext cx="10824161" cy="2057400"/>
          </a:xfrm>
          <a:custGeom>
            <a:avLst/>
            <a:gdLst>
              <a:gd name="connsiteX0" fmla="*/ 0 w 10824161"/>
              <a:gd name="connsiteY0" fmla="*/ 0 h 2057400"/>
              <a:gd name="connsiteX1" fmla="*/ 10824161 w 10824161"/>
              <a:gd name="connsiteY1" fmla="*/ 0 h 2057400"/>
              <a:gd name="connsiteX2" fmla="*/ 10598401 w 10824161"/>
              <a:gd name="connsiteY2" fmla="*/ 195560 h 2057400"/>
              <a:gd name="connsiteX3" fmla="*/ 5412080 w 10824161"/>
              <a:gd name="connsiteY3" fmla="*/ 2057400 h 2057400"/>
              <a:gd name="connsiteX4" fmla="*/ 225761 w 10824161"/>
              <a:gd name="connsiteY4" fmla="*/ 195560 h 2057400"/>
              <a:gd name="connsiteX5" fmla="*/ 0 w 10824161"/>
              <a:gd name="connsiteY5" fmla="*/ 0 h 205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24161" h="2057400">
                <a:moveTo>
                  <a:pt x="0" y="0"/>
                </a:moveTo>
                <a:lnTo>
                  <a:pt x="10824161" y="0"/>
                </a:lnTo>
                <a:lnTo>
                  <a:pt x="10598401" y="195560"/>
                </a:lnTo>
                <a:cubicBezTo>
                  <a:pt x="9189011" y="1358690"/>
                  <a:pt x="7382142" y="2057400"/>
                  <a:pt x="5412080" y="2057400"/>
                </a:cubicBezTo>
                <a:cubicBezTo>
                  <a:pt x="3442018" y="2057400"/>
                  <a:pt x="1635149" y="1358690"/>
                  <a:pt x="225761" y="195560"/>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24" name="Folded Corner 23">
            <a:extLst>
              <a:ext uri="{FF2B5EF4-FFF2-40B4-BE49-F238E27FC236}">
                <a16:creationId xmlns:a16="http://schemas.microsoft.com/office/drawing/2014/main" id="{173D6323-2372-F04E-9953-78620B8FB754}"/>
              </a:ext>
              <a:ext uri="{C183D7F6-B498-43B3-948B-1728B52AA6E4}">
                <adec:decorative xmlns:adec="http://schemas.microsoft.com/office/drawing/2017/decorative" val="1"/>
              </a:ext>
            </a:extLst>
          </p:cNvPr>
          <p:cNvSpPr/>
          <p:nvPr/>
        </p:nvSpPr>
        <p:spPr>
          <a:xfrm>
            <a:off x="-1" y="-2095500"/>
            <a:ext cx="9145589" cy="151130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Thank you slide to wrap up your presentation.</a:t>
            </a:r>
          </a:p>
          <a:p>
            <a:endParaRPr lang="en-US" sz="2400">
              <a:solidFill>
                <a:schemeClr val="tx1"/>
              </a:solidFill>
              <a:latin typeface="Source Sans Pro" charset="0"/>
            </a:endParaRPr>
          </a:p>
          <a:p>
            <a:r>
              <a:rPr lang="en-US" sz="2400" b="1">
                <a:solidFill>
                  <a:schemeClr val="tx1"/>
                </a:solidFill>
                <a:latin typeface="Source Sans Pro" charset="0"/>
              </a:rPr>
              <a:t>Tip: </a:t>
            </a:r>
            <a:r>
              <a:rPr lang="en-US" sz="2400" b="0">
                <a:solidFill>
                  <a:schemeClr val="tx1"/>
                </a:solidFill>
                <a:latin typeface="Source Sans Pro" charset="0"/>
              </a:rPr>
              <a:t>Replace placeholder text with your own words!</a:t>
            </a:r>
            <a:endParaRPr lang="en-US" sz="2400" b="1">
              <a:solidFill>
                <a:schemeClr val="tx1"/>
              </a:solidFill>
              <a:latin typeface="Source Sans Pro" charset="0"/>
            </a:endParaRPr>
          </a:p>
        </p:txBody>
      </p:sp>
      <p:pic>
        <p:nvPicPr>
          <p:cNvPr id="12" name="Picture 11">
            <a:extLst>
              <a:ext uri="{FF2B5EF4-FFF2-40B4-BE49-F238E27FC236}">
                <a16:creationId xmlns:a16="http://schemas.microsoft.com/office/drawing/2014/main" id="{5E196EF9-53ED-3B47-975C-80F212A77C44}"/>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44712" y="11700946"/>
            <a:ext cx="1940677" cy="491056"/>
          </a:xfrm>
          <a:prstGeom prst="rect">
            <a:avLst/>
          </a:prstGeom>
        </p:spPr>
      </p:pic>
    </p:spTree>
    <p:extLst>
      <p:ext uri="{BB962C8B-B14F-4D97-AF65-F5344CB8AC3E}">
        <p14:creationId xmlns:p14="http://schemas.microsoft.com/office/powerpoint/2010/main" val="42988976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amber_thank you">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275AEC-3900-B34A-8D21-9518DB29DD49}"/>
              </a:ext>
            </a:extLst>
          </p:cNvPr>
          <p:cNvSpPr/>
          <p:nvPr/>
        </p:nvSpPr>
        <p:spPr>
          <a:xfrm>
            <a:off x="0" y="10116820"/>
            <a:ext cx="24387175" cy="3759200"/>
          </a:xfrm>
          <a:prstGeom prst="rect">
            <a:avLst/>
          </a:prstGeom>
          <a:solidFill>
            <a:srgbClr val="EA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Freeform 26">
            <a:extLst>
              <a:ext uri="{FF2B5EF4-FFF2-40B4-BE49-F238E27FC236}">
                <a16:creationId xmlns:a16="http://schemas.microsoft.com/office/drawing/2014/main" id="{B03F7985-4431-654C-9082-CFB90384E998}"/>
              </a:ext>
              <a:ext uri="{C183D7F6-B498-43B3-948B-1728B52AA6E4}">
                <adec:decorative xmlns:adec="http://schemas.microsoft.com/office/drawing/2017/decorative" val="1"/>
              </a:ext>
            </a:extLst>
          </p:cNvPr>
          <p:cNvSpPr/>
          <p:nvPr/>
        </p:nvSpPr>
        <p:spPr>
          <a:xfrm>
            <a:off x="4040189" y="2"/>
            <a:ext cx="16306801" cy="10134600"/>
          </a:xfrm>
          <a:custGeom>
            <a:avLst/>
            <a:gdLst>
              <a:gd name="connsiteX0" fmla="*/ 1071588 w 16306801"/>
              <a:gd name="connsiteY0" fmla="*/ 0 h 10134600"/>
              <a:gd name="connsiteX1" fmla="*/ 15235213 w 16306801"/>
              <a:gd name="connsiteY1" fmla="*/ 0 h 10134600"/>
              <a:gd name="connsiteX2" fmla="*/ 15322729 w 16306801"/>
              <a:gd name="connsiteY2" fmla="*/ 152206 h 10134600"/>
              <a:gd name="connsiteX3" fmla="*/ 16306801 w 16306801"/>
              <a:gd name="connsiteY3" fmla="*/ 4038600 h 10134600"/>
              <a:gd name="connsiteX4" fmla="*/ 13635561 w 16306801"/>
              <a:gd name="connsiteY4" fmla="*/ 10073894 h 10134600"/>
              <a:gd name="connsiteX5" fmla="*/ 13565481 w 16306801"/>
              <a:gd name="connsiteY5" fmla="*/ 10134600 h 10134600"/>
              <a:gd name="connsiteX6" fmla="*/ 2741320 w 16306801"/>
              <a:gd name="connsiteY6" fmla="*/ 10134600 h 10134600"/>
              <a:gd name="connsiteX7" fmla="*/ 2671238 w 16306801"/>
              <a:gd name="connsiteY7" fmla="*/ 10073894 h 10134600"/>
              <a:gd name="connsiteX8" fmla="*/ 0 w 16306801"/>
              <a:gd name="connsiteY8" fmla="*/ 4038600 h 10134600"/>
              <a:gd name="connsiteX9" fmla="*/ 984071 w 16306801"/>
              <a:gd name="connsiteY9" fmla="*/ 152206 h 10134600"/>
              <a:gd name="connsiteX10" fmla="*/ 1071588 w 16306801"/>
              <a:gd name="connsiteY10"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06801" h="10134600">
                <a:moveTo>
                  <a:pt x="1071588" y="0"/>
                </a:moveTo>
                <a:lnTo>
                  <a:pt x="15235213" y="0"/>
                </a:lnTo>
                <a:lnTo>
                  <a:pt x="15322729" y="152206"/>
                </a:lnTo>
                <a:cubicBezTo>
                  <a:pt x="15950317" y="1307488"/>
                  <a:pt x="16306801" y="2631413"/>
                  <a:pt x="16306801" y="4038600"/>
                </a:cubicBezTo>
                <a:cubicBezTo>
                  <a:pt x="16306801" y="6430818"/>
                  <a:pt x="15276561" y="8582410"/>
                  <a:pt x="13635561" y="10073894"/>
                </a:cubicBezTo>
                <a:lnTo>
                  <a:pt x="13565481" y="10134600"/>
                </a:lnTo>
                <a:lnTo>
                  <a:pt x="2741320" y="10134600"/>
                </a:lnTo>
                <a:lnTo>
                  <a:pt x="2671238" y="10073894"/>
                </a:lnTo>
                <a:cubicBezTo>
                  <a:pt x="1030241" y="8582410"/>
                  <a:pt x="0" y="6430818"/>
                  <a:pt x="0" y="4038600"/>
                </a:cubicBezTo>
                <a:cubicBezTo>
                  <a:pt x="0" y="2631413"/>
                  <a:pt x="356485" y="1307488"/>
                  <a:pt x="984071" y="152206"/>
                </a:cubicBezTo>
                <a:lnTo>
                  <a:pt x="1071588" y="0"/>
                </a:lnTo>
                <a:close/>
              </a:path>
            </a:pathLst>
          </a:cu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1" name="Text Placeholder 2">
            <a:extLst>
              <a:ext uri="{FF2B5EF4-FFF2-40B4-BE49-F238E27FC236}">
                <a16:creationId xmlns:a16="http://schemas.microsoft.com/office/drawing/2014/main" id="{811EB30D-75C1-EE43-9642-F77857412513}"/>
              </a:ext>
            </a:extLst>
          </p:cNvPr>
          <p:cNvSpPr>
            <a:spLocks noGrp="1"/>
          </p:cNvSpPr>
          <p:nvPr>
            <p:ph type="body" sz="quarter" idx="10" hasCustomPrompt="1"/>
          </p:nvPr>
        </p:nvSpPr>
        <p:spPr>
          <a:xfrm>
            <a:off x="4890051" y="4382713"/>
            <a:ext cx="14590646" cy="3271622"/>
          </a:xfrm>
          <a:noFill/>
          <a:ln w="3175" cap="flat">
            <a:noFill/>
            <a:miter lim="400000"/>
          </a:ln>
          <a:effectLst/>
        </p:spPr>
        <p:txBody>
          <a:bodyPr wrap="square" lIns="48154" tIns="48154" rIns="48154" bIns="48154" numCol="1" anchor="t" anchorCtr="0">
            <a:spAutoFit/>
          </a:bodyPr>
          <a:lstStyle>
            <a:lvl1pPr algn="ctr">
              <a:defRPr lang="en-US" sz="19996" b="0" smtClean="0">
                <a:solidFill>
                  <a:schemeClr val="accent2"/>
                </a:solidFill>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lgn="ctr" defTabSz="1828526">
              <a:lnSpc>
                <a:spcPct val="100000"/>
              </a:lnSpc>
            </a:pPr>
            <a:r>
              <a:rPr lang="en-US"/>
              <a:t>Thank you</a:t>
            </a:r>
          </a:p>
        </p:txBody>
      </p:sp>
      <p:sp>
        <p:nvSpPr>
          <p:cNvPr id="18" name="Freeform 17">
            <a:extLst>
              <a:ext uri="{FF2B5EF4-FFF2-40B4-BE49-F238E27FC236}">
                <a16:creationId xmlns:a16="http://schemas.microsoft.com/office/drawing/2014/main" id="{D9A79B31-332C-D349-924F-4CC7637CB946}"/>
              </a:ext>
              <a:ext uri="{C183D7F6-B498-43B3-948B-1728B52AA6E4}">
                <adec:decorative xmlns:adec="http://schemas.microsoft.com/office/drawing/2017/decorative" val="1"/>
              </a:ext>
            </a:extLst>
          </p:cNvPr>
          <p:cNvSpPr/>
          <p:nvPr/>
        </p:nvSpPr>
        <p:spPr>
          <a:xfrm>
            <a:off x="2" y="2"/>
            <a:ext cx="6781507" cy="10134600"/>
          </a:xfrm>
          <a:custGeom>
            <a:avLst/>
            <a:gdLst>
              <a:gd name="connsiteX0" fmla="*/ 0 w 6781507"/>
              <a:gd name="connsiteY0" fmla="*/ 0 h 10134600"/>
              <a:gd name="connsiteX1" fmla="*/ 5111775 w 6781507"/>
              <a:gd name="connsiteY1" fmla="*/ 0 h 10134600"/>
              <a:gd name="connsiteX2" fmla="*/ 5024258 w 6781507"/>
              <a:gd name="connsiteY2" fmla="*/ 152206 h 10134600"/>
              <a:gd name="connsiteX3" fmla="*/ 4040187 w 6781507"/>
              <a:gd name="connsiteY3" fmla="*/ 4038600 h 10134600"/>
              <a:gd name="connsiteX4" fmla="*/ 6711425 w 6781507"/>
              <a:gd name="connsiteY4" fmla="*/ 10073894 h 10134600"/>
              <a:gd name="connsiteX5" fmla="*/ 6781507 w 6781507"/>
              <a:gd name="connsiteY5" fmla="*/ 10134600 h 10134600"/>
              <a:gd name="connsiteX6" fmla="*/ 0 w 6781507"/>
              <a:gd name="connsiteY6" fmla="*/ 10134600 h 10134600"/>
              <a:gd name="connsiteX7" fmla="*/ 0 w 6781507"/>
              <a:gd name="connsiteY7"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1507" h="10134600">
                <a:moveTo>
                  <a:pt x="0" y="0"/>
                </a:moveTo>
                <a:lnTo>
                  <a:pt x="5111775" y="0"/>
                </a:lnTo>
                <a:lnTo>
                  <a:pt x="5024258" y="152206"/>
                </a:lnTo>
                <a:cubicBezTo>
                  <a:pt x="4396672" y="1307488"/>
                  <a:pt x="4040187" y="2631413"/>
                  <a:pt x="4040187" y="4038600"/>
                </a:cubicBezTo>
                <a:cubicBezTo>
                  <a:pt x="4040187" y="6430818"/>
                  <a:pt x="5070428" y="8582410"/>
                  <a:pt x="6711425" y="10073894"/>
                </a:cubicBezTo>
                <a:lnTo>
                  <a:pt x="6781507" y="10134600"/>
                </a:lnTo>
                <a:lnTo>
                  <a:pt x="0" y="10134600"/>
                </a:lnTo>
                <a:lnTo>
                  <a:pt x="0" y="0"/>
                </a:lnTo>
                <a:close/>
              </a:path>
            </a:pathLst>
          </a:cu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7" name="Freeform 16">
            <a:extLst>
              <a:ext uri="{FF2B5EF4-FFF2-40B4-BE49-F238E27FC236}">
                <a16:creationId xmlns:a16="http://schemas.microsoft.com/office/drawing/2014/main" id="{734FF1B9-6821-4B4B-B9AD-6E5FAC439578}"/>
              </a:ext>
              <a:ext uri="{C183D7F6-B498-43B3-948B-1728B52AA6E4}">
                <adec:decorative xmlns:adec="http://schemas.microsoft.com/office/drawing/2017/decorative" val="1"/>
              </a:ext>
            </a:extLst>
          </p:cNvPr>
          <p:cNvSpPr/>
          <p:nvPr/>
        </p:nvSpPr>
        <p:spPr>
          <a:xfrm>
            <a:off x="17605669" y="2"/>
            <a:ext cx="6781509" cy="10134600"/>
          </a:xfrm>
          <a:custGeom>
            <a:avLst/>
            <a:gdLst>
              <a:gd name="connsiteX0" fmla="*/ 1669732 w 6781508"/>
              <a:gd name="connsiteY0" fmla="*/ 0 h 10134600"/>
              <a:gd name="connsiteX1" fmla="*/ 6781508 w 6781508"/>
              <a:gd name="connsiteY1" fmla="*/ 0 h 10134600"/>
              <a:gd name="connsiteX2" fmla="*/ 6781508 w 6781508"/>
              <a:gd name="connsiteY2" fmla="*/ 10134600 h 10134600"/>
              <a:gd name="connsiteX3" fmla="*/ 0 w 6781508"/>
              <a:gd name="connsiteY3" fmla="*/ 10134600 h 10134600"/>
              <a:gd name="connsiteX4" fmla="*/ 70080 w 6781508"/>
              <a:gd name="connsiteY4" fmla="*/ 10073894 h 10134600"/>
              <a:gd name="connsiteX5" fmla="*/ 2741320 w 6781508"/>
              <a:gd name="connsiteY5" fmla="*/ 4038600 h 10134600"/>
              <a:gd name="connsiteX6" fmla="*/ 1757248 w 6781508"/>
              <a:gd name="connsiteY6" fmla="*/ 152206 h 10134600"/>
              <a:gd name="connsiteX7" fmla="*/ 1669732 w 6781508"/>
              <a:gd name="connsiteY7"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1508" h="10134600">
                <a:moveTo>
                  <a:pt x="1669732" y="0"/>
                </a:moveTo>
                <a:lnTo>
                  <a:pt x="6781508" y="0"/>
                </a:lnTo>
                <a:lnTo>
                  <a:pt x="6781508" y="10134600"/>
                </a:lnTo>
                <a:lnTo>
                  <a:pt x="0" y="10134600"/>
                </a:lnTo>
                <a:lnTo>
                  <a:pt x="70080" y="10073894"/>
                </a:lnTo>
                <a:cubicBezTo>
                  <a:pt x="1711080" y="8582410"/>
                  <a:pt x="2741320" y="6430818"/>
                  <a:pt x="2741320" y="4038600"/>
                </a:cubicBezTo>
                <a:cubicBezTo>
                  <a:pt x="2741320" y="2631413"/>
                  <a:pt x="2384836" y="1307488"/>
                  <a:pt x="1757248" y="152206"/>
                </a:cubicBezTo>
                <a:lnTo>
                  <a:pt x="1669732" y="0"/>
                </a:lnTo>
                <a:close/>
              </a:path>
            </a:pathLst>
          </a:cu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6" name="Freeform 15">
            <a:extLst>
              <a:ext uri="{FF2B5EF4-FFF2-40B4-BE49-F238E27FC236}">
                <a16:creationId xmlns:a16="http://schemas.microsoft.com/office/drawing/2014/main" id="{09714E6C-8053-C14C-9136-ABA8196D3CB2}"/>
              </a:ext>
              <a:ext uri="{C183D7F6-B498-43B3-948B-1728B52AA6E4}">
                <adec:decorative xmlns:adec="http://schemas.microsoft.com/office/drawing/2017/decorative" val="1"/>
              </a:ext>
            </a:extLst>
          </p:cNvPr>
          <p:cNvSpPr/>
          <p:nvPr/>
        </p:nvSpPr>
        <p:spPr>
          <a:xfrm>
            <a:off x="6781509" y="10134602"/>
            <a:ext cx="10824161" cy="2057400"/>
          </a:xfrm>
          <a:custGeom>
            <a:avLst/>
            <a:gdLst>
              <a:gd name="connsiteX0" fmla="*/ 0 w 10824161"/>
              <a:gd name="connsiteY0" fmla="*/ 0 h 2057400"/>
              <a:gd name="connsiteX1" fmla="*/ 10824161 w 10824161"/>
              <a:gd name="connsiteY1" fmla="*/ 0 h 2057400"/>
              <a:gd name="connsiteX2" fmla="*/ 10598401 w 10824161"/>
              <a:gd name="connsiteY2" fmla="*/ 195560 h 2057400"/>
              <a:gd name="connsiteX3" fmla="*/ 5412080 w 10824161"/>
              <a:gd name="connsiteY3" fmla="*/ 2057400 h 2057400"/>
              <a:gd name="connsiteX4" fmla="*/ 225761 w 10824161"/>
              <a:gd name="connsiteY4" fmla="*/ 195560 h 2057400"/>
              <a:gd name="connsiteX5" fmla="*/ 0 w 10824161"/>
              <a:gd name="connsiteY5" fmla="*/ 0 h 205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24161" h="2057400">
                <a:moveTo>
                  <a:pt x="0" y="0"/>
                </a:moveTo>
                <a:lnTo>
                  <a:pt x="10824161" y="0"/>
                </a:lnTo>
                <a:lnTo>
                  <a:pt x="10598401" y="195560"/>
                </a:lnTo>
                <a:cubicBezTo>
                  <a:pt x="9189011" y="1358690"/>
                  <a:pt x="7382142" y="2057400"/>
                  <a:pt x="5412080" y="2057400"/>
                </a:cubicBezTo>
                <a:cubicBezTo>
                  <a:pt x="3442018" y="2057400"/>
                  <a:pt x="1635149" y="1358690"/>
                  <a:pt x="225761" y="195560"/>
                </a:cubicBez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pic>
        <p:nvPicPr>
          <p:cNvPr id="12" name="Picture 11">
            <a:extLst>
              <a:ext uri="{FF2B5EF4-FFF2-40B4-BE49-F238E27FC236}">
                <a16:creationId xmlns:a16="http://schemas.microsoft.com/office/drawing/2014/main" id="{D75B3F08-D347-264C-B7E5-307912C4CED5}"/>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44712" y="11700946"/>
            <a:ext cx="1940677" cy="491056"/>
          </a:xfrm>
          <a:prstGeom prst="rect">
            <a:avLst/>
          </a:prstGeom>
        </p:spPr>
      </p:pic>
      <p:sp>
        <p:nvSpPr>
          <p:cNvPr id="13" name="Folded Corner 12">
            <a:extLst>
              <a:ext uri="{FF2B5EF4-FFF2-40B4-BE49-F238E27FC236}">
                <a16:creationId xmlns:a16="http://schemas.microsoft.com/office/drawing/2014/main" id="{019995F2-7EDF-A14B-89E9-71E4BEF1D55D}"/>
              </a:ext>
              <a:ext uri="{C183D7F6-B498-43B3-948B-1728B52AA6E4}">
                <adec:decorative xmlns:adec="http://schemas.microsoft.com/office/drawing/2017/decorative" val="1"/>
              </a:ext>
            </a:extLst>
          </p:cNvPr>
          <p:cNvSpPr/>
          <p:nvPr/>
        </p:nvSpPr>
        <p:spPr>
          <a:xfrm>
            <a:off x="-1" y="-2095500"/>
            <a:ext cx="9145589" cy="151130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Thank you slide to wrap up your presentation.</a:t>
            </a:r>
          </a:p>
          <a:p>
            <a:endParaRPr lang="en-US" sz="2400">
              <a:solidFill>
                <a:schemeClr val="tx1"/>
              </a:solidFill>
              <a:latin typeface="Source Sans Pro" charset="0"/>
            </a:endParaRPr>
          </a:p>
          <a:p>
            <a:r>
              <a:rPr lang="en-US" sz="2400" b="1">
                <a:solidFill>
                  <a:schemeClr val="tx1"/>
                </a:solidFill>
                <a:latin typeface="Source Sans Pro" charset="0"/>
              </a:rPr>
              <a:t>Tip: </a:t>
            </a:r>
            <a:r>
              <a:rPr lang="en-US" sz="2400" b="0">
                <a:solidFill>
                  <a:schemeClr val="tx1"/>
                </a:solidFill>
                <a:latin typeface="Source Sans Pro" charset="0"/>
              </a:rPr>
              <a:t>Replace placeholder text with your own words!</a:t>
            </a:r>
            <a:endParaRPr lang="en-US" sz="2400" b="1">
              <a:solidFill>
                <a:schemeClr val="tx1"/>
              </a:solidFill>
              <a:latin typeface="Source Sans Pro" charset="0"/>
            </a:endParaRPr>
          </a:p>
        </p:txBody>
      </p:sp>
    </p:spTree>
    <p:extLst>
      <p:ext uri="{BB962C8B-B14F-4D97-AF65-F5344CB8AC3E}">
        <p14:creationId xmlns:p14="http://schemas.microsoft.com/office/powerpoint/2010/main" val="4161381783"/>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red_thank you">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275AEC-3900-B34A-8D21-9518DB29DD49}"/>
              </a:ext>
            </a:extLst>
          </p:cNvPr>
          <p:cNvSpPr/>
          <p:nvPr/>
        </p:nvSpPr>
        <p:spPr>
          <a:xfrm>
            <a:off x="0" y="10116820"/>
            <a:ext cx="24387175" cy="3759200"/>
          </a:xfrm>
          <a:prstGeom prst="rect">
            <a:avLst/>
          </a:prstGeom>
          <a:solidFill>
            <a:srgbClr val="EA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Freeform 26">
            <a:extLst>
              <a:ext uri="{FF2B5EF4-FFF2-40B4-BE49-F238E27FC236}">
                <a16:creationId xmlns:a16="http://schemas.microsoft.com/office/drawing/2014/main" id="{B03F7985-4431-654C-9082-CFB90384E998}"/>
              </a:ext>
              <a:ext uri="{C183D7F6-B498-43B3-948B-1728B52AA6E4}">
                <adec:decorative xmlns:adec="http://schemas.microsoft.com/office/drawing/2017/decorative" val="1"/>
              </a:ext>
            </a:extLst>
          </p:cNvPr>
          <p:cNvSpPr/>
          <p:nvPr/>
        </p:nvSpPr>
        <p:spPr>
          <a:xfrm>
            <a:off x="4040189" y="2"/>
            <a:ext cx="16306801" cy="10134600"/>
          </a:xfrm>
          <a:custGeom>
            <a:avLst/>
            <a:gdLst>
              <a:gd name="connsiteX0" fmla="*/ 1071588 w 16306801"/>
              <a:gd name="connsiteY0" fmla="*/ 0 h 10134600"/>
              <a:gd name="connsiteX1" fmla="*/ 15235213 w 16306801"/>
              <a:gd name="connsiteY1" fmla="*/ 0 h 10134600"/>
              <a:gd name="connsiteX2" fmla="*/ 15322729 w 16306801"/>
              <a:gd name="connsiteY2" fmla="*/ 152206 h 10134600"/>
              <a:gd name="connsiteX3" fmla="*/ 16306801 w 16306801"/>
              <a:gd name="connsiteY3" fmla="*/ 4038600 h 10134600"/>
              <a:gd name="connsiteX4" fmla="*/ 13635561 w 16306801"/>
              <a:gd name="connsiteY4" fmla="*/ 10073894 h 10134600"/>
              <a:gd name="connsiteX5" fmla="*/ 13565481 w 16306801"/>
              <a:gd name="connsiteY5" fmla="*/ 10134600 h 10134600"/>
              <a:gd name="connsiteX6" fmla="*/ 2741320 w 16306801"/>
              <a:gd name="connsiteY6" fmla="*/ 10134600 h 10134600"/>
              <a:gd name="connsiteX7" fmla="*/ 2671238 w 16306801"/>
              <a:gd name="connsiteY7" fmla="*/ 10073894 h 10134600"/>
              <a:gd name="connsiteX8" fmla="*/ 0 w 16306801"/>
              <a:gd name="connsiteY8" fmla="*/ 4038600 h 10134600"/>
              <a:gd name="connsiteX9" fmla="*/ 984071 w 16306801"/>
              <a:gd name="connsiteY9" fmla="*/ 152206 h 10134600"/>
              <a:gd name="connsiteX10" fmla="*/ 1071588 w 16306801"/>
              <a:gd name="connsiteY10"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06801" h="10134600">
                <a:moveTo>
                  <a:pt x="1071588" y="0"/>
                </a:moveTo>
                <a:lnTo>
                  <a:pt x="15235213" y="0"/>
                </a:lnTo>
                <a:lnTo>
                  <a:pt x="15322729" y="152206"/>
                </a:lnTo>
                <a:cubicBezTo>
                  <a:pt x="15950317" y="1307488"/>
                  <a:pt x="16306801" y="2631413"/>
                  <a:pt x="16306801" y="4038600"/>
                </a:cubicBezTo>
                <a:cubicBezTo>
                  <a:pt x="16306801" y="6430818"/>
                  <a:pt x="15276561" y="8582410"/>
                  <a:pt x="13635561" y="10073894"/>
                </a:cubicBezTo>
                <a:lnTo>
                  <a:pt x="13565481" y="10134600"/>
                </a:lnTo>
                <a:lnTo>
                  <a:pt x="2741320" y="10134600"/>
                </a:lnTo>
                <a:lnTo>
                  <a:pt x="2671238" y="10073894"/>
                </a:lnTo>
                <a:cubicBezTo>
                  <a:pt x="1030241" y="8582410"/>
                  <a:pt x="0" y="6430818"/>
                  <a:pt x="0" y="4038600"/>
                </a:cubicBezTo>
                <a:cubicBezTo>
                  <a:pt x="0" y="2631413"/>
                  <a:pt x="356485" y="1307488"/>
                  <a:pt x="984071" y="152206"/>
                </a:cubicBezTo>
                <a:lnTo>
                  <a:pt x="1071588" y="0"/>
                </a:lnTo>
                <a:close/>
              </a:path>
            </a:pathLst>
          </a:cu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1" name="Text Placeholder 2">
            <a:extLst>
              <a:ext uri="{FF2B5EF4-FFF2-40B4-BE49-F238E27FC236}">
                <a16:creationId xmlns:a16="http://schemas.microsoft.com/office/drawing/2014/main" id="{21A0ABD8-5ADC-A243-BD42-19649032B928}"/>
              </a:ext>
            </a:extLst>
          </p:cNvPr>
          <p:cNvSpPr>
            <a:spLocks noGrp="1"/>
          </p:cNvSpPr>
          <p:nvPr>
            <p:ph type="body" sz="quarter" idx="10" hasCustomPrompt="1"/>
          </p:nvPr>
        </p:nvSpPr>
        <p:spPr>
          <a:xfrm>
            <a:off x="4890051" y="4382713"/>
            <a:ext cx="14590646" cy="3271622"/>
          </a:xfrm>
          <a:noFill/>
          <a:ln w="3175" cap="flat">
            <a:noFill/>
            <a:miter lim="400000"/>
          </a:ln>
          <a:effectLst/>
        </p:spPr>
        <p:txBody>
          <a:bodyPr wrap="square" lIns="48154" tIns="48154" rIns="48154" bIns="48154" numCol="1" anchor="t" anchorCtr="0">
            <a:spAutoFit/>
          </a:bodyPr>
          <a:lstStyle>
            <a:lvl1pPr algn="ctr">
              <a:defRPr lang="en-US" sz="19996" b="0" smtClean="0">
                <a:solidFill>
                  <a:schemeClr val="tx2"/>
                </a:solidFill>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lgn="ctr" defTabSz="1828526">
              <a:lnSpc>
                <a:spcPct val="100000"/>
              </a:lnSpc>
            </a:pPr>
            <a:r>
              <a:rPr lang="en-US"/>
              <a:t>Thank you</a:t>
            </a:r>
          </a:p>
        </p:txBody>
      </p:sp>
      <p:sp>
        <p:nvSpPr>
          <p:cNvPr id="18" name="Freeform 17">
            <a:extLst>
              <a:ext uri="{FF2B5EF4-FFF2-40B4-BE49-F238E27FC236}">
                <a16:creationId xmlns:a16="http://schemas.microsoft.com/office/drawing/2014/main" id="{D9A79B31-332C-D349-924F-4CC7637CB946}"/>
              </a:ext>
              <a:ext uri="{C183D7F6-B498-43B3-948B-1728B52AA6E4}">
                <adec:decorative xmlns:adec="http://schemas.microsoft.com/office/drawing/2017/decorative" val="1"/>
              </a:ext>
            </a:extLst>
          </p:cNvPr>
          <p:cNvSpPr/>
          <p:nvPr/>
        </p:nvSpPr>
        <p:spPr>
          <a:xfrm>
            <a:off x="2" y="2"/>
            <a:ext cx="6781507" cy="10134600"/>
          </a:xfrm>
          <a:custGeom>
            <a:avLst/>
            <a:gdLst>
              <a:gd name="connsiteX0" fmla="*/ 0 w 6781507"/>
              <a:gd name="connsiteY0" fmla="*/ 0 h 10134600"/>
              <a:gd name="connsiteX1" fmla="*/ 5111775 w 6781507"/>
              <a:gd name="connsiteY1" fmla="*/ 0 h 10134600"/>
              <a:gd name="connsiteX2" fmla="*/ 5024258 w 6781507"/>
              <a:gd name="connsiteY2" fmla="*/ 152206 h 10134600"/>
              <a:gd name="connsiteX3" fmla="*/ 4040187 w 6781507"/>
              <a:gd name="connsiteY3" fmla="*/ 4038600 h 10134600"/>
              <a:gd name="connsiteX4" fmla="*/ 6711425 w 6781507"/>
              <a:gd name="connsiteY4" fmla="*/ 10073894 h 10134600"/>
              <a:gd name="connsiteX5" fmla="*/ 6781507 w 6781507"/>
              <a:gd name="connsiteY5" fmla="*/ 10134600 h 10134600"/>
              <a:gd name="connsiteX6" fmla="*/ 0 w 6781507"/>
              <a:gd name="connsiteY6" fmla="*/ 10134600 h 10134600"/>
              <a:gd name="connsiteX7" fmla="*/ 0 w 6781507"/>
              <a:gd name="connsiteY7"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1507" h="10134600">
                <a:moveTo>
                  <a:pt x="0" y="0"/>
                </a:moveTo>
                <a:lnTo>
                  <a:pt x="5111775" y="0"/>
                </a:lnTo>
                <a:lnTo>
                  <a:pt x="5024258" y="152206"/>
                </a:lnTo>
                <a:cubicBezTo>
                  <a:pt x="4396672" y="1307488"/>
                  <a:pt x="4040187" y="2631413"/>
                  <a:pt x="4040187" y="4038600"/>
                </a:cubicBezTo>
                <a:cubicBezTo>
                  <a:pt x="4040187" y="6430818"/>
                  <a:pt x="5070428" y="8582410"/>
                  <a:pt x="6711425" y="10073894"/>
                </a:cubicBezTo>
                <a:lnTo>
                  <a:pt x="6781507" y="10134600"/>
                </a:lnTo>
                <a:lnTo>
                  <a:pt x="0" y="10134600"/>
                </a:lnTo>
                <a:lnTo>
                  <a:pt x="0" y="0"/>
                </a:lnTo>
                <a:close/>
              </a:path>
            </a:pathLst>
          </a:cu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7" name="Freeform 16">
            <a:extLst>
              <a:ext uri="{FF2B5EF4-FFF2-40B4-BE49-F238E27FC236}">
                <a16:creationId xmlns:a16="http://schemas.microsoft.com/office/drawing/2014/main" id="{734FF1B9-6821-4B4B-B9AD-6E5FAC439578}"/>
              </a:ext>
              <a:ext uri="{C183D7F6-B498-43B3-948B-1728B52AA6E4}">
                <adec:decorative xmlns:adec="http://schemas.microsoft.com/office/drawing/2017/decorative" val="1"/>
              </a:ext>
            </a:extLst>
          </p:cNvPr>
          <p:cNvSpPr/>
          <p:nvPr/>
        </p:nvSpPr>
        <p:spPr>
          <a:xfrm>
            <a:off x="17605669" y="2"/>
            <a:ext cx="6781509" cy="10134600"/>
          </a:xfrm>
          <a:custGeom>
            <a:avLst/>
            <a:gdLst>
              <a:gd name="connsiteX0" fmla="*/ 1669732 w 6781508"/>
              <a:gd name="connsiteY0" fmla="*/ 0 h 10134600"/>
              <a:gd name="connsiteX1" fmla="*/ 6781508 w 6781508"/>
              <a:gd name="connsiteY1" fmla="*/ 0 h 10134600"/>
              <a:gd name="connsiteX2" fmla="*/ 6781508 w 6781508"/>
              <a:gd name="connsiteY2" fmla="*/ 10134600 h 10134600"/>
              <a:gd name="connsiteX3" fmla="*/ 0 w 6781508"/>
              <a:gd name="connsiteY3" fmla="*/ 10134600 h 10134600"/>
              <a:gd name="connsiteX4" fmla="*/ 70080 w 6781508"/>
              <a:gd name="connsiteY4" fmla="*/ 10073894 h 10134600"/>
              <a:gd name="connsiteX5" fmla="*/ 2741320 w 6781508"/>
              <a:gd name="connsiteY5" fmla="*/ 4038600 h 10134600"/>
              <a:gd name="connsiteX6" fmla="*/ 1757248 w 6781508"/>
              <a:gd name="connsiteY6" fmla="*/ 152206 h 10134600"/>
              <a:gd name="connsiteX7" fmla="*/ 1669732 w 6781508"/>
              <a:gd name="connsiteY7"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1508" h="10134600">
                <a:moveTo>
                  <a:pt x="1669732" y="0"/>
                </a:moveTo>
                <a:lnTo>
                  <a:pt x="6781508" y="0"/>
                </a:lnTo>
                <a:lnTo>
                  <a:pt x="6781508" y="10134600"/>
                </a:lnTo>
                <a:lnTo>
                  <a:pt x="0" y="10134600"/>
                </a:lnTo>
                <a:lnTo>
                  <a:pt x="70080" y="10073894"/>
                </a:lnTo>
                <a:cubicBezTo>
                  <a:pt x="1711080" y="8582410"/>
                  <a:pt x="2741320" y="6430818"/>
                  <a:pt x="2741320" y="4038600"/>
                </a:cubicBezTo>
                <a:cubicBezTo>
                  <a:pt x="2741320" y="2631413"/>
                  <a:pt x="2384836" y="1307488"/>
                  <a:pt x="1757248" y="152206"/>
                </a:cubicBezTo>
                <a:lnTo>
                  <a:pt x="1669732" y="0"/>
                </a:lnTo>
                <a:close/>
              </a:path>
            </a:pathLst>
          </a:cu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6" name="Freeform 15">
            <a:extLst>
              <a:ext uri="{FF2B5EF4-FFF2-40B4-BE49-F238E27FC236}">
                <a16:creationId xmlns:a16="http://schemas.microsoft.com/office/drawing/2014/main" id="{09714E6C-8053-C14C-9136-ABA8196D3CB2}"/>
              </a:ext>
              <a:ext uri="{C183D7F6-B498-43B3-948B-1728B52AA6E4}">
                <adec:decorative xmlns:adec="http://schemas.microsoft.com/office/drawing/2017/decorative" val="1"/>
              </a:ext>
            </a:extLst>
          </p:cNvPr>
          <p:cNvSpPr/>
          <p:nvPr/>
        </p:nvSpPr>
        <p:spPr>
          <a:xfrm>
            <a:off x="6781509" y="10134602"/>
            <a:ext cx="10824161" cy="2057400"/>
          </a:xfrm>
          <a:custGeom>
            <a:avLst/>
            <a:gdLst>
              <a:gd name="connsiteX0" fmla="*/ 0 w 10824161"/>
              <a:gd name="connsiteY0" fmla="*/ 0 h 2057400"/>
              <a:gd name="connsiteX1" fmla="*/ 10824161 w 10824161"/>
              <a:gd name="connsiteY1" fmla="*/ 0 h 2057400"/>
              <a:gd name="connsiteX2" fmla="*/ 10598401 w 10824161"/>
              <a:gd name="connsiteY2" fmla="*/ 195560 h 2057400"/>
              <a:gd name="connsiteX3" fmla="*/ 5412080 w 10824161"/>
              <a:gd name="connsiteY3" fmla="*/ 2057400 h 2057400"/>
              <a:gd name="connsiteX4" fmla="*/ 225761 w 10824161"/>
              <a:gd name="connsiteY4" fmla="*/ 195560 h 2057400"/>
              <a:gd name="connsiteX5" fmla="*/ 0 w 10824161"/>
              <a:gd name="connsiteY5" fmla="*/ 0 h 205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24161" h="2057400">
                <a:moveTo>
                  <a:pt x="0" y="0"/>
                </a:moveTo>
                <a:lnTo>
                  <a:pt x="10824161" y="0"/>
                </a:lnTo>
                <a:lnTo>
                  <a:pt x="10598401" y="195560"/>
                </a:lnTo>
                <a:cubicBezTo>
                  <a:pt x="9189011" y="1358690"/>
                  <a:pt x="7382142" y="2057400"/>
                  <a:pt x="5412080" y="2057400"/>
                </a:cubicBezTo>
                <a:cubicBezTo>
                  <a:pt x="3442018" y="2057400"/>
                  <a:pt x="1635149" y="1358690"/>
                  <a:pt x="225761" y="19556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pic>
        <p:nvPicPr>
          <p:cNvPr id="12" name="Picture 11">
            <a:extLst>
              <a:ext uri="{FF2B5EF4-FFF2-40B4-BE49-F238E27FC236}">
                <a16:creationId xmlns:a16="http://schemas.microsoft.com/office/drawing/2014/main" id="{1DB403CA-68E8-8646-854F-42E7B54E079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44712" y="11700946"/>
            <a:ext cx="1940677" cy="491056"/>
          </a:xfrm>
          <a:prstGeom prst="rect">
            <a:avLst/>
          </a:prstGeom>
        </p:spPr>
      </p:pic>
      <p:sp>
        <p:nvSpPr>
          <p:cNvPr id="13" name="Folded Corner 12">
            <a:extLst>
              <a:ext uri="{FF2B5EF4-FFF2-40B4-BE49-F238E27FC236}">
                <a16:creationId xmlns:a16="http://schemas.microsoft.com/office/drawing/2014/main" id="{243C095A-D4B3-EF4A-A66F-E5AA6E6B305E}"/>
              </a:ext>
              <a:ext uri="{C183D7F6-B498-43B3-948B-1728B52AA6E4}">
                <adec:decorative xmlns:adec="http://schemas.microsoft.com/office/drawing/2017/decorative" val="1"/>
              </a:ext>
            </a:extLst>
          </p:cNvPr>
          <p:cNvSpPr/>
          <p:nvPr/>
        </p:nvSpPr>
        <p:spPr>
          <a:xfrm>
            <a:off x="-1" y="-2095500"/>
            <a:ext cx="9145589" cy="151130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Thank you slide to wrap up your presentation.</a:t>
            </a:r>
          </a:p>
          <a:p>
            <a:endParaRPr lang="en-US" sz="2400">
              <a:solidFill>
                <a:schemeClr val="tx1"/>
              </a:solidFill>
              <a:latin typeface="Source Sans Pro" charset="0"/>
            </a:endParaRPr>
          </a:p>
          <a:p>
            <a:r>
              <a:rPr lang="en-US" sz="2400" b="1">
                <a:solidFill>
                  <a:schemeClr val="tx1"/>
                </a:solidFill>
                <a:latin typeface="Source Sans Pro" charset="0"/>
              </a:rPr>
              <a:t>Tip: </a:t>
            </a:r>
            <a:r>
              <a:rPr lang="en-US" sz="2400" b="0">
                <a:solidFill>
                  <a:schemeClr val="tx1"/>
                </a:solidFill>
                <a:latin typeface="Source Sans Pro" charset="0"/>
              </a:rPr>
              <a:t>Replace placeholder text with your own words!</a:t>
            </a:r>
            <a:endParaRPr lang="en-US" sz="2400" b="1">
              <a:solidFill>
                <a:schemeClr val="tx1"/>
              </a:solidFill>
              <a:latin typeface="Source Sans Pro" charset="0"/>
            </a:endParaRPr>
          </a:p>
        </p:txBody>
      </p:sp>
    </p:spTree>
    <p:extLst>
      <p:ext uri="{BB962C8B-B14F-4D97-AF65-F5344CB8AC3E}">
        <p14:creationId xmlns:p14="http://schemas.microsoft.com/office/powerpoint/2010/main" val="1682196047"/>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blue_thank you">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275AEC-3900-B34A-8D21-9518DB29DD49}"/>
              </a:ext>
            </a:extLst>
          </p:cNvPr>
          <p:cNvSpPr/>
          <p:nvPr/>
        </p:nvSpPr>
        <p:spPr>
          <a:xfrm>
            <a:off x="0" y="10134602"/>
            <a:ext cx="24387175" cy="3759200"/>
          </a:xfrm>
          <a:prstGeom prst="rect">
            <a:avLst/>
          </a:prstGeom>
          <a:solidFill>
            <a:srgbClr val="EA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Freeform 26">
            <a:extLst>
              <a:ext uri="{FF2B5EF4-FFF2-40B4-BE49-F238E27FC236}">
                <a16:creationId xmlns:a16="http://schemas.microsoft.com/office/drawing/2014/main" id="{B03F7985-4431-654C-9082-CFB90384E998}"/>
              </a:ext>
              <a:ext uri="{C183D7F6-B498-43B3-948B-1728B52AA6E4}">
                <adec:decorative xmlns:adec="http://schemas.microsoft.com/office/drawing/2017/decorative" val="1"/>
              </a:ext>
            </a:extLst>
          </p:cNvPr>
          <p:cNvSpPr/>
          <p:nvPr/>
        </p:nvSpPr>
        <p:spPr>
          <a:xfrm>
            <a:off x="4040189" y="2"/>
            <a:ext cx="16306801" cy="10134600"/>
          </a:xfrm>
          <a:custGeom>
            <a:avLst/>
            <a:gdLst>
              <a:gd name="connsiteX0" fmla="*/ 1071588 w 16306801"/>
              <a:gd name="connsiteY0" fmla="*/ 0 h 10134600"/>
              <a:gd name="connsiteX1" fmla="*/ 15235213 w 16306801"/>
              <a:gd name="connsiteY1" fmla="*/ 0 h 10134600"/>
              <a:gd name="connsiteX2" fmla="*/ 15322729 w 16306801"/>
              <a:gd name="connsiteY2" fmla="*/ 152206 h 10134600"/>
              <a:gd name="connsiteX3" fmla="*/ 16306801 w 16306801"/>
              <a:gd name="connsiteY3" fmla="*/ 4038600 h 10134600"/>
              <a:gd name="connsiteX4" fmla="*/ 13635561 w 16306801"/>
              <a:gd name="connsiteY4" fmla="*/ 10073894 h 10134600"/>
              <a:gd name="connsiteX5" fmla="*/ 13565481 w 16306801"/>
              <a:gd name="connsiteY5" fmla="*/ 10134600 h 10134600"/>
              <a:gd name="connsiteX6" fmla="*/ 2741320 w 16306801"/>
              <a:gd name="connsiteY6" fmla="*/ 10134600 h 10134600"/>
              <a:gd name="connsiteX7" fmla="*/ 2671238 w 16306801"/>
              <a:gd name="connsiteY7" fmla="*/ 10073894 h 10134600"/>
              <a:gd name="connsiteX8" fmla="*/ 0 w 16306801"/>
              <a:gd name="connsiteY8" fmla="*/ 4038600 h 10134600"/>
              <a:gd name="connsiteX9" fmla="*/ 984071 w 16306801"/>
              <a:gd name="connsiteY9" fmla="*/ 152206 h 10134600"/>
              <a:gd name="connsiteX10" fmla="*/ 1071588 w 16306801"/>
              <a:gd name="connsiteY10"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06801" h="10134600">
                <a:moveTo>
                  <a:pt x="1071588" y="0"/>
                </a:moveTo>
                <a:lnTo>
                  <a:pt x="15235213" y="0"/>
                </a:lnTo>
                <a:lnTo>
                  <a:pt x="15322729" y="152206"/>
                </a:lnTo>
                <a:cubicBezTo>
                  <a:pt x="15950317" y="1307488"/>
                  <a:pt x="16306801" y="2631413"/>
                  <a:pt x="16306801" y="4038600"/>
                </a:cubicBezTo>
                <a:cubicBezTo>
                  <a:pt x="16306801" y="6430818"/>
                  <a:pt x="15276561" y="8582410"/>
                  <a:pt x="13635561" y="10073894"/>
                </a:cubicBezTo>
                <a:lnTo>
                  <a:pt x="13565481" y="10134600"/>
                </a:lnTo>
                <a:lnTo>
                  <a:pt x="2741320" y="10134600"/>
                </a:lnTo>
                <a:lnTo>
                  <a:pt x="2671238" y="10073894"/>
                </a:lnTo>
                <a:cubicBezTo>
                  <a:pt x="1030241" y="8582410"/>
                  <a:pt x="0" y="6430818"/>
                  <a:pt x="0" y="4038600"/>
                </a:cubicBezTo>
                <a:cubicBezTo>
                  <a:pt x="0" y="2631413"/>
                  <a:pt x="356485" y="1307488"/>
                  <a:pt x="984071" y="152206"/>
                </a:cubicBezTo>
                <a:lnTo>
                  <a:pt x="1071588" y="0"/>
                </a:lnTo>
                <a:close/>
              </a:path>
            </a:pathLst>
          </a:cu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1" name="Text Placeholder 2">
            <a:extLst>
              <a:ext uri="{FF2B5EF4-FFF2-40B4-BE49-F238E27FC236}">
                <a16:creationId xmlns:a16="http://schemas.microsoft.com/office/drawing/2014/main" id="{255515F5-2D18-B84B-B109-A1D0E864CA3D}"/>
              </a:ext>
            </a:extLst>
          </p:cNvPr>
          <p:cNvSpPr>
            <a:spLocks noGrp="1"/>
          </p:cNvSpPr>
          <p:nvPr>
            <p:ph type="body" sz="quarter" idx="10" hasCustomPrompt="1"/>
          </p:nvPr>
        </p:nvSpPr>
        <p:spPr>
          <a:xfrm>
            <a:off x="4890051" y="4382713"/>
            <a:ext cx="14590646" cy="3271622"/>
          </a:xfrm>
          <a:noFill/>
          <a:ln w="3175" cap="flat">
            <a:noFill/>
            <a:miter lim="400000"/>
          </a:ln>
          <a:effectLst/>
        </p:spPr>
        <p:txBody>
          <a:bodyPr wrap="square" lIns="48154" tIns="48154" rIns="48154" bIns="48154" numCol="1" anchor="t" anchorCtr="0">
            <a:spAutoFit/>
          </a:bodyPr>
          <a:lstStyle>
            <a:lvl1pPr algn="ctr">
              <a:defRPr lang="en-US" sz="19996" b="0" smtClean="0">
                <a:solidFill>
                  <a:schemeClr val="bg2"/>
                </a:solidFill>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lgn="ctr" defTabSz="1828526">
              <a:lnSpc>
                <a:spcPct val="100000"/>
              </a:lnSpc>
            </a:pPr>
            <a:r>
              <a:rPr lang="en-US"/>
              <a:t>Thank you</a:t>
            </a:r>
          </a:p>
        </p:txBody>
      </p:sp>
      <p:sp>
        <p:nvSpPr>
          <p:cNvPr id="18" name="Freeform 17">
            <a:extLst>
              <a:ext uri="{FF2B5EF4-FFF2-40B4-BE49-F238E27FC236}">
                <a16:creationId xmlns:a16="http://schemas.microsoft.com/office/drawing/2014/main" id="{D9A79B31-332C-D349-924F-4CC7637CB946}"/>
              </a:ext>
              <a:ext uri="{C183D7F6-B498-43B3-948B-1728B52AA6E4}">
                <adec:decorative xmlns:adec="http://schemas.microsoft.com/office/drawing/2017/decorative" val="1"/>
              </a:ext>
            </a:extLst>
          </p:cNvPr>
          <p:cNvSpPr/>
          <p:nvPr/>
        </p:nvSpPr>
        <p:spPr>
          <a:xfrm>
            <a:off x="2" y="2"/>
            <a:ext cx="6781507" cy="10134600"/>
          </a:xfrm>
          <a:custGeom>
            <a:avLst/>
            <a:gdLst>
              <a:gd name="connsiteX0" fmla="*/ 0 w 6781507"/>
              <a:gd name="connsiteY0" fmla="*/ 0 h 10134600"/>
              <a:gd name="connsiteX1" fmla="*/ 5111775 w 6781507"/>
              <a:gd name="connsiteY1" fmla="*/ 0 h 10134600"/>
              <a:gd name="connsiteX2" fmla="*/ 5024258 w 6781507"/>
              <a:gd name="connsiteY2" fmla="*/ 152206 h 10134600"/>
              <a:gd name="connsiteX3" fmla="*/ 4040187 w 6781507"/>
              <a:gd name="connsiteY3" fmla="*/ 4038600 h 10134600"/>
              <a:gd name="connsiteX4" fmla="*/ 6711425 w 6781507"/>
              <a:gd name="connsiteY4" fmla="*/ 10073894 h 10134600"/>
              <a:gd name="connsiteX5" fmla="*/ 6781507 w 6781507"/>
              <a:gd name="connsiteY5" fmla="*/ 10134600 h 10134600"/>
              <a:gd name="connsiteX6" fmla="*/ 0 w 6781507"/>
              <a:gd name="connsiteY6" fmla="*/ 10134600 h 10134600"/>
              <a:gd name="connsiteX7" fmla="*/ 0 w 6781507"/>
              <a:gd name="connsiteY7"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1507" h="10134600">
                <a:moveTo>
                  <a:pt x="0" y="0"/>
                </a:moveTo>
                <a:lnTo>
                  <a:pt x="5111775" y="0"/>
                </a:lnTo>
                <a:lnTo>
                  <a:pt x="5024258" y="152206"/>
                </a:lnTo>
                <a:cubicBezTo>
                  <a:pt x="4396672" y="1307488"/>
                  <a:pt x="4040187" y="2631413"/>
                  <a:pt x="4040187" y="4038600"/>
                </a:cubicBezTo>
                <a:cubicBezTo>
                  <a:pt x="4040187" y="6430818"/>
                  <a:pt x="5070428" y="8582410"/>
                  <a:pt x="6711425" y="10073894"/>
                </a:cubicBezTo>
                <a:lnTo>
                  <a:pt x="6781507" y="10134600"/>
                </a:lnTo>
                <a:lnTo>
                  <a:pt x="0" y="10134600"/>
                </a:lnTo>
                <a:lnTo>
                  <a:pt x="0" y="0"/>
                </a:lnTo>
                <a:close/>
              </a:path>
            </a:pathLst>
          </a:cu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7" name="Freeform 16">
            <a:extLst>
              <a:ext uri="{FF2B5EF4-FFF2-40B4-BE49-F238E27FC236}">
                <a16:creationId xmlns:a16="http://schemas.microsoft.com/office/drawing/2014/main" id="{734FF1B9-6821-4B4B-B9AD-6E5FAC439578}"/>
              </a:ext>
              <a:ext uri="{C183D7F6-B498-43B3-948B-1728B52AA6E4}">
                <adec:decorative xmlns:adec="http://schemas.microsoft.com/office/drawing/2017/decorative" val="1"/>
              </a:ext>
            </a:extLst>
          </p:cNvPr>
          <p:cNvSpPr/>
          <p:nvPr/>
        </p:nvSpPr>
        <p:spPr>
          <a:xfrm>
            <a:off x="17605669" y="2"/>
            <a:ext cx="6781509" cy="10134600"/>
          </a:xfrm>
          <a:custGeom>
            <a:avLst/>
            <a:gdLst>
              <a:gd name="connsiteX0" fmla="*/ 1669732 w 6781508"/>
              <a:gd name="connsiteY0" fmla="*/ 0 h 10134600"/>
              <a:gd name="connsiteX1" fmla="*/ 6781508 w 6781508"/>
              <a:gd name="connsiteY1" fmla="*/ 0 h 10134600"/>
              <a:gd name="connsiteX2" fmla="*/ 6781508 w 6781508"/>
              <a:gd name="connsiteY2" fmla="*/ 10134600 h 10134600"/>
              <a:gd name="connsiteX3" fmla="*/ 0 w 6781508"/>
              <a:gd name="connsiteY3" fmla="*/ 10134600 h 10134600"/>
              <a:gd name="connsiteX4" fmla="*/ 70080 w 6781508"/>
              <a:gd name="connsiteY4" fmla="*/ 10073894 h 10134600"/>
              <a:gd name="connsiteX5" fmla="*/ 2741320 w 6781508"/>
              <a:gd name="connsiteY5" fmla="*/ 4038600 h 10134600"/>
              <a:gd name="connsiteX6" fmla="*/ 1757248 w 6781508"/>
              <a:gd name="connsiteY6" fmla="*/ 152206 h 10134600"/>
              <a:gd name="connsiteX7" fmla="*/ 1669732 w 6781508"/>
              <a:gd name="connsiteY7"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1508" h="10134600">
                <a:moveTo>
                  <a:pt x="1669732" y="0"/>
                </a:moveTo>
                <a:lnTo>
                  <a:pt x="6781508" y="0"/>
                </a:lnTo>
                <a:lnTo>
                  <a:pt x="6781508" y="10134600"/>
                </a:lnTo>
                <a:lnTo>
                  <a:pt x="0" y="10134600"/>
                </a:lnTo>
                <a:lnTo>
                  <a:pt x="70080" y="10073894"/>
                </a:lnTo>
                <a:cubicBezTo>
                  <a:pt x="1711080" y="8582410"/>
                  <a:pt x="2741320" y="6430818"/>
                  <a:pt x="2741320" y="4038600"/>
                </a:cubicBezTo>
                <a:cubicBezTo>
                  <a:pt x="2741320" y="2631413"/>
                  <a:pt x="2384836" y="1307488"/>
                  <a:pt x="1757248" y="152206"/>
                </a:cubicBezTo>
                <a:lnTo>
                  <a:pt x="1669732" y="0"/>
                </a:lnTo>
                <a:close/>
              </a:path>
            </a:pathLst>
          </a:cu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6" name="Freeform 15">
            <a:extLst>
              <a:ext uri="{FF2B5EF4-FFF2-40B4-BE49-F238E27FC236}">
                <a16:creationId xmlns:a16="http://schemas.microsoft.com/office/drawing/2014/main" id="{09714E6C-8053-C14C-9136-ABA8196D3CB2}"/>
              </a:ext>
              <a:ext uri="{C183D7F6-B498-43B3-948B-1728B52AA6E4}">
                <adec:decorative xmlns:adec="http://schemas.microsoft.com/office/drawing/2017/decorative" val="1"/>
              </a:ext>
            </a:extLst>
          </p:cNvPr>
          <p:cNvSpPr/>
          <p:nvPr/>
        </p:nvSpPr>
        <p:spPr>
          <a:xfrm>
            <a:off x="6781509" y="10134602"/>
            <a:ext cx="10824161" cy="2057400"/>
          </a:xfrm>
          <a:custGeom>
            <a:avLst/>
            <a:gdLst>
              <a:gd name="connsiteX0" fmla="*/ 0 w 10824161"/>
              <a:gd name="connsiteY0" fmla="*/ 0 h 2057400"/>
              <a:gd name="connsiteX1" fmla="*/ 10824161 w 10824161"/>
              <a:gd name="connsiteY1" fmla="*/ 0 h 2057400"/>
              <a:gd name="connsiteX2" fmla="*/ 10598401 w 10824161"/>
              <a:gd name="connsiteY2" fmla="*/ 195560 h 2057400"/>
              <a:gd name="connsiteX3" fmla="*/ 5412080 w 10824161"/>
              <a:gd name="connsiteY3" fmla="*/ 2057400 h 2057400"/>
              <a:gd name="connsiteX4" fmla="*/ 225761 w 10824161"/>
              <a:gd name="connsiteY4" fmla="*/ 195560 h 2057400"/>
              <a:gd name="connsiteX5" fmla="*/ 0 w 10824161"/>
              <a:gd name="connsiteY5" fmla="*/ 0 h 205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24161" h="2057400">
                <a:moveTo>
                  <a:pt x="0" y="0"/>
                </a:moveTo>
                <a:lnTo>
                  <a:pt x="10824161" y="0"/>
                </a:lnTo>
                <a:lnTo>
                  <a:pt x="10598401" y="195560"/>
                </a:lnTo>
                <a:cubicBezTo>
                  <a:pt x="9189011" y="1358690"/>
                  <a:pt x="7382142" y="2057400"/>
                  <a:pt x="5412080" y="2057400"/>
                </a:cubicBezTo>
                <a:cubicBezTo>
                  <a:pt x="3442018" y="2057400"/>
                  <a:pt x="1635149" y="1358690"/>
                  <a:pt x="225761" y="195560"/>
                </a:cubicBez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pic>
        <p:nvPicPr>
          <p:cNvPr id="12" name="Picture 11">
            <a:extLst>
              <a:ext uri="{FF2B5EF4-FFF2-40B4-BE49-F238E27FC236}">
                <a16:creationId xmlns:a16="http://schemas.microsoft.com/office/drawing/2014/main" id="{8D90590B-0EE5-5640-B89B-263A10BE4503}"/>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44712" y="11700946"/>
            <a:ext cx="1940677" cy="491056"/>
          </a:xfrm>
          <a:prstGeom prst="rect">
            <a:avLst/>
          </a:prstGeom>
        </p:spPr>
      </p:pic>
      <p:sp>
        <p:nvSpPr>
          <p:cNvPr id="14" name="Folded Corner 13">
            <a:extLst>
              <a:ext uri="{FF2B5EF4-FFF2-40B4-BE49-F238E27FC236}">
                <a16:creationId xmlns:a16="http://schemas.microsoft.com/office/drawing/2014/main" id="{64B17631-FEC2-044D-BD70-8BA4A9F99C17}"/>
              </a:ext>
              <a:ext uri="{C183D7F6-B498-43B3-948B-1728B52AA6E4}">
                <adec:decorative xmlns:adec="http://schemas.microsoft.com/office/drawing/2017/decorative" val="1"/>
              </a:ext>
            </a:extLst>
          </p:cNvPr>
          <p:cNvSpPr/>
          <p:nvPr/>
        </p:nvSpPr>
        <p:spPr>
          <a:xfrm>
            <a:off x="-1" y="-2095500"/>
            <a:ext cx="9145589" cy="151130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Thank you slide to wrap up your presentation.</a:t>
            </a:r>
          </a:p>
          <a:p>
            <a:endParaRPr lang="en-US" sz="2400">
              <a:solidFill>
                <a:schemeClr val="tx1"/>
              </a:solidFill>
              <a:latin typeface="Source Sans Pro" charset="0"/>
            </a:endParaRPr>
          </a:p>
          <a:p>
            <a:r>
              <a:rPr lang="en-US" sz="2400" b="1">
                <a:solidFill>
                  <a:schemeClr val="tx1"/>
                </a:solidFill>
                <a:latin typeface="Source Sans Pro" charset="0"/>
              </a:rPr>
              <a:t>Tip: </a:t>
            </a:r>
            <a:r>
              <a:rPr lang="en-US" sz="2400" b="0">
                <a:solidFill>
                  <a:schemeClr val="tx1"/>
                </a:solidFill>
                <a:latin typeface="Source Sans Pro" charset="0"/>
              </a:rPr>
              <a:t>Replace placeholder text with your own words!</a:t>
            </a:r>
            <a:endParaRPr lang="en-US" sz="2400" b="1">
              <a:solidFill>
                <a:schemeClr val="tx1"/>
              </a:solidFill>
              <a:latin typeface="Source Sans Pro" charset="0"/>
            </a:endParaRPr>
          </a:p>
        </p:txBody>
      </p:sp>
    </p:spTree>
    <p:extLst>
      <p:ext uri="{BB962C8B-B14F-4D97-AF65-F5344CB8AC3E}">
        <p14:creationId xmlns:p14="http://schemas.microsoft.com/office/powerpoint/2010/main" val="857347639"/>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darkamber_thank you">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275AEC-3900-B34A-8D21-9518DB29DD49}"/>
              </a:ext>
            </a:extLst>
          </p:cNvPr>
          <p:cNvSpPr/>
          <p:nvPr/>
        </p:nvSpPr>
        <p:spPr>
          <a:xfrm>
            <a:off x="0" y="10116820"/>
            <a:ext cx="24387175" cy="3759200"/>
          </a:xfrm>
          <a:prstGeom prst="rect">
            <a:avLst/>
          </a:prstGeom>
          <a:solidFill>
            <a:srgbClr val="EAE6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Freeform 26">
            <a:extLst>
              <a:ext uri="{FF2B5EF4-FFF2-40B4-BE49-F238E27FC236}">
                <a16:creationId xmlns:a16="http://schemas.microsoft.com/office/drawing/2014/main" id="{B03F7985-4431-654C-9082-CFB90384E998}"/>
              </a:ext>
              <a:ext uri="{C183D7F6-B498-43B3-948B-1728B52AA6E4}">
                <adec:decorative xmlns:adec="http://schemas.microsoft.com/office/drawing/2017/decorative" val="1"/>
              </a:ext>
            </a:extLst>
          </p:cNvPr>
          <p:cNvSpPr/>
          <p:nvPr/>
        </p:nvSpPr>
        <p:spPr>
          <a:xfrm>
            <a:off x="4040189" y="2"/>
            <a:ext cx="16306801" cy="10134600"/>
          </a:xfrm>
          <a:custGeom>
            <a:avLst/>
            <a:gdLst>
              <a:gd name="connsiteX0" fmla="*/ 1071588 w 16306801"/>
              <a:gd name="connsiteY0" fmla="*/ 0 h 10134600"/>
              <a:gd name="connsiteX1" fmla="*/ 15235213 w 16306801"/>
              <a:gd name="connsiteY1" fmla="*/ 0 h 10134600"/>
              <a:gd name="connsiteX2" fmla="*/ 15322729 w 16306801"/>
              <a:gd name="connsiteY2" fmla="*/ 152206 h 10134600"/>
              <a:gd name="connsiteX3" fmla="*/ 16306801 w 16306801"/>
              <a:gd name="connsiteY3" fmla="*/ 4038600 h 10134600"/>
              <a:gd name="connsiteX4" fmla="*/ 13635561 w 16306801"/>
              <a:gd name="connsiteY4" fmla="*/ 10073894 h 10134600"/>
              <a:gd name="connsiteX5" fmla="*/ 13565481 w 16306801"/>
              <a:gd name="connsiteY5" fmla="*/ 10134600 h 10134600"/>
              <a:gd name="connsiteX6" fmla="*/ 2741320 w 16306801"/>
              <a:gd name="connsiteY6" fmla="*/ 10134600 h 10134600"/>
              <a:gd name="connsiteX7" fmla="*/ 2671238 w 16306801"/>
              <a:gd name="connsiteY7" fmla="*/ 10073894 h 10134600"/>
              <a:gd name="connsiteX8" fmla="*/ 0 w 16306801"/>
              <a:gd name="connsiteY8" fmla="*/ 4038600 h 10134600"/>
              <a:gd name="connsiteX9" fmla="*/ 984071 w 16306801"/>
              <a:gd name="connsiteY9" fmla="*/ 152206 h 10134600"/>
              <a:gd name="connsiteX10" fmla="*/ 1071588 w 16306801"/>
              <a:gd name="connsiteY10"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06801" h="10134600">
                <a:moveTo>
                  <a:pt x="1071588" y="0"/>
                </a:moveTo>
                <a:lnTo>
                  <a:pt x="15235213" y="0"/>
                </a:lnTo>
                <a:lnTo>
                  <a:pt x="15322729" y="152206"/>
                </a:lnTo>
                <a:cubicBezTo>
                  <a:pt x="15950317" y="1307488"/>
                  <a:pt x="16306801" y="2631413"/>
                  <a:pt x="16306801" y="4038600"/>
                </a:cubicBezTo>
                <a:cubicBezTo>
                  <a:pt x="16306801" y="6430818"/>
                  <a:pt x="15276561" y="8582410"/>
                  <a:pt x="13635561" y="10073894"/>
                </a:cubicBezTo>
                <a:lnTo>
                  <a:pt x="13565481" y="10134600"/>
                </a:lnTo>
                <a:lnTo>
                  <a:pt x="2741320" y="10134600"/>
                </a:lnTo>
                <a:lnTo>
                  <a:pt x="2671238" y="10073894"/>
                </a:lnTo>
                <a:cubicBezTo>
                  <a:pt x="1030241" y="8582410"/>
                  <a:pt x="0" y="6430818"/>
                  <a:pt x="0" y="4038600"/>
                </a:cubicBezTo>
                <a:cubicBezTo>
                  <a:pt x="0" y="2631413"/>
                  <a:pt x="356485" y="1307488"/>
                  <a:pt x="984071" y="152206"/>
                </a:cubicBezTo>
                <a:lnTo>
                  <a:pt x="1071588" y="0"/>
                </a:lnTo>
                <a:close/>
              </a:path>
            </a:pathLst>
          </a:custGeom>
          <a:solidFill>
            <a:srgbClr val="FCE2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1" name="Text Placeholder 2">
            <a:extLst>
              <a:ext uri="{FF2B5EF4-FFF2-40B4-BE49-F238E27FC236}">
                <a16:creationId xmlns:a16="http://schemas.microsoft.com/office/drawing/2014/main" id="{36BAB13D-E835-594B-997B-EF6ED23033FC}"/>
              </a:ext>
            </a:extLst>
          </p:cNvPr>
          <p:cNvSpPr>
            <a:spLocks noGrp="1"/>
          </p:cNvSpPr>
          <p:nvPr>
            <p:ph type="body" sz="quarter" idx="10" hasCustomPrompt="1"/>
          </p:nvPr>
        </p:nvSpPr>
        <p:spPr>
          <a:xfrm>
            <a:off x="4890051" y="4382713"/>
            <a:ext cx="14590646" cy="3271622"/>
          </a:xfrm>
          <a:noFill/>
          <a:ln w="3175" cap="flat">
            <a:noFill/>
            <a:miter lim="400000"/>
          </a:ln>
          <a:effectLst/>
        </p:spPr>
        <p:txBody>
          <a:bodyPr wrap="square" lIns="48154" tIns="48154" rIns="48154" bIns="48154" numCol="1" anchor="t" anchorCtr="0">
            <a:spAutoFit/>
          </a:bodyPr>
          <a:lstStyle>
            <a:lvl1pPr algn="ctr">
              <a:defRPr lang="en-US" sz="19996" b="0" smtClean="0">
                <a:solidFill>
                  <a:schemeClr val="accent2"/>
                </a:solidFill>
              </a:defRPr>
            </a:lvl1pPr>
            <a:lvl2pPr>
              <a:defRPr lang="en-US" sz="3600" smtClean="0">
                <a:solidFill>
                  <a:schemeClr val="tx1"/>
                </a:solidFill>
                <a:latin typeface="+mn-lt"/>
              </a:defRPr>
            </a:lvl2pPr>
            <a:lvl3pPr>
              <a:defRPr lang="en-US" sz="3600" smtClean="0">
                <a:solidFill>
                  <a:schemeClr val="tx1"/>
                </a:solidFill>
                <a:latin typeface="+mn-lt"/>
              </a:defRPr>
            </a:lvl3pPr>
            <a:lvl4pPr>
              <a:defRPr lang="en-US" smtClean="0">
                <a:solidFill>
                  <a:schemeClr val="tx1"/>
                </a:solidFill>
                <a:latin typeface="+mn-lt"/>
              </a:defRPr>
            </a:lvl4pPr>
            <a:lvl5pPr>
              <a:defRPr lang="en-US">
                <a:solidFill>
                  <a:schemeClr val="tx1"/>
                </a:solidFill>
                <a:latin typeface="+mn-lt"/>
              </a:defRPr>
            </a:lvl5pPr>
          </a:lstStyle>
          <a:p>
            <a:pPr lvl="0" algn="ctr" defTabSz="1828526">
              <a:lnSpc>
                <a:spcPct val="100000"/>
              </a:lnSpc>
            </a:pPr>
            <a:r>
              <a:rPr lang="en-US"/>
              <a:t>Thank you</a:t>
            </a:r>
          </a:p>
        </p:txBody>
      </p:sp>
      <p:sp>
        <p:nvSpPr>
          <p:cNvPr id="18" name="Freeform 17">
            <a:extLst>
              <a:ext uri="{FF2B5EF4-FFF2-40B4-BE49-F238E27FC236}">
                <a16:creationId xmlns:a16="http://schemas.microsoft.com/office/drawing/2014/main" id="{D9A79B31-332C-D349-924F-4CC7637CB946}"/>
              </a:ext>
              <a:ext uri="{C183D7F6-B498-43B3-948B-1728B52AA6E4}">
                <adec:decorative xmlns:adec="http://schemas.microsoft.com/office/drawing/2017/decorative" val="1"/>
              </a:ext>
            </a:extLst>
          </p:cNvPr>
          <p:cNvSpPr/>
          <p:nvPr/>
        </p:nvSpPr>
        <p:spPr>
          <a:xfrm>
            <a:off x="2" y="2"/>
            <a:ext cx="6781507" cy="10134600"/>
          </a:xfrm>
          <a:custGeom>
            <a:avLst/>
            <a:gdLst>
              <a:gd name="connsiteX0" fmla="*/ 0 w 6781507"/>
              <a:gd name="connsiteY0" fmla="*/ 0 h 10134600"/>
              <a:gd name="connsiteX1" fmla="*/ 5111775 w 6781507"/>
              <a:gd name="connsiteY1" fmla="*/ 0 h 10134600"/>
              <a:gd name="connsiteX2" fmla="*/ 5024258 w 6781507"/>
              <a:gd name="connsiteY2" fmla="*/ 152206 h 10134600"/>
              <a:gd name="connsiteX3" fmla="*/ 4040187 w 6781507"/>
              <a:gd name="connsiteY3" fmla="*/ 4038600 h 10134600"/>
              <a:gd name="connsiteX4" fmla="*/ 6711425 w 6781507"/>
              <a:gd name="connsiteY4" fmla="*/ 10073894 h 10134600"/>
              <a:gd name="connsiteX5" fmla="*/ 6781507 w 6781507"/>
              <a:gd name="connsiteY5" fmla="*/ 10134600 h 10134600"/>
              <a:gd name="connsiteX6" fmla="*/ 0 w 6781507"/>
              <a:gd name="connsiteY6" fmla="*/ 10134600 h 10134600"/>
              <a:gd name="connsiteX7" fmla="*/ 0 w 6781507"/>
              <a:gd name="connsiteY7"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1507" h="10134600">
                <a:moveTo>
                  <a:pt x="0" y="0"/>
                </a:moveTo>
                <a:lnTo>
                  <a:pt x="5111775" y="0"/>
                </a:lnTo>
                <a:lnTo>
                  <a:pt x="5024258" y="152206"/>
                </a:lnTo>
                <a:cubicBezTo>
                  <a:pt x="4396672" y="1307488"/>
                  <a:pt x="4040187" y="2631413"/>
                  <a:pt x="4040187" y="4038600"/>
                </a:cubicBezTo>
                <a:cubicBezTo>
                  <a:pt x="4040187" y="6430818"/>
                  <a:pt x="5070428" y="8582410"/>
                  <a:pt x="6711425" y="10073894"/>
                </a:cubicBezTo>
                <a:lnTo>
                  <a:pt x="6781507" y="10134600"/>
                </a:lnTo>
                <a:lnTo>
                  <a:pt x="0" y="10134600"/>
                </a:lnTo>
                <a:lnTo>
                  <a:pt x="0" y="0"/>
                </a:lnTo>
                <a:close/>
              </a:path>
            </a:pathLst>
          </a:cu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7" name="Freeform 16">
            <a:extLst>
              <a:ext uri="{FF2B5EF4-FFF2-40B4-BE49-F238E27FC236}">
                <a16:creationId xmlns:a16="http://schemas.microsoft.com/office/drawing/2014/main" id="{734FF1B9-6821-4B4B-B9AD-6E5FAC439578}"/>
              </a:ext>
              <a:ext uri="{C183D7F6-B498-43B3-948B-1728B52AA6E4}">
                <adec:decorative xmlns:adec="http://schemas.microsoft.com/office/drawing/2017/decorative" val="1"/>
              </a:ext>
            </a:extLst>
          </p:cNvPr>
          <p:cNvSpPr/>
          <p:nvPr/>
        </p:nvSpPr>
        <p:spPr>
          <a:xfrm>
            <a:off x="17605669" y="2"/>
            <a:ext cx="6781509" cy="10134600"/>
          </a:xfrm>
          <a:custGeom>
            <a:avLst/>
            <a:gdLst>
              <a:gd name="connsiteX0" fmla="*/ 1669732 w 6781508"/>
              <a:gd name="connsiteY0" fmla="*/ 0 h 10134600"/>
              <a:gd name="connsiteX1" fmla="*/ 6781508 w 6781508"/>
              <a:gd name="connsiteY1" fmla="*/ 0 h 10134600"/>
              <a:gd name="connsiteX2" fmla="*/ 6781508 w 6781508"/>
              <a:gd name="connsiteY2" fmla="*/ 10134600 h 10134600"/>
              <a:gd name="connsiteX3" fmla="*/ 0 w 6781508"/>
              <a:gd name="connsiteY3" fmla="*/ 10134600 h 10134600"/>
              <a:gd name="connsiteX4" fmla="*/ 70080 w 6781508"/>
              <a:gd name="connsiteY4" fmla="*/ 10073894 h 10134600"/>
              <a:gd name="connsiteX5" fmla="*/ 2741320 w 6781508"/>
              <a:gd name="connsiteY5" fmla="*/ 4038600 h 10134600"/>
              <a:gd name="connsiteX6" fmla="*/ 1757248 w 6781508"/>
              <a:gd name="connsiteY6" fmla="*/ 152206 h 10134600"/>
              <a:gd name="connsiteX7" fmla="*/ 1669732 w 6781508"/>
              <a:gd name="connsiteY7" fmla="*/ 0 h 10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1508" h="10134600">
                <a:moveTo>
                  <a:pt x="1669732" y="0"/>
                </a:moveTo>
                <a:lnTo>
                  <a:pt x="6781508" y="0"/>
                </a:lnTo>
                <a:lnTo>
                  <a:pt x="6781508" y="10134600"/>
                </a:lnTo>
                <a:lnTo>
                  <a:pt x="0" y="10134600"/>
                </a:lnTo>
                <a:lnTo>
                  <a:pt x="70080" y="10073894"/>
                </a:lnTo>
                <a:cubicBezTo>
                  <a:pt x="1711080" y="8582410"/>
                  <a:pt x="2741320" y="6430818"/>
                  <a:pt x="2741320" y="4038600"/>
                </a:cubicBezTo>
                <a:cubicBezTo>
                  <a:pt x="2741320" y="2631413"/>
                  <a:pt x="2384836" y="1307488"/>
                  <a:pt x="1757248" y="152206"/>
                </a:cubicBezTo>
                <a:lnTo>
                  <a:pt x="1669732" y="0"/>
                </a:lnTo>
                <a:close/>
              </a:path>
            </a:pathLst>
          </a:custGeom>
          <a:solidFill>
            <a:srgbClr val="FEFAF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6" name="Freeform 15">
            <a:extLst>
              <a:ext uri="{FF2B5EF4-FFF2-40B4-BE49-F238E27FC236}">
                <a16:creationId xmlns:a16="http://schemas.microsoft.com/office/drawing/2014/main" id="{09714E6C-8053-C14C-9136-ABA8196D3CB2}"/>
              </a:ext>
              <a:ext uri="{C183D7F6-B498-43B3-948B-1728B52AA6E4}">
                <adec:decorative xmlns:adec="http://schemas.microsoft.com/office/drawing/2017/decorative" val="1"/>
              </a:ext>
            </a:extLst>
          </p:cNvPr>
          <p:cNvSpPr/>
          <p:nvPr/>
        </p:nvSpPr>
        <p:spPr>
          <a:xfrm>
            <a:off x="6781509" y="10134602"/>
            <a:ext cx="10824161" cy="2057400"/>
          </a:xfrm>
          <a:custGeom>
            <a:avLst/>
            <a:gdLst>
              <a:gd name="connsiteX0" fmla="*/ 0 w 10824161"/>
              <a:gd name="connsiteY0" fmla="*/ 0 h 2057400"/>
              <a:gd name="connsiteX1" fmla="*/ 10824161 w 10824161"/>
              <a:gd name="connsiteY1" fmla="*/ 0 h 2057400"/>
              <a:gd name="connsiteX2" fmla="*/ 10598401 w 10824161"/>
              <a:gd name="connsiteY2" fmla="*/ 195560 h 2057400"/>
              <a:gd name="connsiteX3" fmla="*/ 5412080 w 10824161"/>
              <a:gd name="connsiteY3" fmla="*/ 2057400 h 2057400"/>
              <a:gd name="connsiteX4" fmla="*/ 225761 w 10824161"/>
              <a:gd name="connsiteY4" fmla="*/ 195560 h 2057400"/>
              <a:gd name="connsiteX5" fmla="*/ 0 w 10824161"/>
              <a:gd name="connsiteY5" fmla="*/ 0 h 205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24161" h="2057400">
                <a:moveTo>
                  <a:pt x="0" y="0"/>
                </a:moveTo>
                <a:lnTo>
                  <a:pt x="10824161" y="0"/>
                </a:lnTo>
                <a:lnTo>
                  <a:pt x="10598401" y="195560"/>
                </a:lnTo>
                <a:cubicBezTo>
                  <a:pt x="9189011" y="1358690"/>
                  <a:pt x="7382142" y="2057400"/>
                  <a:pt x="5412080" y="2057400"/>
                </a:cubicBezTo>
                <a:cubicBezTo>
                  <a:pt x="3442018" y="2057400"/>
                  <a:pt x="1635149" y="1358690"/>
                  <a:pt x="225761" y="195560"/>
                </a:cubicBez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pic>
        <p:nvPicPr>
          <p:cNvPr id="12" name="Picture 11">
            <a:extLst>
              <a:ext uri="{FF2B5EF4-FFF2-40B4-BE49-F238E27FC236}">
                <a16:creationId xmlns:a16="http://schemas.microsoft.com/office/drawing/2014/main" id="{CA8B8AA4-B597-BD41-9EEA-F172126BFA56}"/>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44712" y="11700946"/>
            <a:ext cx="1940677" cy="491056"/>
          </a:xfrm>
          <a:prstGeom prst="rect">
            <a:avLst/>
          </a:prstGeom>
        </p:spPr>
      </p:pic>
      <p:sp>
        <p:nvSpPr>
          <p:cNvPr id="13" name="Folded Corner 12">
            <a:extLst>
              <a:ext uri="{FF2B5EF4-FFF2-40B4-BE49-F238E27FC236}">
                <a16:creationId xmlns:a16="http://schemas.microsoft.com/office/drawing/2014/main" id="{6D0A7F79-392E-CF4C-B320-3CDD279A50C8}"/>
              </a:ext>
              <a:ext uri="{C183D7F6-B498-43B3-948B-1728B52AA6E4}">
                <adec:decorative xmlns:adec="http://schemas.microsoft.com/office/drawing/2017/decorative" val="1"/>
              </a:ext>
            </a:extLst>
          </p:cNvPr>
          <p:cNvSpPr/>
          <p:nvPr/>
        </p:nvSpPr>
        <p:spPr>
          <a:xfrm>
            <a:off x="-1" y="-2095500"/>
            <a:ext cx="9145589" cy="151130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Thank you slide to wrap up your presentation.</a:t>
            </a:r>
          </a:p>
          <a:p>
            <a:endParaRPr lang="en-US" sz="2400">
              <a:solidFill>
                <a:schemeClr val="tx1"/>
              </a:solidFill>
              <a:latin typeface="Source Sans Pro" charset="0"/>
            </a:endParaRPr>
          </a:p>
          <a:p>
            <a:r>
              <a:rPr lang="en-US" sz="2400" b="1">
                <a:solidFill>
                  <a:schemeClr val="tx1"/>
                </a:solidFill>
                <a:latin typeface="Source Sans Pro" charset="0"/>
              </a:rPr>
              <a:t>Tip: </a:t>
            </a:r>
            <a:r>
              <a:rPr lang="en-US" sz="2400" b="0">
                <a:solidFill>
                  <a:schemeClr val="tx1"/>
                </a:solidFill>
                <a:latin typeface="Source Sans Pro" charset="0"/>
              </a:rPr>
              <a:t>Replace placeholder text with your own words!</a:t>
            </a:r>
            <a:endParaRPr lang="en-US" sz="2400" b="1">
              <a:solidFill>
                <a:schemeClr val="tx1"/>
              </a:solidFill>
              <a:latin typeface="Source Sans Pro" charset="0"/>
            </a:endParaRPr>
          </a:p>
        </p:txBody>
      </p:sp>
    </p:spTree>
    <p:extLst>
      <p:ext uri="{BB962C8B-B14F-4D97-AF65-F5344CB8AC3E}">
        <p14:creationId xmlns:p14="http://schemas.microsoft.com/office/powerpoint/2010/main" val="129386312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logo center">
    <p:bg>
      <p:bgPr>
        <a:solidFill>
          <a:srgbClr val="FDFAF5"/>
        </a:solidFill>
        <a:effectLst/>
      </p:bgPr>
    </p:bg>
    <p:spTree>
      <p:nvGrpSpPr>
        <p:cNvPr id="1" name=""/>
        <p:cNvGrpSpPr/>
        <p:nvPr/>
      </p:nvGrpSpPr>
      <p:grpSpPr>
        <a:xfrm>
          <a:off x="0" y="0"/>
          <a:ext cx="0" cy="0"/>
          <a:chOff x="0" y="0"/>
          <a:chExt cx="0" cy="0"/>
        </a:xfrm>
      </p:grpSpPr>
      <p:sp>
        <p:nvSpPr>
          <p:cNvPr id="10" name="Folded Corner 9">
            <a:extLst>
              <a:ext uri="{FF2B5EF4-FFF2-40B4-BE49-F238E27FC236}">
                <a16:creationId xmlns:a16="http://schemas.microsoft.com/office/drawing/2014/main" id="{7A1C2934-10D2-924D-AC09-E17B3A6D1BF1}"/>
              </a:ext>
              <a:ext uri="{C183D7F6-B498-43B3-948B-1728B52AA6E4}">
                <adec:decorative xmlns:adec="http://schemas.microsoft.com/office/drawing/2017/decorative" val="1"/>
              </a:ext>
            </a:extLst>
          </p:cNvPr>
          <p:cNvSpPr/>
          <p:nvPr/>
        </p:nvSpPr>
        <p:spPr>
          <a:xfrm>
            <a:off x="1" y="-2916196"/>
            <a:ext cx="7512908" cy="2230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pic>
        <p:nvPicPr>
          <p:cNvPr id="3" name="Picture 2">
            <a:extLst>
              <a:ext uri="{FF2B5EF4-FFF2-40B4-BE49-F238E27FC236}">
                <a16:creationId xmlns:a16="http://schemas.microsoft.com/office/drawing/2014/main" id="{6A88B471-14B5-964F-9798-36B6FB5D690F}"/>
              </a:ext>
            </a:extLst>
          </p:cNvPr>
          <p:cNvPicPr>
            <a:picLocks noChangeAspect="1"/>
          </p:cNvPicPr>
          <p:nvPr/>
        </p:nvPicPr>
        <p:blipFill>
          <a:blip r:embed="rId2"/>
          <a:stretch>
            <a:fillRect/>
          </a:stretch>
        </p:blipFill>
        <p:spPr>
          <a:xfrm>
            <a:off x="8840787" y="6016345"/>
            <a:ext cx="6667500" cy="1683314"/>
          </a:xfrm>
          <a:prstGeom prst="rect">
            <a:avLst/>
          </a:prstGeom>
        </p:spPr>
      </p:pic>
    </p:spTree>
    <p:extLst>
      <p:ext uri="{BB962C8B-B14F-4D97-AF65-F5344CB8AC3E}">
        <p14:creationId xmlns:p14="http://schemas.microsoft.com/office/powerpoint/2010/main" val="173803043"/>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logo left">
    <p:bg>
      <p:bgPr>
        <a:solidFill>
          <a:srgbClr val="FDFAF5"/>
        </a:solidFill>
        <a:effectLst/>
      </p:bgPr>
    </p:bg>
    <p:spTree>
      <p:nvGrpSpPr>
        <p:cNvPr id="1" name=""/>
        <p:cNvGrpSpPr/>
        <p:nvPr/>
      </p:nvGrpSpPr>
      <p:grpSpPr>
        <a:xfrm>
          <a:off x="0" y="0"/>
          <a:ext cx="0" cy="0"/>
          <a:chOff x="0" y="0"/>
          <a:chExt cx="0" cy="0"/>
        </a:xfrm>
      </p:grpSpPr>
      <p:sp>
        <p:nvSpPr>
          <p:cNvPr id="10" name="Folded Corner 9">
            <a:extLst>
              <a:ext uri="{FF2B5EF4-FFF2-40B4-BE49-F238E27FC236}">
                <a16:creationId xmlns:a16="http://schemas.microsoft.com/office/drawing/2014/main" id="{7A1C2934-10D2-924D-AC09-E17B3A6D1BF1}"/>
              </a:ext>
              <a:ext uri="{C183D7F6-B498-43B3-948B-1728B52AA6E4}">
                <adec:decorative xmlns:adec="http://schemas.microsoft.com/office/drawing/2017/decorative" val="1"/>
              </a:ext>
            </a:extLst>
          </p:cNvPr>
          <p:cNvSpPr/>
          <p:nvPr/>
        </p:nvSpPr>
        <p:spPr>
          <a:xfrm>
            <a:off x="1" y="-2916196"/>
            <a:ext cx="7512908" cy="2230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pic>
        <p:nvPicPr>
          <p:cNvPr id="3" name="Picture 2">
            <a:extLst>
              <a:ext uri="{FF2B5EF4-FFF2-40B4-BE49-F238E27FC236}">
                <a16:creationId xmlns:a16="http://schemas.microsoft.com/office/drawing/2014/main" id="{6A88B471-14B5-964F-9798-36B6FB5D690F}"/>
              </a:ext>
            </a:extLst>
          </p:cNvPr>
          <p:cNvPicPr>
            <a:picLocks noChangeAspect="1"/>
          </p:cNvPicPr>
          <p:nvPr/>
        </p:nvPicPr>
        <p:blipFill>
          <a:blip r:embed="rId2"/>
          <a:stretch>
            <a:fillRect/>
          </a:stretch>
        </p:blipFill>
        <p:spPr>
          <a:xfrm>
            <a:off x="1525589" y="6016345"/>
            <a:ext cx="6667500" cy="1683314"/>
          </a:xfrm>
          <a:prstGeom prst="rect">
            <a:avLst/>
          </a:prstGeom>
        </p:spPr>
      </p:pic>
    </p:spTree>
    <p:extLst>
      <p:ext uri="{BB962C8B-B14F-4D97-AF65-F5344CB8AC3E}">
        <p14:creationId xmlns:p14="http://schemas.microsoft.com/office/powerpoint/2010/main" val="3853030650"/>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logo right">
    <p:bg>
      <p:bgPr>
        <a:solidFill>
          <a:srgbClr val="FDFAF5"/>
        </a:solidFill>
        <a:effectLst/>
      </p:bgPr>
    </p:bg>
    <p:spTree>
      <p:nvGrpSpPr>
        <p:cNvPr id="1" name=""/>
        <p:cNvGrpSpPr/>
        <p:nvPr/>
      </p:nvGrpSpPr>
      <p:grpSpPr>
        <a:xfrm>
          <a:off x="0" y="0"/>
          <a:ext cx="0" cy="0"/>
          <a:chOff x="0" y="0"/>
          <a:chExt cx="0" cy="0"/>
        </a:xfrm>
      </p:grpSpPr>
      <p:sp>
        <p:nvSpPr>
          <p:cNvPr id="10" name="Folded Corner 9">
            <a:extLst>
              <a:ext uri="{FF2B5EF4-FFF2-40B4-BE49-F238E27FC236}">
                <a16:creationId xmlns:a16="http://schemas.microsoft.com/office/drawing/2014/main" id="{7A1C2934-10D2-924D-AC09-E17B3A6D1BF1}"/>
              </a:ext>
              <a:ext uri="{C183D7F6-B498-43B3-948B-1728B52AA6E4}">
                <adec:decorative xmlns:adec="http://schemas.microsoft.com/office/drawing/2017/decorative" val="1"/>
              </a:ext>
            </a:extLst>
          </p:cNvPr>
          <p:cNvSpPr/>
          <p:nvPr/>
        </p:nvSpPr>
        <p:spPr>
          <a:xfrm>
            <a:off x="1" y="-2916196"/>
            <a:ext cx="7512908" cy="2230396"/>
          </a:xfrm>
          <a:prstGeom prst="foldedCorner">
            <a:avLst/>
          </a:prstGeom>
          <a:solidFill>
            <a:srgbClr val="FCE2BA"/>
          </a:solidFill>
          <a:ln w="6350" cap="flat" cmpd="sng" algn="ctr">
            <a:noFill/>
            <a:prstDash val="solid"/>
            <a:miter lim="800000"/>
          </a:ln>
          <a:effectLst/>
        </p:spPr>
        <p:txBody>
          <a:bodyPr lIns="274284" tIns="274284" rIns="274284" rtlCol="0" anchor="t"/>
          <a:lstStyle/>
          <a:p>
            <a:pPr marL="0" marR="0" lvl="0" indent="0" defTabSz="914218"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Purpose of Layout</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Big idea statement utilizing about 7-8 words in length.</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algn="l" defTabSz="914218"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Pro tip</a:t>
            </a:r>
            <a:r>
              <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rPr>
              <a:t>: Don’t use “Big idea statements” sequentially.</a:t>
            </a: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a:p>
            <a:pPr marL="0" marR="0" lvl="0" indent="0" defTabSz="91421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ource Sans Pro" charset="0"/>
              <a:ea typeface="Source Sans Pro" charset="0"/>
              <a:cs typeface="Source Sans Pro" charset="0"/>
            </a:endParaRPr>
          </a:p>
        </p:txBody>
      </p:sp>
      <p:pic>
        <p:nvPicPr>
          <p:cNvPr id="3" name="Picture 2">
            <a:extLst>
              <a:ext uri="{FF2B5EF4-FFF2-40B4-BE49-F238E27FC236}">
                <a16:creationId xmlns:a16="http://schemas.microsoft.com/office/drawing/2014/main" id="{6A88B471-14B5-964F-9798-36B6FB5D690F}"/>
              </a:ext>
            </a:extLst>
          </p:cNvPr>
          <p:cNvPicPr>
            <a:picLocks noChangeAspect="1"/>
          </p:cNvPicPr>
          <p:nvPr/>
        </p:nvPicPr>
        <p:blipFill>
          <a:blip r:embed="rId2"/>
          <a:stretch>
            <a:fillRect/>
          </a:stretch>
        </p:blipFill>
        <p:spPr>
          <a:xfrm>
            <a:off x="16177850" y="6016345"/>
            <a:ext cx="6667500" cy="1683314"/>
          </a:xfrm>
          <a:prstGeom prst="rect">
            <a:avLst/>
          </a:prstGeom>
        </p:spPr>
      </p:pic>
    </p:spTree>
    <p:extLst>
      <p:ext uri="{BB962C8B-B14F-4D97-AF65-F5344CB8AC3E}">
        <p14:creationId xmlns:p14="http://schemas.microsoft.com/office/powerpoint/2010/main" val="4187206712"/>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Blank">
    <p:bg>
      <p:bgPr>
        <a:solidFill>
          <a:srgbClr val="FDFAF5"/>
        </a:solidFill>
        <a:effectLst/>
      </p:bgPr>
    </p:bg>
    <p:spTree>
      <p:nvGrpSpPr>
        <p:cNvPr id="1" name=""/>
        <p:cNvGrpSpPr/>
        <p:nvPr/>
      </p:nvGrpSpPr>
      <p:grpSpPr>
        <a:xfrm>
          <a:off x="0" y="0"/>
          <a:ext cx="0" cy="0"/>
          <a:chOff x="0" y="0"/>
          <a:chExt cx="0" cy="0"/>
        </a:xfrm>
      </p:grpSpPr>
      <p:sp>
        <p:nvSpPr>
          <p:cNvPr id="2" name="Folded Corner 1">
            <a:extLst>
              <a:ext uri="{FF2B5EF4-FFF2-40B4-BE49-F238E27FC236}">
                <a16:creationId xmlns:a16="http://schemas.microsoft.com/office/drawing/2014/main" id="{B0A96DEB-E57C-E945-B00B-66106BB7BF63}"/>
              </a:ext>
              <a:ext uri="{C183D7F6-B498-43B3-948B-1728B52AA6E4}">
                <adec:decorative xmlns:adec="http://schemas.microsoft.com/office/drawing/2017/decorative" val="1"/>
              </a:ext>
            </a:extLst>
          </p:cNvPr>
          <p:cNvSpPr/>
          <p:nvPr/>
        </p:nvSpPr>
        <p:spPr>
          <a:xfrm>
            <a:off x="0" y="-2667000"/>
            <a:ext cx="12726989" cy="231140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A blank slide</a:t>
            </a:r>
          </a:p>
          <a:p>
            <a:endParaRPr lang="en-US" sz="2400">
              <a:solidFill>
                <a:schemeClr val="tx1"/>
              </a:solidFill>
              <a:latin typeface="Source Sans Pro" charset="0"/>
            </a:endParaRPr>
          </a:p>
          <a:p>
            <a:r>
              <a:rPr lang="en-US" sz="2400" b="1">
                <a:solidFill>
                  <a:schemeClr val="tx1"/>
                </a:solidFill>
                <a:latin typeface="Source Sans Pro" charset="0"/>
              </a:rPr>
              <a:t>Tip: </a:t>
            </a:r>
            <a:r>
              <a:rPr lang="en-US" sz="2400" b="0">
                <a:solidFill>
                  <a:schemeClr val="tx1"/>
                </a:solidFill>
                <a:latin typeface="Source Sans Pro" charset="0"/>
              </a:rPr>
              <a:t>Use judiciously and as a last resort if you can’t find what you need in a master slide.</a:t>
            </a:r>
          </a:p>
          <a:p>
            <a:endParaRPr lang="en-US" sz="2400" b="0">
              <a:solidFill>
                <a:schemeClr val="tx1"/>
              </a:solidFill>
              <a:latin typeface="Source Sans Pro" charset="0"/>
            </a:endParaRPr>
          </a:p>
          <a:p>
            <a:r>
              <a:rPr lang="en-US" sz="2400" b="0">
                <a:solidFill>
                  <a:schemeClr val="tx1"/>
                </a:solidFill>
                <a:latin typeface="Source Sans Pro" charset="0"/>
              </a:rPr>
              <a:t>Use to copy paste a screenshot from another slide.</a:t>
            </a:r>
            <a:endParaRPr lang="en-US" sz="2400" b="1">
              <a:solidFill>
                <a:schemeClr val="tx1"/>
              </a:solidFill>
              <a:latin typeface="Source Sans Pro" charset="0"/>
            </a:endParaRPr>
          </a:p>
        </p:txBody>
      </p:sp>
    </p:spTree>
    <p:extLst>
      <p:ext uri="{BB962C8B-B14F-4D97-AF65-F5344CB8AC3E}">
        <p14:creationId xmlns:p14="http://schemas.microsoft.com/office/powerpoint/2010/main" val="1233757923"/>
      </p:ext>
    </p:extLst>
  </p:cSld>
  <p:clrMapOvr>
    <a:overrideClrMapping bg1="lt1" tx1="dk1" bg2="lt2" tx2="dk2" accent1="accent1" accent2="accent2" accent3="accent3" accent4="accent4" accent5="accent5" accent6="accent6" hlink="hlink" folHlink="folHlink"/>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grid">
    <p:bg>
      <p:bgPr>
        <a:solidFill>
          <a:schemeClr val="bg1">
            <a:alpha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3DF5BD-52A3-BD4C-A507-D95C6EAD8E27}"/>
              </a:ext>
            </a:extLst>
          </p:cNvPr>
          <p:cNvPicPr>
            <a:picLocks noChangeAspect="1"/>
          </p:cNvPicPr>
          <p:nvPr/>
        </p:nvPicPr>
        <p:blipFill>
          <a:blip r:embed="rId2">
            <a:alphaModFix amt="65000"/>
          </a:blip>
          <a:stretch>
            <a:fillRect/>
          </a:stretch>
        </p:blipFill>
        <p:spPr>
          <a:xfrm>
            <a:off x="1587" y="0"/>
            <a:ext cx="24384001" cy="13716000"/>
          </a:xfrm>
          <a:prstGeom prst="rect">
            <a:avLst/>
          </a:prstGeom>
        </p:spPr>
      </p:pic>
      <p:sp>
        <p:nvSpPr>
          <p:cNvPr id="3" name="Folded Corner 2">
            <a:extLst>
              <a:ext uri="{FF2B5EF4-FFF2-40B4-BE49-F238E27FC236}">
                <a16:creationId xmlns:a16="http://schemas.microsoft.com/office/drawing/2014/main" id="{9242CC54-5AE3-2E44-89E2-6555742136B3}"/>
              </a:ext>
            </a:extLst>
          </p:cNvPr>
          <p:cNvSpPr/>
          <p:nvPr/>
        </p:nvSpPr>
        <p:spPr>
          <a:xfrm>
            <a:off x="1" y="-2438399"/>
            <a:ext cx="12574587" cy="1875990"/>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274284" tIns="274284" rIns="274284" rtlCol="0" anchor="t"/>
          <a:lstStyle/>
          <a:p>
            <a:r>
              <a:rPr lang="en-US" sz="2400" b="1">
                <a:solidFill>
                  <a:schemeClr val="tx1"/>
                </a:solidFill>
                <a:latin typeface="Source Sans Pro" charset="0"/>
                <a:ea typeface="Source Sans Pro" charset="0"/>
                <a:cs typeface="Arial" panose="020B0604020202020204" pitchFamily="34" charset="0"/>
              </a:rPr>
              <a:t>Purpose of Layout</a:t>
            </a:r>
            <a:r>
              <a:rPr lang="en-US" sz="2400">
                <a:solidFill>
                  <a:schemeClr val="tx1"/>
                </a:solidFill>
                <a:latin typeface="Source Sans Pro" charset="0"/>
                <a:ea typeface="Source Sans Pro" charset="0"/>
                <a:cs typeface="Arial" panose="020B0604020202020204" pitchFamily="34" charset="0"/>
              </a:rPr>
              <a:t>: This is the grid upon which designs in this template have been made.</a:t>
            </a:r>
          </a:p>
          <a:p>
            <a:endParaRPr lang="en-US" sz="2400" b="1">
              <a:solidFill>
                <a:schemeClr val="tx1"/>
              </a:solidFill>
              <a:latin typeface="Source Sans Pro" charset="0"/>
              <a:ea typeface="Source Sans Pro" charset="0"/>
              <a:cs typeface="Arial" panose="020B0604020202020204" pitchFamily="34" charset="0"/>
            </a:endParaRPr>
          </a:p>
          <a:p>
            <a:r>
              <a:rPr lang="en-US" sz="2400" b="1">
                <a:solidFill>
                  <a:schemeClr val="tx1"/>
                </a:solidFill>
                <a:latin typeface="Source Sans Pro" charset="0"/>
                <a:ea typeface="Source Sans Pro" charset="0"/>
                <a:cs typeface="Arial" panose="020B0604020202020204" pitchFamily="34" charset="0"/>
              </a:rPr>
              <a:t>Tip: </a:t>
            </a:r>
            <a:r>
              <a:rPr lang="en-US" sz="2400" b="0">
                <a:solidFill>
                  <a:schemeClr val="tx1"/>
                </a:solidFill>
                <a:latin typeface="Source Sans Pro" charset="0"/>
                <a:ea typeface="Source Sans Pro" charset="0"/>
                <a:cs typeface="Arial" panose="020B0604020202020204" pitchFamily="34" charset="0"/>
              </a:rPr>
              <a:t> In the very rare case you need to design a layout from scratch, please consider using this as foundational guidance, in addition to the guides.</a:t>
            </a:r>
            <a:endParaRPr lang="en-US" sz="2400" b="1">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286882255"/>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userDrawn="1">
  <p:cSld name="Title &amp; Subtitle">
    <p:bg>
      <p:bgPr>
        <a:solidFill>
          <a:schemeClr val="bg1"/>
        </a:solidFill>
        <a:effectLst/>
      </p:bgPr>
    </p:bg>
    <p:spTree>
      <p:nvGrpSpPr>
        <p:cNvPr id="1" name=""/>
        <p:cNvGrpSpPr/>
        <p:nvPr/>
      </p:nvGrpSpPr>
      <p:grpSpPr>
        <a:xfrm>
          <a:off x="0" y="0"/>
          <a:ext cx="0" cy="0"/>
          <a:chOff x="0" y="0"/>
          <a:chExt cx="0" cy="0"/>
        </a:xfrm>
      </p:grpSpPr>
      <p:sp>
        <p:nvSpPr>
          <p:cNvPr id="15" name="Text Placeholder 5">
            <a:extLst>
              <a:ext uri="{FF2B5EF4-FFF2-40B4-BE49-F238E27FC236}">
                <a16:creationId xmlns:a16="http://schemas.microsoft.com/office/drawing/2014/main" id="{9AC6BD4D-D643-9547-80C4-FD1A03F61C1D}"/>
              </a:ext>
            </a:extLst>
          </p:cNvPr>
          <p:cNvSpPr>
            <a:spLocks noGrp="1"/>
          </p:cNvSpPr>
          <p:nvPr>
            <p:ph type="body" sz="quarter" idx="10"/>
          </p:nvPr>
        </p:nvSpPr>
        <p:spPr>
          <a:xfrm>
            <a:off x="1388942" y="1279526"/>
            <a:ext cx="21611908" cy="907416"/>
          </a:xfrm>
        </p:spPr>
        <p:txBody>
          <a:bodyPr>
            <a:normAutofit/>
          </a:bodyPr>
          <a:lstStyle>
            <a:lvl1pPr marL="0" indent="0">
              <a:buFontTx/>
              <a:buNone/>
              <a:defRPr sz="5598" b="0" i="0">
                <a:solidFill>
                  <a:schemeClr val="accent2"/>
                </a:solidFill>
                <a:latin typeface="Community Light" panose="02000303040000020003" pitchFamily="2" charset="0"/>
              </a:defRPr>
            </a:lvl1pPr>
            <a:lvl2pPr marL="914218" indent="0">
              <a:buFontTx/>
              <a:buNone/>
              <a:defRPr b="0" i="0">
                <a:solidFill>
                  <a:schemeClr val="bg2"/>
                </a:solidFill>
                <a:latin typeface="LKN Sans Light" panose="02000303040000020003" pitchFamily="2" charset="0"/>
              </a:defRPr>
            </a:lvl2pPr>
            <a:lvl3pPr marL="1828434" indent="0">
              <a:buFontTx/>
              <a:buNone/>
              <a:defRPr b="0" i="0">
                <a:solidFill>
                  <a:schemeClr val="bg2"/>
                </a:solidFill>
                <a:latin typeface="LKN Sans Light" panose="02000303040000020003" pitchFamily="2" charset="0"/>
              </a:defRPr>
            </a:lvl3pPr>
            <a:lvl4pPr marL="2742652" indent="0">
              <a:buFontTx/>
              <a:buNone/>
              <a:defRPr b="0" i="0">
                <a:solidFill>
                  <a:schemeClr val="bg2"/>
                </a:solidFill>
                <a:latin typeface="LKN Sans Light" panose="02000303040000020003" pitchFamily="2" charset="0"/>
              </a:defRPr>
            </a:lvl4pPr>
            <a:lvl5pPr marL="3656868" indent="0">
              <a:buFontTx/>
              <a:buNone/>
              <a:defRPr b="0" i="0">
                <a:solidFill>
                  <a:schemeClr val="bg2"/>
                </a:solidFill>
                <a:latin typeface="LKN Sans Light" panose="02000303040000020003" pitchFamily="2" charset="0"/>
              </a:defRPr>
            </a:lvl5pPr>
          </a:lstStyle>
          <a:p>
            <a:pPr lvl="0"/>
            <a:r>
              <a:rPr lang="en-US"/>
              <a:t>Edit Master text styles</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p:nvPr>
        </p:nvSpPr>
        <p:spPr>
          <a:xfrm>
            <a:off x="1388942" y="2200715"/>
            <a:ext cx="21611908" cy="704534"/>
          </a:xfrm>
        </p:spPr>
        <p:txBody>
          <a:bodyPr lIns="109728">
            <a:normAutofit/>
          </a:bodyPr>
          <a:lstStyle>
            <a:lvl1pPr marL="0" indent="0">
              <a:buFontTx/>
              <a:buNone/>
              <a:defRPr sz="4400" b="0" i="0">
                <a:solidFill>
                  <a:schemeClr val="accent6"/>
                </a:solidFill>
                <a:latin typeface="Community Light" panose="02000303040000020003" pitchFamily="2" charset="0"/>
              </a:defRPr>
            </a:lvl1pPr>
            <a:lvl2pPr marL="914218" indent="0">
              <a:buFontTx/>
              <a:buNone/>
              <a:defRPr b="0" i="0">
                <a:solidFill>
                  <a:schemeClr val="accent6"/>
                </a:solidFill>
                <a:latin typeface="LKN Sans Light" panose="02000303040000020003" pitchFamily="2" charset="0"/>
              </a:defRPr>
            </a:lvl2pPr>
            <a:lvl3pPr marL="1828434" indent="0">
              <a:buFontTx/>
              <a:buNone/>
              <a:defRPr b="0" i="0">
                <a:solidFill>
                  <a:schemeClr val="accent6"/>
                </a:solidFill>
                <a:latin typeface="LKN Sans Light" panose="02000303040000020003" pitchFamily="2" charset="0"/>
              </a:defRPr>
            </a:lvl3pPr>
            <a:lvl4pPr marL="2742652" indent="0">
              <a:buFontTx/>
              <a:buNone/>
              <a:defRPr b="0" i="0">
                <a:solidFill>
                  <a:schemeClr val="accent6"/>
                </a:solidFill>
                <a:latin typeface="LKN Sans Light" panose="02000303040000020003" pitchFamily="2" charset="0"/>
              </a:defRPr>
            </a:lvl4pPr>
            <a:lvl5pPr marL="3656868" indent="0">
              <a:buFontTx/>
              <a:buNone/>
              <a:defRPr b="0" i="0">
                <a:solidFill>
                  <a:schemeClr val="accent6"/>
                </a:solidFill>
                <a:latin typeface="LKN Sans Light" panose="02000303040000020003" pitchFamily="2" charset="0"/>
              </a:defRPr>
            </a:lvl5pPr>
          </a:lstStyle>
          <a:p>
            <a:pPr lvl="0"/>
            <a:r>
              <a:rPr lang="en-US"/>
              <a:t>Edit Master text styles</a:t>
            </a:r>
          </a:p>
        </p:txBody>
      </p:sp>
      <p:sp>
        <p:nvSpPr>
          <p:cNvPr id="5" name="Slide Number Placeholder 4">
            <a:extLst>
              <a:ext uri="{FF2B5EF4-FFF2-40B4-BE49-F238E27FC236}">
                <a16:creationId xmlns:a16="http://schemas.microsoft.com/office/drawing/2014/main" id="{3F20EF7A-F842-4F43-9C62-DC93AD801BE8}"/>
              </a:ext>
            </a:extLst>
          </p:cNvPr>
          <p:cNvSpPr>
            <a:spLocks noGrp="1"/>
          </p:cNvSpPr>
          <p:nvPr>
            <p:ph type="sldNum" sz="quarter" idx="14"/>
          </p:nvPr>
        </p:nvSpPr>
        <p:spPr>
          <a:xfrm>
            <a:off x="18542956" y="12712703"/>
            <a:ext cx="5487114" cy="730250"/>
          </a:xfrm>
        </p:spPr>
        <p:txBody>
          <a:bodyPr/>
          <a:lstStyle/>
          <a:p>
            <a:pPr defTabSz="1828526">
              <a:defRPr/>
            </a:pPr>
            <a:fld id="{9386954D-29FB-504B-A61A-AC325EBF3697}" type="slidenum">
              <a:rPr lang="en-US" smtClean="0">
                <a:solidFill>
                  <a:srgbClr val="000000">
                    <a:tint val="75000"/>
                  </a:srgbClr>
                </a:solidFill>
              </a:rPr>
              <a:pPr defTabSz="1828526">
                <a:defRPr/>
              </a:pPr>
              <a:t>‹#›</a:t>
            </a:fld>
            <a:endParaRPr lang="en-US">
              <a:solidFill>
                <a:srgbClr val="000000">
                  <a:tint val="75000"/>
                </a:srgbClr>
              </a:solidFill>
            </a:endParaRPr>
          </a:p>
        </p:txBody>
      </p:sp>
    </p:spTree>
    <p:extLst>
      <p:ext uri="{BB962C8B-B14F-4D97-AF65-F5344CB8AC3E}">
        <p14:creationId xmlns:p14="http://schemas.microsoft.com/office/powerpoint/2010/main" val="445489194"/>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userDrawn="1">
  <p:cSld name="Blank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5614B-8044-39A2-67F8-D4E52D4F5CDA}"/>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446185114"/>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Background - Dark Blue">
    <p:bg>
      <p:bgPr>
        <a:solidFill>
          <a:srgbClr val="07294B"/>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F5DB83AE-C774-1B35-EB21-C25FCD09D4F2}"/>
              </a:ext>
            </a:extLst>
          </p:cNvPr>
          <p:cNvSpPr>
            <a:spLocks noGrp="1"/>
          </p:cNvSpPr>
          <p:nvPr>
            <p:ph type="body" sz="quarter" idx="10" hasCustomPrompt="1"/>
          </p:nvPr>
        </p:nvSpPr>
        <p:spPr>
          <a:xfrm>
            <a:off x="1150400" y="12915423"/>
            <a:ext cx="3727035" cy="349452"/>
          </a:xfrm>
          <a:prstGeom prst="rect">
            <a:avLst/>
          </a:prstGeom>
        </p:spPr>
        <p:txBody>
          <a:bodyPr/>
          <a:lstStyle>
            <a:lvl1pPr marL="0" indent="0">
              <a:buNone/>
              <a:defRPr sz="1733" b="1" i="0" kern="1200" spc="-27" baseline="0">
                <a:solidFill>
                  <a:schemeClr val="bg1"/>
                </a:solidFill>
                <a:latin typeface="Community Pro" panose="02000303040000020003" pitchFamily="2" charset="0"/>
              </a:defRPr>
            </a:lvl1pPr>
          </a:lstStyle>
          <a:p>
            <a:pPr lvl="0"/>
            <a:r>
              <a:rPr lang="en-US" b="1" i="0">
                <a:latin typeface="Community Pro" panose="02000303040000020003" pitchFamily="2" charset="0"/>
              </a:rPr>
              <a:t>Presentation Topic</a:t>
            </a:r>
            <a:endParaRPr lang="en-US"/>
          </a:p>
        </p:txBody>
      </p:sp>
      <p:sp>
        <p:nvSpPr>
          <p:cNvPr id="4" name="Text Placeholder 7">
            <a:extLst>
              <a:ext uri="{FF2B5EF4-FFF2-40B4-BE49-F238E27FC236}">
                <a16:creationId xmlns:a16="http://schemas.microsoft.com/office/drawing/2014/main" id="{D5051739-D790-8849-5497-0EB0251AFDB7}"/>
              </a:ext>
            </a:extLst>
          </p:cNvPr>
          <p:cNvSpPr>
            <a:spLocks noGrp="1"/>
          </p:cNvSpPr>
          <p:nvPr>
            <p:ph type="body" sz="quarter" idx="11" hasCustomPrompt="1"/>
          </p:nvPr>
        </p:nvSpPr>
        <p:spPr>
          <a:xfrm>
            <a:off x="5074311" y="12915423"/>
            <a:ext cx="3981305" cy="349452"/>
          </a:xfrm>
          <a:prstGeom prst="rect">
            <a:avLst/>
          </a:prstGeom>
        </p:spPr>
        <p:txBody>
          <a:bodyPr/>
          <a:lstStyle>
            <a:lvl1pPr marL="0" indent="0">
              <a:buNone/>
              <a:defRPr sz="1733" b="0" i="0" spc="-40" baseline="0">
                <a:solidFill>
                  <a:schemeClr val="bg1"/>
                </a:solidFill>
                <a:latin typeface="Community Pro" panose="02000303040000020003" pitchFamily="2" charset="0"/>
              </a:defRPr>
            </a:lvl1pPr>
          </a:lstStyle>
          <a:p>
            <a:pPr lvl="0"/>
            <a:r>
              <a:rPr lang="en-US"/>
              <a:t>Subcategory</a:t>
            </a:r>
          </a:p>
        </p:txBody>
      </p:sp>
      <p:sp>
        <p:nvSpPr>
          <p:cNvPr id="3" name="PROPRIETARY  CONFIDENTIAL">
            <a:extLst>
              <a:ext uri="{FF2B5EF4-FFF2-40B4-BE49-F238E27FC236}">
                <a16:creationId xmlns:a16="http://schemas.microsoft.com/office/drawing/2014/main" id="{0B325252-C973-B205-AC90-A41A119A5FD8}"/>
              </a:ext>
            </a:extLst>
          </p:cNvPr>
          <p:cNvSpPr/>
          <p:nvPr/>
        </p:nvSpPr>
        <p:spPr>
          <a:xfrm>
            <a:off x="19585950" y="13017501"/>
            <a:ext cx="3378640" cy="241300"/>
          </a:xfrm>
          <a:prstGeom prst="rect">
            <a:avLst/>
          </a:prstGeom>
          <a:noFill/>
          <a:ln/>
        </p:spPr>
        <p:txBody>
          <a:bodyPr wrap="square" lIns="0" tIns="0" rIns="0" bIns="0" rtlCol="0" anchor="t"/>
          <a:lstStyle/>
          <a:p>
            <a:pPr marL="0" indent="0" algn="r">
              <a:lnSpc>
                <a:spcPct val="100000"/>
              </a:lnSpc>
              <a:spcAft>
                <a:spcPts val="10000"/>
              </a:spcAft>
              <a:buNone/>
            </a:pPr>
            <a:r>
              <a:rPr lang="en-US" sz="1200" spc="67">
                <a:solidFill>
                  <a:srgbClr val="FFFFFF"/>
                </a:solidFill>
                <a:latin typeface="Community Pro Bold" pitchFamily="34" charset="0"/>
                <a:ea typeface="Community Pro Bold" pitchFamily="34" charset="-122"/>
                <a:cs typeface="Community Pro Bold" pitchFamily="34" charset="-120"/>
              </a:rPr>
              <a:t>PROPRIETARY + CONFIDENTIAL</a:t>
            </a:r>
            <a:endParaRPr lang="en-US" sz="1200" spc="67">
              <a:solidFill>
                <a:srgbClr val="FFFFFF"/>
              </a:solidFill>
              <a:latin typeface="Community Pro" panose="02000303040000020003"/>
            </a:endParaRPr>
          </a:p>
        </p:txBody>
      </p:sp>
      <p:sp>
        <p:nvSpPr>
          <p:cNvPr id="5" name="name_00">
            <a:extLst>
              <a:ext uri="{FF2B5EF4-FFF2-40B4-BE49-F238E27FC236}">
                <a16:creationId xmlns:a16="http://schemas.microsoft.com/office/drawing/2014/main" id="{FF7B34FC-0307-8BA7-C564-369BF6F85722}"/>
              </a:ext>
            </a:extLst>
          </p:cNvPr>
          <p:cNvSpPr/>
          <p:nvPr/>
        </p:nvSpPr>
        <p:spPr>
          <a:xfrm>
            <a:off x="22697855" y="12966700"/>
            <a:ext cx="1244762" cy="304800"/>
          </a:xfrm>
          <a:prstGeom prst="rect">
            <a:avLst/>
          </a:prstGeom>
          <a:noFill/>
          <a:ln/>
        </p:spPr>
        <p:txBody>
          <a:bodyPr wrap="square" lIns="0" tIns="0" rIns="0" bIns="0" rtlCol="0" anchor="t"/>
          <a:lstStyle/>
          <a:p>
            <a:pPr marL="0" indent="0" algn="r">
              <a:lnSpc>
                <a:spcPct val="100000"/>
              </a:lnSpc>
              <a:spcAft>
                <a:spcPts val="10000"/>
              </a:spcAft>
              <a:buNone/>
            </a:pPr>
            <a:fld id="{9C58DC4F-5EB9-F942-B3C9-60F718798FD4}" type="slidenum">
              <a:rPr lang="en-US" sz="1800" b="1" i="0" kern="0" spc="-100" smtClean="0">
                <a:solidFill>
                  <a:srgbClr val="FFFFFF"/>
                </a:solidFill>
                <a:latin typeface="Community Semibold" panose="02000303040000020003" pitchFamily="2" charset="0"/>
                <a:ea typeface="Community Pro Medium" pitchFamily="34" charset="-122"/>
                <a:cs typeface="Community Pro Medium" pitchFamily="34" charset="-120"/>
              </a:rPr>
              <a:pPr marL="0" indent="0" algn="r">
                <a:lnSpc>
                  <a:spcPct val="100000"/>
                </a:lnSpc>
                <a:spcAft>
                  <a:spcPts val="10000"/>
                </a:spcAft>
                <a:buNone/>
              </a:pPr>
              <a:t>‹#›</a:t>
            </a:fld>
            <a:endParaRPr lang="en-US" sz="1800" b="1" i="0">
              <a:solidFill>
                <a:srgbClr val="FFFFFF"/>
              </a:solidFill>
              <a:latin typeface="Community Semibold" panose="02000303040000020003" pitchFamily="2" charset="0"/>
            </a:endParaRPr>
          </a:p>
        </p:txBody>
      </p:sp>
    </p:spTree>
    <p:extLst>
      <p:ext uri="{BB962C8B-B14F-4D97-AF65-F5344CB8AC3E}">
        <p14:creationId xmlns:p14="http://schemas.microsoft.com/office/powerpoint/2010/main" val="1080625292"/>
      </p:ext>
    </p:extLst>
  </p:cSld>
  <p:clrMapOvr>
    <a:masterClrMapping/>
  </p:clrMapOvr>
  <p:hf hdr="0" ftr="0" dt="0"/>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Background - White">
    <p:bg>
      <p:bgPr>
        <a:solidFill>
          <a:srgbClr val="FFFFFF"/>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D1E9AF4-5578-D315-9E76-7CFA02C7BD05}"/>
              </a:ext>
            </a:extLst>
          </p:cNvPr>
          <p:cNvSpPr>
            <a:spLocks noGrp="1"/>
          </p:cNvSpPr>
          <p:nvPr>
            <p:ph type="body" sz="quarter" idx="10" hasCustomPrompt="1"/>
          </p:nvPr>
        </p:nvSpPr>
        <p:spPr>
          <a:xfrm>
            <a:off x="1150400" y="12915423"/>
            <a:ext cx="3727035" cy="349452"/>
          </a:xfrm>
          <a:prstGeom prst="rect">
            <a:avLst/>
          </a:prstGeom>
        </p:spPr>
        <p:txBody>
          <a:bodyPr/>
          <a:lstStyle>
            <a:lvl1pPr marL="0" indent="0">
              <a:buNone/>
              <a:defRPr sz="1733" b="1" i="0" kern="1200" spc="-27" baseline="0">
                <a:solidFill>
                  <a:srgbClr val="004182"/>
                </a:solidFill>
                <a:latin typeface="Community Pro" panose="02000303040000020003" pitchFamily="2" charset="0"/>
              </a:defRPr>
            </a:lvl1pPr>
          </a:lstStyle>
          <a:p>
            <a:pPr lvl="0"/>
            <a:r>
              <a:rPr lang="en-US" b="1" i="0">
                <a:latin typeface="Community Pro" panose="02000303040000020003" pitchFamily="2" charset="0"/>
              </a:rPr>
              <a:t>Presentation Topic</a:t>
            </a:r>
            <a:endParaRPr lang="en-US"/>
          </a:p>
        </p:txBody>
      </p:sp>
      <p:sp>
        <p:nvSpPr>
          <p:cNvPr id="10" name="Text Placeholder 7">
            <a:extLst>
              <a:ext uri="{FF2B5EF4-FFF2-40B4-BE49-F238E27FC236}">
                <a16:creationId xmlns:a16="http://schemas.microsoft.com/office/drawing/2014/main" id="{921D6191-3B0F-6E4A-67BF-EE16A657977F}"/>
              </a:ext>
            </a:extLst>
          </p:cNvPr>
          <p:cNvSpPr>
            <a:spLocks noGrp="1"/>
          </p:cNvSpPr>
          <p:nvPr>
            <p:ph type="body" sz="quarter" idx="11" hasCustomPrompt="1"/>
          </p:nvPr>
        </p:nvSpPr>
        <p:spPr>
          <a:xfrm>
            <a:off x="5074311" y="12915423"/>
            <a:ext cx="3981305" cy="349452"/>
          </a:xfrm>
          <a:prstGeom prst="rect">
            <a:avLst/>
          </a:prstGeom>
        </p:spPr>
        <p:txBody>
          <a:bodyPr/>
          <a:lstStyle>
            <a:lvl1pPr marL="0" indent="0">
              <a:buNone/>
              <a:defRPr sz="1733" b="0" i="0" spc="-40" baseline="0">
                <a:solidFill>
                  <a:srgbClr val="004182"/>
                </a:solidFill>
                <a:latin typeface="Community Pro" panose="02000303040000020003" pitchFamily="2" charset="0"/>
              </a:defRPr>
            </a:lvl1pPr>
          </a:lstStyle>
          <a:p>
            <a:pPr lvl="0"/>
            <a:r>
              <a:rPr lang="en-US"/>
              <a:t>Subcategory</a:t>
            </a:r>
          </a:p>
        </p:txBody>
      </p:sp>
      <p:sp>
        <p:nvSpPr>
          <p:cNvPr id="2" name="name_00">
            <a:extLst>
              <a:ext uri="{FF2B5EF4-FFF2-40B4-BE49-F238E27FC236}">
                <a16:creationId xmlns:a16="http://schemas.microsoft.com/office/drawing/2014/main" id="{F8C2DBE4-7AEF-8108-1016-6D8E58D83668}"/>
              </a:ext>
            </a:extLst>
          </p:cNvPr>
          <p:cNvSpPr/>
          <p:nvPr/>
        </p:nvSpPr>
        <p:spPr>
          <a:xfrm>
            <a:off x="22697855" y="12966700"/>
            <a:ext cx="1244762" cy="304800"/>
          </a:xfrm>
          <a:prstGeom prst="rect">
            <a:avLst/>
          </a:prstGeom>
          <a:noFill/>
          <a:ln/>
        </p:spPr>
        <p:txBody>
          <a:bodyPr wrap="square" lIns="0" tIns="0" rIns="0" bIns="0" rtlCol="0" anchor="t"/>
          <a:lstStyle/>
          <a:p>
            <a:pPr marL="0" indent="0" algn="r">
              <a:lnSpc>
                <a:spcPct val="100000"/>
              </a:lnSpc>
              <a:spcAft>
                <a:spcPts val="10000"/>
              </a:spcAft>
              <a:buNone/>
            </a:pPr>
            <a:fld id="{9C58DC4F-5EB9-F942-B3C9-60F718798FD4}" type="slidenum">
              <a:rPr lang="en-US" sz="1800" b="1" i="0" kern="0" spc="-100" smtClean="0">
                <a:solidFill>
                  <a:srgbClr val="004182"/>
                </a:solidFill>
                <a:latin typeface="Community Semibold" panose="02000303040000020003" pitchFamily="2" charset="0"/>
                <a:ea typeface="Community Pro Medium" pitchFamily="34" charset="-122"/>
                <a:cs typeface="Community Pro Medium" pitchFamily="34" charset="-120"/>
              </a:rPr>
              <a:pPr marL="0" indent="0" algn="r">
                <a:lnSpc>
                  <a:spcPct val="100000"/>
                </a:lnSpc>
                <a:spcAft>
                  <a:spcPts val="10000"/>
                </a:spcAft>
                <a:buNone/>
              </a:pPr>
              <a:t>‹#›</a:t>
            </a:fld>
            <a:endParaRPr lang="en-US" sz="1800" b="1" i="0">
              <a:latin typeface="Community Semibold" panose="02000303040000020003" pitchFamily="2" charset="0"/>
            </a:endParaRPr>
          </a:p>
        </p:txBody>
      </p:sp>
      <p:sp>
        <p:nvSpPr>
          <p:cNvPr id="3" name="PROPRIETARY  CONFIDENTIAL">
            <a:extLst>
              <a:ext uri="{FF2B5EF4-FFF2-40B4-BE49-F238E27FC236}">
                <a16:creationId xmlns:a16="http://schemas.microsoft.com/office/drawing/2014/main" id="{DA37466E-75F0-EEBF-079F-D2DB527FBF41}"/>
              </a:ext>
            </a:extLst>
          </p:cNvPr>
          <p:cNvSpPr/>
          <p:nvPr/>
        </p:nvSpPr>
        <p:spPr>
          <a:xfrm>
            <a:off x="19585950" y="13017501"/>
            <a:ext cx="3378640" cy="241300"/>
          </a:xfrm>
          <a:prstGeom prst="rect">
            <a:avLst/>
          </a:prstGeom>
          <a:noFill/>
          <a:ln/>
        </p:spPr>
        <p:txBody>
          <a:bodyPr wrap="square" lIns="0" tIns="0" rIns="0" bIns="0" rtlCol="0" anchor="t"/>
          <a:lstStyle/>
          <a:p>
            <a:pPr marL="0" indent="0" algn="r">
              <a:lnSpc>
                <a:spcPct val="100000"/>
              </a:lnSpc>
              <a:spcAft>
                <a:spcPts val="10000"/>
              </a:spcAft>
              <a:buNone/>
            </a:pPr>
            <a:r>
              <a:rPr lang="en-US" sz="1200" spc="67">
                <a:solidFill>
                  <a:srgbClr val="004182"/>
                </a:solidFill>
                <a:latin typeface="Community Pro Bold" pitchFamily="34" charset="0"/>
                <a:ea typeface="Community Pro Bold" pitchFamily="34" charset="-122"/>
                <a:cs typeface="Community Pro Bold" pitchFamily="34" charset="-120"/>
              </a:rPr>
              <a:t>PROPRIETARY + CONFIDENTIAL</a:t>
            </a:r>
            <a:endParaRPr lang="en-US" sz="1200" spc="67">
              <a:latin typeface="Community Pro" panose="02000303040000020003"/>
            </a:endParaRPr>
          </a:p>
        </p:txBody>
      </p:sp>
    </p:spTree>
    <p:extLst>
      <p:ext uri="{BB962C8B-B14F-4D97-AF65-F5344CB8AC3E}">
        <p14:creationId xmlns:p14="http://schemas.microsoft.com/office/powerpoint/2010/main" val="3147512316"/>
      </p:ext>
    </p:extLst>
  </p:cSld>
  <p:clrMapOvr>
    <a:masterClrMapping/>
  </p:clrMapOvr>
  <p:hf hdr="0" ftr="0" dt="0"/>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Background - Mid Blue">
    <p:bg>
      <p:bgPr>
        <a:solidFill>
          <a:schemeClr val="accent3"/>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C4F4D021-CD94-93A9-706D-D6AB99B555A0}"/>
              </a:ext>
            </a:extLst>
          </p:cNvPr>
          <p:cNvSpPr>
            <a:spLocks noGrp="1"/>
          </p:cNvSpPr>
          <p:nvPr>
            <p:ph type="body" sz="quarter" idx="10" hasCustomPrompt="1"/>
          </p:nvPr>
        </p:nvSpPr>
        <p:spPr>
          <a:xfrm>
            <a:off x="1150400" y="12915423"/>
            <a:ext cx="3727035" cy="349452"/>
          </a:xfrm>
          <a:prstGeom prst="rect">
            <a:avLst/>
          </a:prstGeom>
        </p:spPr>
        <p:txBody>
          <a:bodyPr/>
          <a:lstStyle>
            <a:lvl1pPr marL="0" indent="0">
              <a:buNone/>
              <a:defRPr sz="1733" b="1" i="0" kern="1200" spc="-27" baseline="0">
                <a:solidFill>
                  <a:srgbClr val="004182"/>
                </a:solidFill>
                <a:latin typeface="Community Pro" panose="02000303040000020003" pitchFamily="2" charset="0"/>
              </a:defRPr>
            </a:lvl1pPr>
          </a:lstStyle>
          <a:p>
            <a:pPr lvl="0"/>
            <a:r>
              <a:rPr lang="en-US" b="1" i="0">
                <a:latin typeface="Community Pro" panose="02000303040000020003" pitchFamily="2" charset="0"/>
              </a:rPr>
              <a:t>Presentation Topic</a:t>
            </a:r>
            <a:endParaRPr lang="en-US"/>
          </a:p>
        </p:txBody>
      </p:sp>
      <p:sp>
        <p:nvSpPr>
          <p:cNvPr id="4" name="Text Placeholder 7">
            <a:extLst>
              <a:ext uri="{FF2B5EF4-FFF2-40B4-BE49-F238E27FC236}">
                <a16:creationId xmlns:a16="http://schemas.microsoft.com/office/drawing/2014/main" id="{9DB67B99-E61D-5477-35B2-CD2B41362126}"/>
              </a:ext>
            </a:extLst>
          </p:cNvPr>
          <p:cNvSpPr>
            <a:spLocks noGrp="1"/>
          </p:cNvSpPr>
          <p:nvPr>
            <p:ph type="body" sz="quarter" idx="11" hasCustomPrompt="1"/>
          </p:nvPr>
        </p:nvSpPr>
        <p:spPr>
          <a:xfrm>
            <a:off x="5074311" y="12915423"/>
            <a:ext cx="3981305" cy="349452"/>
          </a:xfrm>
          <a:prstGeom prst="rect">
            <a:avLst/>
          </a:prstGeom>
        </p:spPr>
        <p:txBody>
          <a:bodyPr/>
          <a:lstStyle>
            <a:lvl1pPr marL="0" indent="0">
              <a:buNone/>
              <a:defRPr sz="1733" b="0" i="0" spc="-40" baseline="0">
                <a:solidFill>
                  <a:srgbClr val="004182"/>
                </a:solidFill>
                <a:latin typeface="Community Pro" panose="02000303040000020003" pitchFamily="2" charset="0"/>
              </a:defRPr>
            </a:lvl1pPr>
          </a:lstStyle>
          <a:p>
            <a:pPr lvl="0"/>
            <a:r>
              <a:rPr lang="en-US"/>
              <a:t>Subcategory</a:t>
            </a:r>
          </a:p>
        </p:txBody>
      </p:sp>
      <p:sp>
        <p:nvSpPr>
          <p:cNvPr id="3" name="PROPRIETARY  CONFIDENTIAL">
            <a:extLst>
              <a:ext uri="{FF2B5EF4-FFF2-40B4-BE49-F238E27FC236}">
                <a16:creationId xmlns:a16="http://schemas.microsoft.com/office/drawing/2014/main" id="{82856C62-1EE7-C3EC-1326-DA0A9CFB4CB9}"/>
              </a:ext>
            </a:extLst>
          </p:cNvPr>
          <p:cNvSpPr/>
          <p:nvPr/>
        </p:nvSpPr>
        <p:spPr>
          <a:xfrm>
            <a:off x="19585950" y="13017501"/>
            <a:ext cx="3378640" cy="241300"/>
          </a:xfrm>
          <a:prstGeom prst="rect">
            <a:avLst/>
          </a:prstGeom>
          <a:noFill/>
          <a:ln/>
        </p:spPr>
        <p:txBody>
          <a:bodyPr wrap="square" lIns="0" tIns="0" rIns="0" bIns="0" rtlCol="0" anchor="t"/>
          <a:lstStyle/>
          <a:p>
            <a:pPr marL="0" indent="0" algn="r">
              <a:lnSpc>
                <a:spcPct val="100000"/>
              </a:lnSpc>
              <a:spcAft>
                <a:spcPts val="10000"/>
              </a:spcAft>
              <a:buNone/>
            </a:pPr>
            <a:r>
              <a:rPr lang="en-US" sz="1200" spc="67">
                <a:solidFill>
                  <a:srgbClr val="004182"/>
                </a:solidFill>
                <a:latin typeface="Community Pro Bold" pitchFamily="34" charset="0"/>
                <a:ea typeface="Community Pro Bold" pitchFamily="34" charset="-122"/>
                <a:cs typeface="Community Pro Bold" pitchFamily="34" charset="-120"/>
              </a:rPr>
              <a:t>PROPRIETARY + CONFIDENTIAL</a:t>
            </a:r>
            <a:endParaRPr lang="en-US" sz="1200" spc="67">
              <a:latin typeface="Community Pro" panose="02000303040000020003"/>
            </a:endParaRPr>
          </a:p>
        </p:txBody>
      </p:sp>
      <p:sp>
        <p:nvSpPr>
          <p:cNvPr id="5" name="name_00">
            <a:extLst>
              <a:ext uri="{FF2B5EF4-FFF2-40B4-BE49-F238E27FC236}">
                <a16:creationId xmlns:a16="http://schemas.microsoft.com/office/drawing/2014/main" id="{DDF7E755-8467-37B0-F1A8-D8AD2A522769}"/>
              </a:ext>
            </a:extLst>
          </p:cNvPr>
          <p:cNvSpPr/>
          <p:nvPr/>
        </p:nvSpPr>
        <p:spPr>
          <a:xfrm>
            <a:off x="22697855" y="12966700"/>
            <a:ext cx="1244762" cy="304800"/>
          </a:xfrm>
          <a:prstGeom prst="rect">
            <a:avLst/>
          </a:prstGeom>
          <a:noFill/>
          <a:ln/>
        </p:spPr>
        <p:txBody>
          <a:bodyPr wrap="square" lIns="0" tIns="0" rIns="0" bIns="0" rtlCol="0" anchor="t"/>
          <a:lstStyle/>
          <a:p>
            <a:pPr marL="0" indent="0" algn="r">
              <a:lnSpc>
                <a:spcPct val="100000"/>
              </a:lnSpc>
              <a:spcAft>
                <a:spcPts val="10000"/>
              </a:spcAft>
              <a:buNone/>
            </a:pPr>
            <a:fld id="{9C58DC4F-5EB9-F942-B3C9-60F718798FD4}" type="slidenum">
              <a:rPr lang="en-US" sz="1800" b="1" i="0" kern="0" spc="-100" smtClean="0">
                <a:solidFill>
                  <a:srgbClr val="004182"/>
                </a:solidFill>
                <a:latin typeface="Community Semibold" panose="02000303040000020003" pitchFamily="2" charset="0"/>
                <a:ea typeface="Community Pro Medium" pitchFamily="34" charset="-122"/>
                <a:cs typeface="Community Pro Medium" pitchFamily="34" charset="-120"/>
              </a:rPr>
              <a:pPr marL="0" indent="0" algn="r">
                <a:lnSpc>
                  <a:spcPct val="100000"/>
                </a:lnSpc>
                <a:spcAft>
                  <a:spcPts val="10000"/>
                </a:spcAft>
                <a:buNone/>
              </a:pPr>
              <a:t>‹#›</a:t>
            </a:fld>
            <a:endParaRPr lang="en-US" sz="1800" b="1" i="0">
              <a:latin typeface="Community Semibold" panose="02000303040000020003" pitchFamily="2" charset="0"/>
            </a:endParaRPr>
          </a:p>
        </p:txBody>
      </p:sp>
    </p:spTree>
    <p:extLst>
      <p:ext uri="{BB962C8B-B14F-4D97-AF65-F5344CB8AC3E}">
        <p14:creationId xmlns:p14="http://schemas.microsoft.com/office/powerpoint/2010/main" val="1461896530"/>
      </p:ext>
    </p:extLst>
  </p:cSld>
  <p:clrMapOvr>
    <a:masterClrMapping/>
  </p:clrMapOvr>
  <p:hf hdr="0" ftr="0" dt="0"/>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Background - Light Blue">
    <p:bg>
      <p:bgPr>
        <a:solidFill>
          <a:srgbClr val="D2E9FF"/>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C4F4D021-CD94-93A9-706D-D6AB99B555A0}"/>
              </a:ext>
            </a:extLst>
          </p:cNvPr>
          <p:cNvSpPr>
            <a:spLocks noGrp="1"/>
          </p:cNvSpPr>
          <p:nvPr>
            <p:ph type="body" sz="quarter" idx="10" hasCustomPrompt="1"/>
          </p:nvPr>
        </p:nvSpPr>
        <p:spPr>
          <a:xfrm>
            <a:off x="1150400" y="12915423"/>
            <a:ext cx="3727035" cy="349452"/>
          </a:xfrm>
          <a:prstGeom prst="rect">
            <a:avLst/>
          </a:prstGeom>
        </p:spPr>
        <p:txBody>
          <a:bodyPr/>
          <a:lstStyle>
            <a:lvl1pPr marL="0" indent="0">
              <a:buNone/>
              <a:defRPr sz="1733" b="1" i="0" kern="1200" spc="-27" baseline="0">
                <a:solidFill>
                  <a:srgbClr val="004182"/>
                </a:solidFill>
                <a:latin typeface="Community Pro" panose="02000303040000020003" pitchFamily="2" charset="0"/>
              </a:defRPr>
            </a:lvl1pPr>
          </a:lstStyle>
          <a:p>
            <a:pPr lvl="0"/>
            <a:r>
              <a:rPr lang="en-US" b="1" i="0">
                <a:latin typeface="Community Pro" panose="02000303040000020003" pitchFamily="2" charset="0"/>
              </a:rPr>
              <a:t>Presentation Topic</a:t>
            </a:r>
            <a:endParaRPr lang="en-US"/>
          </a:p>
        </p:txBody>
      </p:sp>
      <p:sp>
        <p:nvSpPr>
          <p:cNvPr id="4" name="Text Placeholder 7">
            <a:extLst>
              <a:ext uri="{FF2B5EF4-FFF2-40B4-BE49-F238E27FC236}">
                <a16:creationId xmlns:a16="http://schemas.microsoft.com/office/drawing/2014/main" id="{9DB67B99-E61D-5477-35B2-CD2B41362126}"/>
              </a:ext>
            </a:extLst>
          </p:cNvPr>
          <p:cNvSpPr>
            <a:spLocks noGrp="1"/>
          </p:cNvSpPr>
          <p:nvPr>
            <p:ph type="body" sz="quarter" idx="11" hasCustomPrompt="1"/>
          </p:nvPr>
        </p:nvSpPr>
        <p:spPr>
          <a:xfrm>
            <a:off x="5074311" y="12915423"/>
            <a:ext cx="3981305" cy="349452"/>
          </a:xfrm>
          <a:prstGeom prst="rect">
            <a:avLst/>
          </a:prstGeom>
        </p:spPr>
        <p:txBody>
          <a:bodyPr/>
          <a:lstStyle>
            <a:lvl1pPr marL="0" indent="0">
              <a:buNone/>
              <a:defRPr sz="1733" b="0" i="0" spc="-40" baseline="0">
                <a:solidFill>
                  <a:srgbClr val="004182"/>
                </a:solidFill>
                <a:latin typeface="Community Pro" panose="02000303040000020003" pitchFamily="2" charset="0"/>
              </a:defRPr>
            </a:lvl1pPr>
          </a:lstStyle>
          <a:p>
            <a:pPr lvl="0"/>
            <a:r>
              <a:rPr lang="en-US"/>
              <a:t>Subcategory</a:t>
            </a:r>
          </a:p>
        </p:txBody>
      </p:sp>
      <p:sp>
        <p:nvSpPr>
          <p:cNvPr id="3" name="PROPRIETARY  CONFIDENTIAL">
            <a:extLst>
              <a:ext uri="{FF2B5EF4-FFF2-40B4-BE49-F238E27FC236}">
                <a16:creationId xmlns:a16="http://schemas.microsoft.com/office/drawing/2014/main" id="{82856C62-1EE7-C3EC-1326-DA0A9CFB4CB9}"/>
              </a:ext>
            </a:extLst>
          </p:cNvPr>
          <p:cNvSpPr/>
          <p:nvPr/>
        </p:nvSpPr>
        <p:spPr>
          <a:xfrm>
            <a:off x="19585950" y="13017501"/>
            <a:ext cx="3378640" cy="241300"/>
          </a:xfrm>
          <a:prstGeom prst="rect">
            <a:avLst/>
          </a:prstGeom>
          <a:noFill/>
          <a:ln/>
        </p:spPr>
        <p:txBody>
          <a:bodyPr wrap="square" lIns="0" tIns="0" rIns="0" bIns="0" rtlCol="0" anchor="t"/>
          <a:lstStyle/>
          <a:p>
            <a:pPr marL="0" indent="0" algn="r">
              <a:lnSpc>
                <a:spcPct val="100000"/>
              </a:lnSpc>
              <a:spcAft>
                <a:spcPts val="10000"/>
              </a:spcAft>
              <a:buNone/>
            </a:pPr>
            <a:r>
              <a:rPr lang="en-US" sz="1200" spc="67">
                <a:solidFill>
                  <a:srgbClr val="004182"/>
                </a:solidFill>
                <a:latin typeface="Community Pro Bold" pitchFamily="34" charset="0"/>
                <a:ea typeface="Community Pro Bold" pitchFamily="34" charset="-122"/>
                <a:cs typeface="Community Pro Bold" pitchFamily="34" charset="-120"/>
              </a:rPr>
              <a:t>PROPRIETARY + CONFIDENTIAL</a:t>
            </a:r>
            <a:endParaRPr lang="en-US" sz="1200" spc="67">
              <a:latin typeface="Community Pro" panose="02000303040000020003"/>
            </a:endParaRPr>
          </a:p>
        </p:txBody>
      </p:sp>
      <p:sp>
        <p:nvSpPr>
          <p:cNvPr id="5" name="name_00">
            <a:extLst>
              <a:ext uri="{FF2B5EF4-FFF2-40B4-BE49-F238E27FC236}">
                <a16:creationId xmlns:a16="http://schemas.microsoft.com/office/drawing/2014/main" id="{DDF7E755-8467-37B0-F1A8-D8AD2A522769}"/>
              </a:ext>
            </a:extLst>
          </p:cNvPr>
          <p:cNvSpPr/>
          <p:nvPr/>
        </p:nvSpPr>
        <p:spPr>
          <a:xfrm>
            <a:off x="22697855" y="12966700"/>
            <a:ext cx="1244762" cy="304800"/>
          </a:xfrm>
          <a:prstGeom prst="rect">
            <a:avLst/>
          </a:prstGeom>
          <a:noFill/>
          <a:ln/>
        </p:spPr>
        <p:txBody>
          <a:bodyPr wrap="square" lIns="0" tIns="0" rIns="0" bIns="0" rtlCol="0" anchor="t"/>
          <a:lstStyle/>
          <a:p>
            <a:pPr marL="0" indent="0" algn="r">
              <a:lnSpc>
                <a:spcPct val="100000"/>
              </a:lnSpc>
              <a:spcAft>
                <a:spcPts val="10000"/>
              </a:spcAft>
              <a:buNone/>
            </a:pPr>
            <a:fld id="{9C58DC4F-5EB9-F942-B3C9-60F718798FD4}" type="slidenum">
              <a:rPr lang="en-US" sz="1800" b="1" i="0" kern="0" spc="-100" smtClean="0">
                <a:solidFill>
                  <a:srgbClr val="004182"/>
                </a:solidFill>
                <a:latin typeface="Community Semibold" panose="02000303040000020003" pitchFamily="2" charset="0"/>
                <a:ea typeface="Community Pro Medium" pitchFamily="34" charset="-122"/>
                <a:cs typeface="Community Pro Medium" pitchFamily="34" charset="-120"/>
              </a:rPr>
              <a:pPr marL="0" indent="0" algn="r">
                <a:lnSpc>
                  <a:spcPct val="100000"/>
                </a:lnSpc>
                <a:spcAft>
                  <a:spcPts val="10000"/>
                </a:spcAft>
                <a:buNone/>
              </a:pPr>
              <a:t>‹#›</a:t>
            </a:fld>
            <a:endParaRPr lang="en-US" sz="1800" b="1" i="0">
              <a:latin typeface="Community Semibold" panose="02000303040000020003" pitchFamily="2" charset="0"/>
            </a:endParaRPr>
          </a:p>
        </p:txBody>
      </p:sp>
    </p:spTree>
    <p:extLst>
      <p:ext uri="{BB962C8B-B14F-4D97-AF65-F5344CB8AC3E}">
        <p14:creationId xmlns:p14="http://schemas.microsoft.com/office/powerpoint/2010/main" val="954767838"/>
      </p:ext>
    </p:extLst>
  </p:cSld>
  <p:clrMapOvr>
    <a:masterClrMapping/>
  </p:clrMapOvr>
  <p:hf hdr="0" ftr="0" dt="0"/>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Background - LinkedIn Blue">
    <p:bg>
      <p:bgPr>
        <a:solidFill>
          <a:schemeClr val="accent2"/>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C4F4D021-CD94-93A9-706D-D6AB99B555A0}"/>
              </a:ext>
            </a:extLst>
          </p:cNvPr>
          <p:cNvSpPr>
            <a:spLocks noGrp="1"/>
          </p:cNvSpPr>
          <p:nvPr>
            <p:ph type="body" sz="quarter" idx="10" hasCustomPrompt="1"/>
          </p:nvPr>
        </p:nvSpPr>
        <p:spPr>
          <a:xfrm>
            <a:off x="1150400" y="12915423"/>
            <a:ext cx="3727035" cy="349452"/>
          </a:xfrm>
          <a:prstGeom prst="rect">
            <a:avLst/>
          </a:prstGeom>
        </p:spPr>
        <p:txBody>
          <a:bodyPr/>
          <a:lstStyle>
            <a:lvl1pPr marL="0" indent="0">
              <a:buNone/>
              <a:defRPr sz="1733" b="1" i="0" kern="1200" spc="-27" baseline="0">
                <a:solidFill>
                  <a:schemeClr val="bg1"/>
                </a:solidFill>
                <a:latin typeface="Community Pro" panose="02000303040000020003" pitchFamily="2" charset="0"/>
              </a:defRPr>
            </a:lvl1pPr>
          </a:lstStyle>
          <a:p>
            <a:pPr lvl="0"/>
            <a:r>
              <a:rPr lang="en-US" b="1" i="0">
                <a:latin typeface="Community Pro" panose="02000303040000020003" pitchFamily="2" charset="0"/>
              </a:rPr>
              <a:t>Presentation Topic</a:t>
            </a:r>
            <a:endParaRPr lang="en-US"/>
          </a:p>
        </p:txBody>
      </p:sp>
      <p:sp>
        <p:nvSpPr>
          <p:cNvPr id="4" name="Text Placeholder 7">
            <a:extLst>
              <a:ext uri="{FF2B5EF4-FFF2-40B4-BE49-F238E27FC236}">
                <a16:creationId xmlns:a16="http://schemas.microsoft.com/office/drawing/2014/main" id="{9DB67B99-E61D-5477-35B2-CD2B41362126}"/>
              </a:ext>
            </a:extLst>
          </p:cNvPr>
          <p:cNvSpPr>
            <a:spLocks noGrp="1"/>
          </p:cNvSpPr>
          <p:nvPr>
            <p:ph type="body" sz="quarter" idx="11" hasCustomPrompt="1"/>
          </p:nvPr>
        </p:nvSpPr>
        <p:spPr>
          <a:xfrm>
            <a:off x="5074311" y="12915423"/>
            <a:ext cx="3981305" cy="349452"/>
          </a:xfrm>
          <a:prstGeom prst="rect">
            <a:avLst/>
          </a:prstGeom>
        </p:spPr>
        <p:txBody>
          <a:bodyPr/>
          <a:lstStyle>
            <a:lvl1pPr marL="0" indent="0">
              <a:buNone/>
              <a:defRPr sz="1733" b="0" i="0" spc="-40" baseline="0">
                <a:solidFill>
                  <a:schemeClr val="bg1"/>
                </a:solidFill>
                <a:latin typeface="Community Pro" panose="02000303040000020003" pitchFamily="2" charset="0"/>
              </a:defRPr>
            </a:lvl1pPr>
          </a:lstStyle>
          <a:p>
            <a:pPr lvl="0"/>
            <a:r>
              <a:rPr lang="en-US"/>
              <a:t>Subcategory</a:t>
            </a:r>
          </a:p>
        </p:txBody>
      </p:sp>
      <p:sp>
        <p:nvSpPr>
          <p:cNvPr id="3" name="PROPRIETARY  CONFIDENTIAL">
            <a:extLst>
              <a:ext uri="{FF2B5EF4-FFF2-40B4-BE49-F238E27FC236}">
                <a16:creationId xmlns:a16="http://schemas.microsoft.com/office/drawing/2014/main" id="{82856C62-1EE7-C3EC-1326-DA0A9CFB4CB9}"/>
              </a:ext>
            </a:extLst>
          </p:cNvPr>
          <p:cNvSpPr/>
          <p:nvPr/>
        </p:nvSpPr>
        <p:spPr>
          <a:xfrm>
            <a:off x="19585950" y="13017501"/>
            <a:ext cx="3378640" cy="241300"/>
          </a:xfrm>
          <a:prstGeom prst="rect">
            <a:avLst/>
          </a:prstGeom>
          <a:noFill/>
          <a:ln/>
        </p:spPr>
        <p:txBody>
          <a:bodyPr wrap="square" lIns="0" tIns="0" rIns="0" bIns="0" rtlCol="0" anchor="t"/>
          <a:lstStyle/>
          <a:p>
            <a:pPr marL="0" indent="0" algn="r">
              <a:lnSpc>
                <a:spcPct val="100000"/>
              </a:lnSpc>
              <a:spcAft>
                <a:spcPts val="10000"/>
              </a:spcAft>
              <a:buNone/>
            </a:pPr>
            <a:r>
              <a:rPr lang="en-US" sz="1200" spc="67">
                <a:solidFill>
                  <a:schemeClr val="bg1"/>
                </a:solidFill>
                <a:latin typeface="Community Pro Bold" pitchFamily="34" charset="0"/>
                <a:ea typeface="Community Pro Bold" pitchFamily="34" charset="-122"/>
                <a:cs typeface="Community Pro Bold" pitchFamily="34" charset="-120"/>
              </a:rPr>
              <a:t>PROPRIETARY + CONFIDENTIAL</a:t>
            </a:r>
            <a:endParaRPr lang="en-US" sz="1200" spc="67">
              <a:solidFill>
                <a:schemeClr val="bg1"/>
              </a:solidFill>
              <a:latin typeface="Community Pro" panose="02000303040000020003"/>
            </a:endParaRPr>
          </a:p>
        </p:txBody>
      </p:sp>
      <p:sp>
        <p:nvSpPr>
          <p:cNvPr id="5" name="name_00">
            <a:extLst>
              <a:ext uri="{FF2B5EF4-FFF2-40B4-BE49-F238E27FC236}">
                <a16:creationId xmlns:a16="http://schemas.microsoft.com/office/drawing/2014/main" id="{DDF7E755-8467-37B0-F1A8-D8AD2A522769}"/>
              </a:ext>
            </a:extLst>
          </p:cNvPr>
          <p:cNvSpPr/>
          <p:nvPr/>
        </p:nvSpPr>
        <p:spPr>
          <a:xfrm>
            <a:off x="22697855" y="12966700"/>
            <a:ext cx="1244762" cy="304800"/>
          </a:xfrm>
          <a:prstGeom prst="rect">
            <a:avLst/>
          </a:prstGeom>
          <a:noFill/>
          <a:ln/>
        </p:spPr>
        <p:txBody>
          <a:bodyPr wrap="square" lIns="0" tIns="0" rIns="0" bIns="0" rtlCol="0" anchor="t"/>
          <a:lstStyle/>
          <a:p>
            <a:pPr marL="0" indent="0" algn="r">
              <a:lnSpc>
                <a:spcPct val="100000"/>
              </a:lnSpc>
              <a:spcAft>
                <a:spcPts val="10000"/>
              </a:spcAft>
              <a:buNone/>
            </a:pPr>
            <a:fld id="{9C58DC4F-5EB9-F942-B3C9-60F718798FD4}" type="slidenum">
              <a:rPr lang="en-US" sz="1800" b="1" i="0" kern="0" spc="-100" smtClean="0">
                <a:solidFill>
                  <a:schemeClr val="bg1"/>
                </a:solidFill>
                <a:latin typeface="Community Semibold" panose="02000303040000020003" pitchFamily="2" charset="0"/>
                <a:ea typeface="Community Pro Medium" pitchFamily="34" charset="-122"/>
                <a:cs typeface="Community Pro Medium" pitchFamily="34" charset="-120"/>
              </a:rPr>
              <a:pPr marL="0" indent="0" algn="r">
                <a:lnSpc>
                  <a:spcPct val="100000"/>
                </a:lnSpc>
                <a:spcAft>
                  <a:spcPts val="10000"/>
                </a:spcAft>
                <a:buNone/>
              </a:pPr>
              <a:t>‹#›</a:t>
            </a:fld>
            <a:endParaRPr lang="en-US" sz="1800" b="1" i="0">
              <a:solidFill>
                <a:schemeClr val="bg1"/>
              </a:solidFill>
              <a:latin typeface="Community Semibold" panose="02000303040000020003" pitchFamily="2" charset="0"/>
            </a:endParaRPr>
          </a:p>
        </p:txBody>
      </p:sp>
      <p:sp>
        <p:nvSpPr>
          <p:cNvPr id="8" name="Rectangle 7">
            <a:extLst>
              <a:ext uri="{FF2B5EF4-FFF2-40B4-BE49-F238E27FC236}">
                <a16:creationId xmlns:a16="http://schemas.microsoft.com/office/drawing/2014/main" id="{D38BB550-C79B-3579-1508-BEC34D567D64}"/>
              </a:ext>
            </a:extLst>
          </p:cNvPr>
          <p:cNvSpPr/>
          <p:nvPr/>
        </p:nvSpPr>
        <p:spPr>
          <a:xfrm>
            <a:off x="509538" y="12935777"/>
            <a:ext cx="400747" cy="38652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pic>
        <p:nvPicPr>
          <p:cNvPr id="7" name="Group 104" descr="preencoded.png">
            <a:extLst>
              <a:ext uri="{FF2B5EF4-FFF2-40B4-BE49-F238E27FC236}">
                <a16:creationId xmlns:a16="http://schemas.microsoft.com/office/drawing/2014/main" id="{C5FE4D89-4AB1-5A13-D780-1E8B44DCE99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0243" y="12750800"/>
            <a:ext cx="762099" cy="762000"/>
          </a:xfrm>
          <a:prstGeom prst="rect">
            <a:avLst/>
          </a:prstGeom>
        </p:spPr>
      </p:pic>
    </p:spTree>
    <p:extLst>
      <p:ext uri="{BB962C8B-B14F-4D97-AF65-F5344CB8AC3E}">
        <p14:creationId xmlns:p14="http://schemas.microsoft.com/office/powerpoint/2010/main" val="2237327918"/>
      </p:ext>
    </p:extLst>
  </p:cSld>
  <p:clrMapOvr>
    <a:masterClrMapping/>
  </p:clrMapOvr>
  <p:hf hdr="0" ftr="0" dt="0"/>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Background - Black">
    <p:bg>
      <p:bgPr>
        <a:solidFill>
          <a:srgbClr val="000000"/>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F5DB83AE-C774-1B35-EB21-C25FCD09D4F2}"/>
              </a:ext>
            </a:extLst>
          </p:cNvPr>
          <p:cNvSpPr>
            <a:spLocks noGrp="1"/>
          </p:cNvSpPr>
          <p:nvPr>
            <p:ph type="body" sz="quarter" idx="10" hasCustomPrompt="1"/>
          </p:nvPr>
        </p:nvSpPr>
        <p:spPr>
          <a:xfrm>
            <a:off x="1150400" y="12915423"/>
            <a:ext cx="3727035" cy="349452"/>
          </a:xfrm>
          <a:prstGeom prst="rect">
            <a:avLst/>
          </a:prstGeom>
        </p:spPr>
        <p:txBody>
          <a:bodyPr/>
          <a:lstStyle>
            <a:lvl1pPr marL="0" indent="0">
              <a:buNone/>
              <a:defRPr sz="1733" b="1" i="0" kern="1200" spc="-27" baseline="0">
                <a:solidFill>
                  <a:schemeClr val="bg1"/>
                </a:solidFill>
                <a:latin typeface="Community Pro" panose="02000303040000020003" pitchFamily="2" charset="0"/>
              </a:defRPr>
            </a:lvl1pPr>
          </a:lstStyle>
          <a:p>
            <a:pPr lvl="0"/>
            <a:r>
              <a:rPr lang="en-US" b="1" i="0">
                <a:latin typeface="Community Pro" panose="02000303040000020003" pitchFamily="2" charset="0"/>
              </a:rPr>
              <a:t>Presentation Topic</a:t>
            </a:r>
            <a:endParaRPr lang="en-US"/>
          </a:p>
        </p:txBody>
      </p:sp>
      <p:sp>
        <p:nvSpPr>
          <p:cNvPr id="4" name="Text Placeholder 7">
            <a:extLst>
              <a:ext uri="{FF2B5EF4-FFF2-40B4-BE49-F238E27FC236}">
                <a16:creationId xmlns:a16="http://schemas.microsoft.com/office/drawing/2014/main" id="{D5051739-D790-8849-5497-0EB0251AFDB7}"/>
              </a:ext>
            </a:extLst>
          </p:cNvPr>
          <p:cNvSpPr>
            <a:spLocks noGrp="1"/>
          </p:cNvSpPr>
          <p:nvPr>
            <p:ph type="body" sz="quarter" idx="11" hasCustomPrompt="1"/>
          </p:nvPr>
        </p:nvSpPr>
        <p:spPr>
          <a:xfrm>
            <a:off x="5074311" y="12915423"/>
            <a:ext cx="3981305" cy="349452"/>
          </a:xfrm>
          <a:prstGeom prst="rect">
            <a:avLst/>
          </a:prstGeom>
        </p:spPr>
        <p:txBody>
          <a:bodyPr/>
          <a:lstStyle>
            <a:lvl1pPr marL="0" indent="0">
              <a:buNone/>
              <a:defRPr sz="1733" b="0" i="0" spc="-40" baseline="0">
                <a:solidFill>
                  <a:schemeClr val="bg1"/>
                </a:solidFill>
                <a:latin typeface="Community Pro" panose="02000303040000020003" pitchFamily="2" charset="0"/>
              </a:defRPr>
            </a:lvl1pPr>
          </a:lstStyle>
          <a:p>
            <a:pPr lvl="0"/>
            <a:r>
              <a:rPr lang="en-US"/>
              <a:t>Subcategory</a:t>
            </a:r>
          </a:p>
        </p:txBody>
      </p:sp>
      <p:sp>
        <p:nvSpPr>
          <p:cNvPr id="3" name="PROPRIETARY  CONFIDENTIAL">
            <a:extLst>
              <a:ext uri="{FF2B5EF4-FFF2-40B4-BE49-F238E27FC236}">
                <a16:creationId xmlns:a16="http://schemas.microsoft.com/office/drawing/2014/main" id="{0B325252-C973-B205-AC90-A41A119A5FD8}"/>
              </a:ext>
            </a:extLst>
          </p:cNvPr>
          <p:cNvSpPr/>
          <p:nvPr/>
        </p:nvSpPr>
        <p:spPr>
          <a:xfrm>
            <a:off x="19585950" y="13017501"/>
            <a:ext cx="3378640" cy="241300"/>
          </a:xfrm>
          <a:prstGeom prst="rect">
            <a:avLst/>
          </a:prstGeom>
          <a:noFill/>
          <a:ln/>
        </p:spPr>
        <p:txBody>
          <a:bodyPr wrap="square" lIns="0" tIns="0" rIns="0" bIns="0" rtlCol="0" anchor="t"/>
          <a:lstStyle/>
          <a:p>
            <a:pPr marL="0" indent="0" algn="r">
              <a:lnSpc>
                <a:spcPct val="100000"/>
              </a:lnSpc>
              <a:spcAft>
                <a:spcPts val="10000"/>
              </a:spcAft>
              <a:buNone/>
            </a:pPr>
            <a:r>
              <a:rPr lang="en-US" sz="1200" spc="67">
                <a:solidFill>
                  <a:srgbClr val="FFFFFF"/>
                </a:solidFill>
                <a:latin typeface="Community Pro Bold" pitchFamily="34" charset="0"/>
                <a:ea typeface="Community Pro Bold" pitchFamily="34" charset="-122"/>
                <a:cs typeface="Community Pro Bold" pitchFamily="34" charset="-120"/>
              </a:rPr>
              <a:t>PROPRIETARY + CONFIDENTIAL</a:t>
            </a:r>
            <a:endParaRPr lang="en-US" sz="1200" spc="67">
              <a:solidFill>
                <a:srgbClr val="FFFFFF"/>
              </a:solidFill>
              <a:latin typeface="Community Pro" panose="02000303040000020003"/>
            </a:endParaRPr>
          </a:p>
        </p:txBody>
      </p:sp>
      <p:sp>
        <p:nvSpPr>
          <p:cNvPr id="5" name="name_00">
            <a:extLst>
              <a:ext uri="{FF2B5EF4-FFF2-40B4-BE49-F238E27FC236}">
                <a16:creationId xmlns:a16="http://schemas.microsoft.com/office/drawing/2014/main" id="{FF7B34FC-0307-8BA7-C564-369BF6F85722}"/>
              </a:ext>
            </a:extLst>
          </p:cNvPr>
          <p:cNvSpPr/>
          <p:nvPr/>
        </p:nvSpPr>
        <p:spPr>
          <a:xfrm>
            <a:off x="22697855" y="12966700"/>
            <a:ext cx="1244762" cy="304800"/>
          </a:xfrm>
          <a:prstGeom prst="rect">
            <a:avLst/>
          </a:prstGeom>
          <a:noFill/>
          <a:ln/>
        </p:spPr>
        <p:txBody>
          <a:bodyPr wrap="square" lIns="0" tIns="0" rIns="0" bIns="0" rtlCol="0" anchor="t"/>
          <a:lstStyle/>
          <a:p>
            <a:pPr marL="0" indent="0" algn="r">
              <a:lnSpc>
                <a:spcPct val="100000"/>
              </a:lnSpc>
              <a:spcAft>
                <a:spcPts val="10000"/>
              </a:spcAft>
              <a:buNone/>
            </a:pPr>
            <a:fld id="{9C58DC4F-5EB9-F942-B3C9-60F718798FD4}" type="slidenum">
              <a:rPr lang="en-US" sz="1800" b="1" i="0" kern="0" spc="-100" smtClean="0">
                <a:solidFill>
                  <a:srgbClr val="FFFFFF"/>
                </a:solidFill>
                <a:latin typeface="Community Semibold" panose="02000303040000020003" pitchFamily="2" charset="0"/>
                <a:ea typeface="Community Pro Medium" pitchFamily="34" charset="-122"/>
                <a:cs typeface="Community Pro Medium" pitchFamily="34" charset="-120"/>
              </a:rPr>
              <a:pPr marL="0" indent="0" algn="r">
                <a:lnSpc>
                  <a:spcPct val="100000"/>
                </a:lnSpc>
                <a:spcAft>
                  <a:spcPts val="10000"/>
                </a:spcAft>
                <a:buNone/>
              </a:pPr>
              <a:t>‹#›</a:t>
            </a:fld>
            <a:endParaRPr lang="en-US" sz="1800" b="1" i="0">
              <a:solidFill>
                <a:srgbClr val="FFFFFF"/>
              </a:solidFill>
              <a:latin typeface="Community Semibold" panose="02000303040000020003" pitchFamily="2" charset="0"/>
            </a:endParaRPr>
          </a:p>
        </p:txBody>
      </p:sp>
    </p:spTree>
    <p:extLst>
      <p:ext uri="{BB962C8B-B14F-4D97-AF65-F5344CB8AC3E}">
        <p14:creationId xmlns:p14="http://schemas.microsoft.com/office/powerpoint/2010/main" val="2711779068"/>
      </p:ext>
    </p:extLst>
  </p:cSld>
  <p:clrMapOvr>
    <a:masterClrMapping/>
  </p:clrMapOvr>
  <p:hf hdr="0" ftr="0" dt="0"/>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Title Slide 1">
    <p:bg>
      <p:bgPr>
        <a:solidFill>
          <a:srgbClr val="07294B"/>
        </a:solidFill>
        <a:effectLst/>
      </p:bgPr>
    </p:bg>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5108BB5B-7D56-0BB9-35EE-A3EB75674451}"/>
              </a:ext>
            </a:extLst>
          </p:cNvPr>
          <p:cNvSpPr/>
          <p:nvPr/>
        </p:nvSpPr>
        <p:spPr>
          <a:xfrm>
            <a:off x="0" y="0"/>
            <a:ext cx="24387175" cy="13716000"/>
          </a:xfrm>
          <a:prstGeom prst="roundRect">
            <a:avLst>
              <a:gd name="adj" fmla="val 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14" name="Rounded Rectangle 13">
            <a:extLst>
              <a:ext uri="{FF2B5EF4-FFF2-40B4-BE49-F238E27FC236}">
                <a16:creationId xmlns:a16="http://schemas.microsoft.com/office/drawing/2014/main" id="{1CAD8DB4-A294-089F-5C8A-C1B7D7CE07B7}"/>
              </a:ext>
            </a:extLst>
          </p:cNvPr>
          <p:cNvSpPr/>
          <p:nvPr/>
        </p:nvSpPr>
        <p:spPr>
          <a:xfrm>
            <a:off x="393752" y="406400"/>
            <a:ext cx="23599671" cy="12839699"/>
          </a:xfrm>
          <a:prstGeom prst="roundRect">
            <a:avLst>
              <a:gd name="adj" fmla="val 186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pic>
        <p:nvPicPr>
          <p:cNvPr id="16" name="LinkedIn_RGB_Blue 1" descr="preencoded.png">
            <a:extLst>
              <a:ext uri="{FF2B5EF4-FFF2-40B4-BE49-F238E27FC236}">
                <a16:creationId xmlns:a16="http://schemas.microsoft.com/office/drawing/2014/main" id="{FC16FA1E-310D-AFA8-ED84-4691A55A4D3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8798447" y="11137900"/>
            <a:ext cx="4623402" cy="1625600"/>
          </a:xfrm>
          <a:prstGeom prst="rect">
            <a:avLst/>
          </a:prstGeom>
        </p:spPr>
      </p:pic>
      <p:sp>
        <p:nvSpPr>
          <p:cNvPr id="25" name="Text Placeholder 23">
            <a:extLst>
              <a:ext uri="{FF2B5EF4-FFF2-40B4-BE49-F238E27FC236}">
                <a16:creationId xmlns:a16="http://schemas.microsoft.com/office/drawing/2014/main" id="{8DFD91FC-72FA-8E02-B71A-07B7891C06DD}"/>
              </a:ext>
            </a:extLst>
          </p:cNvPr>
          <p:cNvSpPr>
            <a:spLocks noGrp="1"/>
          </p:cNvSpPr>
          <p:nvPr>
            <p:ph type="body" sz="quarter" idx="11" hasCustomPrompt="1"/>
          </p:nvPr>
        </p:nvSpPr>
        <p:spPr>
          <a:xfrm>
            <a:off x="1501336" y="11754602"/>
            <a:ext cx="16725539" cy="535421"/>
          </a:xfrm>
        </p:spPr>
        <p:txBody>
          <a:bodyPr>
            <a:noAutofit/>
          </a:bodyPr>
          <a:lstStyle>
            <a:lvl1pPr marL="0" indent="0">
              <a:lnSpc>
                <a:spcPct val="78000"/>
              </a:lnSpc>
              <a:spcBef>
                <a:spcPts val="0"/>
              </a:spcBef>
              <a:buNone/>
              <a:defRPr sz="3507" b="1" i="0" spc="0" baseline="0">
                <a:solidFill>
                  <a:schemeClr val="bg1"/>
                </a:solidFill>
                <a:latin typeface="Community Pro" panose="02000303040000020003" pitchFamily="2" charset="0"/>
              </a:defRPr>
            </a:lvl1pPr>
          </a:lstStyle>
          <a:p>
            <a:pPr lvl="0"/>
            <a:r>
              <a:rPr lang="en-US"/>
              <a:t>Subhead, Author Name, or Date Here</a:t>
            </a:r>
          </a:p>
        </p:txBody>
      </p:sp>
      <p:sp>
        <p:nvSpPr>
          <p:cNvPr id="26" name="Text Placeholder 23">
            <a:extLst>
              <a:ext uri="{FF2B5EF4-FFF2-40B4-BE49-F238E27FC236}">
                <a16:creationId xmlns:a16="http://schemas.microsoft.com/office/drawing/2014/main" id="{1E3B5068-9DD0-5E47-C334-7E81A6938432}"/>
              </a:ext>
            </a:extLst>
          </p:cNvPr>
          <p:cNvSpPr>
            <a:spLocks noGrp="1"/>
          </p:cNvSpPr>
          <p:nvPr>
            <p:ph type="body" sz="quarter" idx="10" hasCustomPrompt="1"/>
          </p:nvPr>
        </p:nvSpPr>
        <p:spPr>
          <a:xfrm>
            <a:off x="1135528" y="1415299"/>
            <a:ext cx="21981482" cy="9006895"/>
          </a:xfrm>
        </p:spPr>
        <p:txBody>
          <a:bodyPr>
            <a:noAutofit/>
          </a:bodyPr>
          <a:lstStyle>
            <a:lvl1pPr marL="0" indent="0">
              <a:lnSpc>
                <a:spcPct val="78000"/>
              </a:lnSpc>
              <a:spcBef>
                <a:spcPts val="0"/>
              </a:spcBef>
              <a:buNone/>
              <a:defRPr sz="22933" b="1" i="0" spc="-867" baseline="0">
                <a:solidFill>
                  <a:schemeClr val="bg1"/>
                </a:solidFill>
                <a:latin typeface="Community Pro" panose="02000303040000020003" pitchFamily="2" charset="0"/>
              </a:defRPr>
            </a:lvl1pPr>
          </a:lstStyle>
          <a:p>
            <a:pPr lvl="0"/>
            <a:r>
              <a:rPr lang="en-US"/>
              <a:t>Title of Presentation</a:t>
            </a:r>
          </a:p>
        </p:txBody>
      </p:sp>
    </p:spTree>
    <p:extLst>
      <p:ext uri="{BB962C8B-B14F-4D97-AF65-F5344CB8AC3E}">
        <p14:creationId xmlns:p14="http://schemas.microsoft.com/office/powerpoint/2010/main" val="1632876967"/>
      </p:ext>
    </p:extLst>
  </p:cSld>
  <p:clrMapOvr>
    <a:masterClrMapping/>
  </p:clrMapOvr>
  <p:hf hdr="0" ftr="0" dt="0"/>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Title Slide 2">
    <p:bg>
      <p:bgPr>
        <a:solidFill>
          <a:srgbClr val="07294B"/>
        </a:solidFill>
        <a:effectLst/>
      </p:bgPr>
    </p:bg>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5108BB5B-7D56-0BB9-35EE-A3EB75674451}"/>
              </a:ext>
            </a:extLst>
          </p:cNvPr>
          <p:cNvSpPr/>
          <p:nvPr/>
        </p:nvSpPr>
        <p:spPr>
          <a:xfrm>
            <a:off x="0" y="0"/>
            <a:ext cx="24387175" cy="13716000"/>
          </a:xfrm>
          <a:prstGeom prst="roundRect">
            <a:avLst>
              <a:gd name="adj" fmla="val 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14" name="Rounded Rectangle 13">
            <a:extLst>
              <a:ext uri="{FF2B5EF4-FFF2-40B4-BE49-F238E27FC236}">
                <a16:creationId xmlns:a16="http://schemas.microsoft.com/office/drawing/2014/main" id="{1CAD8DB4-A294-089F-5C8A-C1B7D7CE07B7}"/>
              </a:ext>
            </a:extLst>
          </p:cNvPr>
          <p:cNvSpPr/>
          <p:nvPr/>
        </p:nvSpPr>
        <p:spPr>
          <a:xfrm>
            <a:off x="393752" y="406400"/>
            <a:ext cx="23599671" cy="12839699"/>
          </a:xfrm>
          <a:prstGeom prst="roundRect">
            <a:avLst>
              <a:gd name="adj" fmla="val 186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24" name="Text Placeholder 23">
            <a:extLst>
              <a:ext uri="{FF2B5EF4-FFF2-40B4-BE49-F238E27FC236}">
                <a16:creationId xmlns:a16="http://schemas.microsoft.com/office/drawing/2014/main" id="{A9133A59-6512-C90A-0D9F-903D9649C5AE}"/>
              </a:ext>
            </a:extLst>
          </p:cNvPr>
          <p:cNvSpPr>
            <a:spLocks noGrp="1"/>
          </p:cNvSpPr>
          <p:nvPr>
            <p:ph type="body" sz="quarter" idx="10" hasCustomPrompt="1"/>
          </p:nvPr>
        </p:nvSpPr>
        <p:spPr>
          <a:xfrm>
            <a:off x="1135528" y="1415299"/>
            <a:ext cx="21981482" cy="9006895"/>
          </a:xfrm>
        </p:spPr>
        <p:txBody>
          <a:bodyPr>
            <a:noAutofit/>
          </a:bodyPr>
          <a:lstStyle>
            <a:lvl1pPr marL="0" indent="0">
              <a:lnSpc>
                <a:spcPct val="78000"/>
              </a:lnSpc>
              <a:spcBef>
                <a:spcPts val="0"/>
              </a:spcBef>
              <a:buNone/>
              <a:defRPr sz="22933" b="1" i="0" spc="-867" baseline="0">
                <a:solidFill>
                  <a:schemeClr val="bg1"/>
                </a:solidFill>
                <a:latin typeface="Community Pro" panose="02000303040000020003" pitchFamily="2" charset="0"/>
              </a:defRPr>
            </a:lvl1pPr>
          </a:lstStyle>
          <a:p>
            <a:pPr lvl="0"/>
            <a:r>
              <a:rPr lang="en-US"/>
              <a:t>Title of Presentation</a:t>
            </a:r>
          </a:p>
        </p:txBody>
      </p:sp>
      <p:sp>
        <p:nvSpPr>
          <p:cNvPr id="25" name="Text Placeholder 23">
            <a:extLst>
              <a:ext uri="{FF2B5EF4-FFF2-40B4-BE49-F238E27FC236}">
                <a16:creationId xmlns:a16="http://schemas.microsoft.com/office/drawing/2014/main" id="{8DFD91FC-72FA-8E02-B71A-07B7891C06DD}"/>
              </a:ext>
            </a:extLst>
          </p:cNvPr>
          <p:cNvSpPr>
            <a:spLocks noGrp="1"/>
          </p:cNvSpPr>
          <p:nvPr>
            <p:ph type="body" sz="quarter" idx="11" hasCustomPrompt="1"/>
          </p:nvPr>
        </p:nvSpPr>
        <p:spPr>
          <a:xfrm>
            <a:off x="1501336" y="11754602"/>
            <a:ext cx="16725539" cy="535421"/>
          </a:xfrm>
        </p:spPr>
        <p:txBody>
          <a:bodyPr>
            <a:noAutofit/>
          </a:bodyPr>
          <a:lstStyle>
            <a:lvl1pPr marL="0" indent="0">
              <a:lnSpc>
                <a:spcPct val="78000"/>
              </a:lnSpc>
              <a:spcBef>
                <a:spcPts val="0"/>
              </a:spcBef>
              <a:buNone/>
              <a:defRPr sz="3507" b="1" i="0" spc="0" baseline="0">
                <a:solidFill>
                  <a:schemeClr val="bg1"/>
                </a:solidFill>
                <a:latin typeface="Community Pro" panose="02000303040000020003" pitchFamily="2" charset="0"/>
              </a:defRPr>
            </a:lvl1pPr>
          </a:lstStyle>
          <a:p>
            <a:pPr lvl="0"/>
            <a:r>
              <a:rPr lang="en-US"/>
              <a:t>Subhead, Author Name, or Date Here</a:t>
            </a:r>
          </a:p>
        </p:txBody>
      </p:sp>
      <p:pic>
        <p:nvPicPr>
          <p:cNvPr id="2" name="Group 104" descr="preencoded.png">
            <a:extLst>
              <a:ext uri="{FF2B5EF4-FFF2-40B4-BE49-F238E27FC236}">
                <a16:creationId xmlns:a16="http://schemas.microsoft.com/office/drawing/2014/main" id="{C0DC79F3-7348-5DF8-B07A-E4C21BF50B2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932326" y="10223501"/>
            <a:ext cx="2959485" cy="2959100"/>
          </a:xfrm>
          <a:prstGeom prst="rect">
            <a:avLst/>
          </a:prstGeom>
        </p:spPr>
      </p:pic>
    </p:spTree>
    <p:extLst>
      <p:ext uri="{BB962C8B-B14F-4D97-AF65-F5344CB8AC3E}">
        <p14:creationId xmlns:p14="http://schemas.microsoft.com/office/powerpoint/2010/main" val="3671560229"/>
      </p:ext>
    </p:extLst>
  </p:cSld>
  <p:clrMapOvr>
    <a:masterClrMapping/>
  </p:clrMapOvr>
  <p:hf hdr="0" ftr="0" dt="0"/>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Title Slide 3">
    <p:bg>
      <p:bgPr>
        <a:solidFill>
          <a:srgbClr val="07294B"/>
        </a:solidFill>
        <a:effectLst/>
      </p:bgPr>
    </p:bg>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5108BB5B-7D56-0BB9-35EE-A3EB75674451}"/>
              </a:ext>
            </a:extLst>
          </p:cNvPr>
          <p:cNvSpPr/>
          <p:nvPr/>
        </p:nvSpPr>
        <p:spPr>
          <a:xfrm>
            <a:off x="0" y="0"/>
            <a:ext cx="24387175" cy="13716000"/>
          </a:xfrm>
          <a:prstGeom prst="roundRect">
            <a:avLst>
              <a:gd name="adj" fmla="val 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pic>
        <p:nvPicPr>
          <p:cNvPr id="3" name="Rectangle 142" descr="preencoded.png">
            <a:extLst>
              <a:ext uri="{FF2B5EF4-FFF2-40B4-BE49-F238E27FC236}">
                <a16:creationId xmlns:a16="http://schemas.microsoft.com/office/drawing/2014/main" id="{A5493A08-E73C-1661-4581-7F32502B830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7858526" y="10769601"/>
            <a:ext cx="6134899" cy="2476500"/>
          </a:xfrm>
          <a:prstGeom prst="rect">
            <a:avLst/>
          </a:prstGeom>
        </p:spPr>
      </p:pic>
      <p:pic>
        <p:nvPicPr>
          <p:cNvPr id="4" name="LinkedIn_RGB_Blue 1" descr="preencoded.png">
            <a:extLst>
              <a:ext uri="{FF2B5EF4-FFF2-40B4-BE49-F238E27FC236}">
                <a16:creationId xmlns:a16="http://schemas.microsoft.com/office/drawing/2014/main" id="{2309D182-A129-FFD9-64F9-6850FA3C6EB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8226873" y="11069705"/>
            <a:ext cx="5436308" cy="1917700"/>
          </a:xfrm>
          <a:prstGeom prst="rect">
            <a:avLst/>
          </a:prstGeom>
        </p:spPr>
      </p:pic>
      <p:pic>
        <p:nvPicPr>
          <p:cNvPr id="5" name="Rectangle 141" descr="preencoded.png">
            <a:extLst>
              <a:ext uri="{FF2B5EF4-FFF2-40B4-BE49-F238E27FC236}">
                <a16:creationId xmlns:a16="http://schemas.microsoft.com/office/drawing/2014/main" id="{5F8A6C61-90B7-B5F5-C86B-1B6982A2FB1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93752" y="10769601"/>
            <a:ext cx="17210741" cy="2476500"/>
          </a:xfrm>
          <a:prstGeom prst="rect">
            <a:avLst/>
          </a:prstGeom>
        </p:spPr>
      </p:pic>
      <p:sp>
        <p:nvSpPr>
          <p:cNvPr id="6" name="Rounded Rectangle 5">
            <a:extLst>
              <a:ext uri="{FF2B5EF4-FFF2-40B4-BE49-F238E27FC236}">
                <a16:creationId xmlns:a16="http://schemas.microsoft.com/office/drawing/2014/main" id="{ECBAB7F7-9497-D7BF-6E26-05E0C2FF4722}"/>
              </a:ext>
            </a:extLst>
          </p:cNvPr>
          <p:cNvSpPr/>
          <p:nvPr/>
        </p:nvSpPr>
        <p:spPr>
          <a:xfrm>
            <a:off x="393752" y="406400"/>
            <a:ext cx="23599671" cy="10058400"/>
          </a:xfrm>
          <a:prstGeom prst="roundRect">
            <a:avLst>
              <a:gd name="adj" fmla="val 247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24" name="Text Placeholder 23">
            <a:extLst>
              <a:ext uri="{FF2B5EF4-FFF2-40B4-BE49-F238E27FC236}">
                <a16:creationId xmlns:a16="http://schemas.microsoft.com/office/drawing/2014/main" id="{A9133A59-6512-C90A-0D9F-903D9649C5AE}"/>
              </a:ext>
            </a:extLst>
          </p:cNvPr>
          <p:cNvSpPr>
            <a:spLocks noGrp="1"/>
          </p:cNvSpPr>
          <p:nvPr>
            <p:ph type="body" sz="quarter" idx="10" hasCustomPrompt="1"/>
          </p:nvPr>
        </p:nvSpPr>
        <p:spPr>
          <a:xfrm>
            <a:off x="1135528" y="1415300"/>
            <a:ext cx="21981482" cy="8698328"/>
          </a:xfrm>
        </p:spPr>
        <p:txBody>
          <a:bodyPr>
            <a:noAutofit/>
          </a:bodyPr>
          <a:lstStyle>
            <a:lvl1pPr marL="0" indent="0">
              <a:lnSpc>
                <a:spcPct val="78000"/>
              </a:lnSpc>
              <a:spcBef>
                <a:spcPts val="0"/>
              </a:spcBef>
              <a:buNone/>
              <a:defRPr sz="21999" b="1" i="0" spc="-867" baseline="0">
                <a:solidFill>
                  <a:schemeClr val="bg1"/>
                </a:solidFill>
                <a:latin typeface="Community Pro" panose="02000303040000020003" pitchFamily="2" charset="0"/>
              </a:defRPr>
            </a:lvl1pPr>
          </a:lstStyle>
          <a:p>
            <a:pPr lvl="0"/>
            <a:r>
              <a:rPr lang="en-US"/>
              <a:t>Title of Presentation</a:t>
            </a:r>
          </a:p>
        </p:txBody>
      </p:sp>
      <p:sp>
        <p:nvSpPr>
          <p:cNvPr id="25" name="Text Placeholder 23">
            <a:extLst>
              <a:ext uri="{FF2B5EF4-FFF2-40B4-BE49-F238E27FC236}">
                <a16:creationId xmlns:a16="http://schemas.microsoft.com/office/drawing/2014/main" id="{8DFD91FC-72FA-8E02-B71A-07B7891C06DD}"/>
              </a:ext>
            </a:extLst>
          </p:cNvPr>
          <p:cNvSpPr>
            <a:spLocks noGrp="1"/>
          </p:cNvSpPr>
          <p:nvPr>
            <p:ph type="body" sz="quarter" idx="11" hasCustomPrompt="1"/>
          </p:nvPr>
        </p:nvSpPr>
        <p:spPr>
          <a:xfrm>
            <a:off x="1501337" y="11754602"/>
            <a:ext cx="15510686" cy="535421"/>
          </a:xfrm>
        </p:spPr>
        <p:txBody>
          <a:bodyPr>
            <a:noAutofit/>
          </a:bodyPr>
          <a:lstStyle>
            <a:lvl1pPr marL="0" indent="0">
              <a:lnSpc>
                <a:spcPct val="78000"/>
              </a:lnSpc>
              <a:spcBef>
                <a:spcPts val="0"/>
              </a:spcBef>
              <a:buNone/>
              <a:defRPr sz="3507" b="1" i="0" spc="0" baseline="0">
                <a:solidFill>
                  <a:schemeClr val="bg1"/>
                </a:solidFill>
                <a:latin typeface="Community Pro" panose="02000303040000020003" pitchFamily="2" charset="0"/>
              </a:defRPr>
            </a:lvl1pPr>
          </a:lstStyle>
          <a:p>
            <a:pPr lvl="0"/>
            <a:r>
              <a:rPr lang="en-US"/>
              <a:t>Subhead, Author Name, or Date Here</a:t>
            </a:r>
          </a:p>
        </p:txBody>
      </p:sp>
    </p:spTree>
    <p:extLst>
      <p:ext uri="{BB962C8B-B14F-4D97-AF65-F5344CB8AC3E}">
        <p14:creationId xmlns:p14="http://schemas.microsoft.com/office/powerpoint/2010/main" val="1613739110"/>
      </p:ext>
    </p:extLst>
  </p:cSld>
  <p:clrMapOvr>
    <a:masterClrMapping/>
  </p:clrMapOvr>
  <p:hf hdr="0" ftr="0" dt="0"/>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Title Slide 4">
    <p:bg>
      <p:bgPr>
        <a:solidFill>
          <a:srgbClr val="07294B"/>
        </a:solidFill>
        <a:effectLst/>
      </p:bgPr>
    </p:bg>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5108BB5B-7D56-0BB9-35EE-A3EB75674451}"/>
              </a:ext>
            </a:extLst>
          </p:cNvPr>
          <p:cNvSpPr/>
          <p:nvPr/>
        </p:nvSpPr>
        <p:spPr>
          <a:xfrm>
            <a:off x="0" y="0"/>
            <a:ext cx="24387175" cy="13716000"/>
          </a:xfrm>
          <a:prstGeom prst="roundRect">
            <a:avLst>
              <a:gd name="adj" fmla="val 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2" name="Rounded Rectangle 1">
            <a:extLst>
              <a:ext uri="{FF2B5EF4-FFF2-40B4-BE49-F238E27FC236}">
                <a16:creationId xmlns:a16="http://schemas.microsoft.com/office/drawing/2014/main" id="{7BEA75EA-D319-9F9F-51EB-50B029BED16B}"/>
              </a:ext>
            </a:extLst>
          </p:cNvPr>
          <p:cNvSpPr/>
          <p:nvPr/>
        </p:nvSpPr>
        <p:spPr>
          <a:xfrm>
            <a:off x="393753" y="10769599"/>
            <a:ext cx="20754502" cy="2476500"/>
          </a:xfrm>
          <a:prstGeom prst="roundRect">
            <a:avLst>
              <a:gd name="adj" fmla="val 1011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pic>
        <p:nvPicPr>
          <p:cNvPr id="7" name="Group 104" descr="preencoded.png">
            <a:extLst>
              <a:ext uri="{FF2B5EF4-FFF2-40B4-BE49-F238E27FC236}">
                <a16:creationId xmlns:a16="http://schemas.microsoft.com/office/drawing/2014/main" id="{A34A2B37-74C7-8146-8CB7-73AFD664FAC5}"/>
              </a:ext>
            </a:extLst>
          </p:cNvPr>
          <p:cNvPicPr/>
          <p:nvPr/>
        </p:nvPicPr>
        <p:blipFill>
          <a:blip>
            <a:extLst>
              <a:ext uri="{96DAC541-7B7A-43D3-8B79-37D633B846F1}">
                <asvg:svgBlip xmlns:asvg="http://schemas.microsoft.com/office/drawing/2016/SVG/main" r:embed="rId2"/>
              </a:ext>
            </a:extLst>
          </a:blip>
          <a:srcRect/>
          <a:stretch/>
        </p:blipFill>
        <p:spPr>
          <a:xfrm>
            <a:off x="20729099" y="10020301"/>
            <a:ext cx="3658076" cy="3695700"/>
          </a:xfrm>
          <a:prstGeom prst="rect">
            <a:avLst/>
          </a:prstGeom>
        </p:spPr>
      </p:pic>
      <p:sp>
        <p:nvSpPr>
          <p:cNvPr id="6" name="Rounded Rectangle 5">
            <a:extLst>
              <a:ext uri="{FF2B5EF4-FFF2-40B4-BE49-F238E27FC236}">
                <a16:creationId xmlns:a16="http://schemas.microsoft.com/office/drawing/2014/main" id="{ECBAB7F7-9497-D7BF-6E26-05E0C2FF4722}"/>
              </a:ext>
            </a:extLst>
          </p:cNvPr>
          <p:cNvSpPr/>
          <p:nvPr/>
        </p:nvSpPr>
        <p:spPr>
          <a:xfrm>
            <a:off x="393752" y="406400"/>
            <a:ext cx="23599671" cy="10058400"/>
          </a:xfrm>
          <a:prstGeom prst="roundRect">
            <a:avLst>
              <a:gd name="adj" fmla="val 247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24" name="Text Placeholder 23">
            <a:extLst>
              <a:ext uri="{FF2B5EF4-FFF2-40B4-BE49-F238E27FC236}">
                <a16:creationId xmlns:a16="http://schemas.microsoft.com/office/drawing/2014/main" id="{A9133A59-6512-C90A-0D9F-903D9649C5AE}"/>
              </a:ext>
            </a:extLst>
          </p:cNvPr>
          <p:cNvSpPr>
            <a:spLocks noGrp="1"/>
          </p:cNvSpPr>
          <p:nvPr>
            <p:ph type="body" sz="quarter" idx="10" hasCustomPrompt="1"/>
          </p:nvPr>
        </p:nvSpPr>
        <p:spPr>
          <a:xfrm>
            <a:off x="1135528" y="1415300"/>
            <a:ext cx="21981482" cy="8698328"/>
          </a:xfrm>
        </p:spPr>
        <p:txBody>
          <a:bodyPr>
            <a:noAutofit/>
          </a:bodyPr>
          <a:lstStyle>
            <a:lvl1pPr marL="0" indent="0">
              <a:lnSpc>
                <a:spcPct val="78000"/>
              </a:lnSpc>
              <a:spcBef>
                <a:spcPts val="0"/>
              </a:spcBef>
              <a:buNone/>
              <a:defRPr sz="21999" b="1" i="0" spc="-867" baseline="0">
                <a:solidFill>
                  <a:schemeClr val="bg1"/>
                </a:solidFill>
                <a:latin typeface="Community Pro" panose="02000303040000020003" pitchFamily="2" charset="0"/>
              </a:defRPr>
            </a:lvl1pPr>
          </a:lstStyle>
          <a:p>
            <a:pPr lvl="0"/>
            <a:r>
              <a:rPr lang="en-US"/>
              <a:t>Title of Presentation</a:t>
            </a:r>
          </a:p>
        </p:txBody>
      </p:sp>
      <p:sp>
        <p:nvSpPr>
          <p:cNvPr id="25" name="Text Placeholder 23">
            <a:extLst>
              <a:ext uri="{FF2B5EF4-FFF2-40B4-BE49-F238E27FC236}">
                <a16:creationId xmlns:a16="http://schemas.microsoft.com/office/drawing/2014/main" id="{8DFD91FC-72FA-8E02-B71A-07B7891C06DD}"/>
              </a:ext>
            </a:extLst>
          </p:cNvPr>
          <p:cNvSpPr>
            <a:spLocks noGrp="1"/>
          </p:cNvSpPr>
          <p:nvPr>
            <p:ph type="body" sz="quarter" idx="11" hasCustomPrompt="1"/>
          </p:nvPr>
        </p:nvSpPr>
        <p:spPr>
          <a:xfrm>
            <a:off x="1501337" y="11754602"/>
            <a:ext cx="15510686" cy="535421"/>
          </a:xfrm>
        </p:spPr>
        <p:txBody>
          <a:bodyPr>
            <a:noAutofit/>
          </a:bodyPr>
          <a:lstStyle>
            <a:lvl1pPr marL="0" indent="0">
              <a:lnSpc>
                <a:spcPct val="78000"/>
              </a:lnSpc>
              <a:spcBef>
                <a:spcPts val="0"/>
              </a:spcBef>
              <a:buNone/>
              <a:defRPr sz="3507" b="1" i="0" spc="0" baseline="0">
                <a:solidFill>
                  <a:schemeClr val="bg1"/>
                </a:solidFill>
                <a:latin typeface="Community Pro" panose="02000303040000020003" pitchFamily="2" charset="0"/>
              </a:defRPr>
            </a:lvl1pPr>
          </a:lstStyle>
          <a:p>
            <a:pPr lvl="0"/>
            <a:r>
              <a:rPr lang="en-US"/>
              <a:t>Subhead, Author Name, or Date Here</a:t>
            </a:r>
          </a:p>
        </p:txBody>
      </p:sp>
    </p:spTree>
    <p:extLst>
      <p:ext uri="{BB962C8B-B14F-4D97-AF65-F5344CB8AC3E}">
        <p14:creationId xmlns:p14="http://schemas.microsoft.com/office/powerpoint/2010/main" val="3868230385"/>
      </p:ext>
    </p:extLst>
  </p:cSld>
  <p:clrMapOvr>
    <a:masterClrMapping/>
  </p:clrMapOvr>
  <p:hf hdr="0" ftr="0" dt="0"/>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Speaker Slide 1">
    <p:bg>
      <p:bgPr>
        <a:solidFill>
          <a:srgbClr val="07294B"/>
        </a:solidFill>
        <a:effectLst/>
      </p:bgPr>
    </p:bg>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5108BB5B-7D56-0BB9-35EE-A3EB75674451}"/>
              </a:ext>
            </a:extLst>
          </p:cNvPr>
          <p:cNvSpPr/>
          <p:nvPr/>
        </p:nvSpPr>
        <p:spPr>
          <a:xfrm>
            <a:off x="0" y="0"/>
            <a:ext cx="24387175" cy="13716000"/>
          </a:xfrm>
          <a:prstGeom prst="roundRect">
            <a:avLst>
              <a:gd name="adj" fmla="val 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10" name="Picture Placeholder 9">
            <a:extLst>
              <a:ext uri="{FF2B5EF4-FFF2-40B4-BE49-F238E27FC236}">
                <a16:creationId xmlns:a16="http://schemas.microsoft.com/office/drawing/2014/main" id="{D822C755-B6A5-E2B9-7BB8-DFCAAAD557D9}"/>
              </a:ext>
            </a:extLst>
          </p:cNvPr>
          <p:cNvSpPr>
            <a:spLocks noGrp="1"/>
          </p:cNvSpPr>
          <p:nvPr>
            <p:ph type="pic" sz="quarter" idx="12"/>
          </p:nvPr>
        </p:nvSpPr>
        <p:spPr>
          <a:xfrm>
            <a:off x="397022" y="10767375"/>
            <a:ext cx="2482019" cy="2481696"/>
          </a:xfrm>
          <a:prstGeom prst="roundRect">
            <a:avLst>
              <a:gd name="adj" fmla="val 11874"/>
            </a:avLst>
          </a:prstGeom>
          <a:pattFill prst="wdUpDiag">
            <a:fgClr>
              <a:schemeClr val="accent5">
                <a:lumMod val="85000"/>
              </a:schemeClr>
            </a:fgClr>
            <a:bgClr>
              <a:schemeClr val="accent5">
                <a:lumMod val="95000"/>
              </a:schemeClr>
            </a:bgClr>
          </a:pattFill>
        </p:spPr>
        <p:txBody>
          <a:bodyPr/>
          <a:lstStyle>
            <a:lvl1pPr marL="0" indent="0">
              <a:buNone/>
              <a:defRPr/>
            </a:lvl1pPr>
          </a:lstStyle>
          <a:p>
            <a:r>
              <a:rPr lang="en-US"/>
              <a:t>Click icon to add picture</a:t>
            </a:r>
          </a:p>
        </p:txBody>
      </p:sp>
      <p:sp>
        <p:nvSpPr>
          <p:cNvPr id="3" name="Rounded Rectangle 2">
            <a:extLst>
              <a:ext uri="{FF2B5EF4-FFF2-40B4-BE49-F238E27FC236}">
                <a16:creationId xmlns:a16="http://schemas.microsoft.com/office/drawing/2014/main" id="{031CAC56-DDD1-C700-E941-05D704195D2B}"/>
              </a:ext>
            </a:extLst>
          </p:cNvPr>
          <p:cNvSpPr/>
          <p:nvPr/>
        </p:nvSpPr>
        <p:spPr>
          <a:xfrm>
            <a:off x="3211970" y="10769599"/>
            <a:ext cx="14392523" cy="2476500"/>
          </a:xfrm>
          <a:prstGeom prst="roundRect">
            <a:avLst>
              <a:gd name="adj" fmla="val 9528"/>
            </a:avLst>
          </a:prstGeom>
          <a:solidFill>
            <a:srgbClr val="0041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pic>
        <p:nvPicPr>
          <p:cNvPr id="5" name="Rectangle 142" descr="preencoded.png">
            <a:extLst>
              <a:ext uri="{FF2B5EF4-FFF2-40B4-BE49-F238E27FC236}">
                <a16:creationId xmlns:a16="http://schemas.microsoft.com/office/drawing/2014/main" id="{3D7E9FA5-445F-6E8B-7608-9C3E2FC9A7D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7858526" y="10769601"/>
            <a:ext cx="6134899" cy="2476500"/>
          </a:xfrm>
          <a:prstGeom prst="rect">
            <a:avLst/>
          </a:prstGeom>
        </p:spPr>
      </p:pic>
      <p:pic>
        <p:nvPicPr>
          <p:cNvPr id="8" name="LinkedIn_RGB_Blue 1" descr="preencoded.png">
            <a:extLst>
              <a:ext uri="{FF2B5EF4-FFF2-40B4-BE49-F238E27FC236}">
                <a16:creationId xmlns:a16="http://schemas.microsoft.com/office/drawing/2014/main" id="{7E303BBE-D34F-E970-A8F9-A83607A6716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8226873" y="11069705"/>
            <a:ext cx="5436308" cy="1917700"/>
          </a:xfrm>
          <a:prstGeom prst="rect">
            <a:avLst/>
          </a:prstGeom>
        </p:spPr>
      </p:pic>
      <p:sp>
        <p:nvSpPr>
          <p:cNvPr id="6" name="Rounded Rectangle 5">
            <a:extLst>
              <a:ext uri="{FF2B5EF4-FFF2-40B4-BE49-F238E27FC236}">
                <a16:creationId xmlns:a16="http://schemas.microsoft.com/office/drawing/2014/main" id="{ECBAB7F7-9497-D7BF-6E26-05E0C2FF4722}"/>
              </a:ext>
            </a:extLst>
          </p:cNvPr>
          <p:cNvSpPr/>
          <p:nvPr/>
        </p:nvSpPr>
        <p:spPr>
          <a:xfrm>
            <a:off x="393752" y="406400"/>
            <a:ext cx="23599671" cy="10058400"/>
          </a:xfrm>
          <a:prstGeom prst="roundRect">
            <a:avLst>
              <a:gd name="adj" fmla="val 2474"/>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24" name="Text Placeholder 23">
            <a:extLst>
              <a:ext uri="{FF2B5EF4-FFF2-40B4-BE49-F238E27FC236}">
                <a16:creationId xmlns:a16="http://schemas.microsoft.com/office/drawing/2014/main" id="{A9133A59-6512-C90A-0D9F-903D9649C5AE}"/>
              </a:ext>
            </a:extLst>
          </p:cNvPr>
          <p:cNvSpPr>
            <a:spLocks noGrp="1"/>
          </p:cNvSpPr>
          <p:nvPr>
            <p:ph type="body" sz="quarter" idx="10" hasCustomPrompt="1"/>
          </p:nvPr>
        </p:nvSpPr>
        <p:spPr>
          <a:xfrm>
            <a:off x="1135528" y="1415300"/>
            <a:ext cx="21981482" cy="8698328"/>
          </a:xfrm>
        </p:spPr>
        <p:txBody>
          <a:bodyPr>
            <a:noAutofit/>
          </a:bodyPr>
          <a:lstStyle>
            <a:lvl1pPr marL="0" indent="0">
              <a:lnSpc>
                <a:spcPct val="78000"/>
              </a:lnSpc>
              <a:spcBef>
                <a:spcPts val="0"/>
              </a:spcBef>
              <a:buNone/>
              <a:defRPr sz="21999" b="1" i="0" spc="-867" baseline="0">
                <a:solidFill>
                  <a:schemeClr val="bg1"/>
                </a:solidFill>
                <a:latin typeface="Community Pro" panose="02000303040000020003" pitchFamily="2" charset="0"/>
              </a:defRPr>
            </a:lvl1pPr>
          </a:lstStyle>
          <a:p>
            <a:pPr lvl="0"/>
            <a:r>
              <a:rPr lang="en-US"/>
              <a:t>Presentation Template:</a:t>
            </a:r>
            <a:br>
              <a:rPr lang="en-US"/>
            </a:br>
            <a:r>
              <a:rPr lang="en-US"/>
              <a:t>Title Slide</a:t>
            </a:r>
          </a:p>
        </p:txBody>
      </p:sp>
      <p:sp>
        <p:nvSpPr>
          <p:cNvPr id="25" name="Text Placeholder 23">
            <a:extLst>
              <a:ext uri="{FF2B5EF4-FFF2-40B4-BE49-F238E27FC236}">
                <a16:creationId xmlns:a16="http://schemas.microsoft.com/office/drawing/2014/main" id="{8DFD91FC-72FA-8E02-B71A-07B7891C06DD}"/>
              </a:ext>
            </a:extLst>
          </p:cNvPr>
          <p:cNvSpPr>
            <a:spLocks noGrp="1"/>
          </p:cNvSpPr>
          <p:nvPr>
            <p:ph type="body" sz="quarter" idx="11" hasCustomPrompt="1"/>
          </p:nvPr>
        </p:nvSpPr>
        <p:spPr>
          <a:xfrm>
            <a:off x="4051419" y="11754602"/>
            <a:ext cx="12960603" cy="535421"/>
          </a:xfrm>
        </p:spPr>
        <p:txBody>
          <a:bodyPr>
            <a:noAutofit/>
          </a:bodyPr>
          <a:lstStyle>
            <a:lvl1pPr marL="0" indent="0">
              <a:lnSpc>
                <a:spcPct val="78000"/>
              </a:lnSpc>
              <a:spcBef>
                <a:spcPts val="0"/>
              </a:spcBef>
              <a:buNone/>
              <a:defRPr sz="3507" b="1" i="0" spc="0" baseline="0">
                <a:solidFill>
                  <a:schemeClr val="bg1"/>
                </a:solidFill>
                <a:latin typeface="Community Pro" panose="02000303040000020003" pitchFamily="2" charset="0"/>
              </a:defRPr>
            </a:lvl1pPr>
          </a:lstStyle>
          <a:p>
            <a:pPr lvl="0"/>
            <a:r>
              <a:rPr lang="en-US"/>
              <a:t>Speaker name, Company, Title</a:t>
            </a:r>
          </a:p>
        </p:txBody>
      </p:sp>
    </p:spTree>
    <p:extLst>
      <p:ext uri="{BB962C8B-B14F-4D97-AF65-F5344CB8AC3E}">
        <p14:creationId xmlns:p14="http://schemas.microsoft.com/office/powerpoint/2010/main" val="4276953064"/>
      </p:ext>
    </p:extLst>
  </p:cSld>
  <p:clrMapOvr>
    <a:masterClrMapping/>
  </p:clrMapOvr>
  <p:hf hdr="0" ftr="0" dt="0"/>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Speaker Slide 2">
    <p:bg>
      <p:bgPr>
        <a:solidFill>
          <a:srgbClr val="07294B"/>
        </a:solidFill>
        <a:effectLst/>
      </p:bgPr>
    </p:bg>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5108BB5B-7D56-0BB9-35EE-A3EB75674451}"/>
              </a:ext>
            </a:extLst>
          </p:cNvPr>
          <p:cNvSpPr/>
          <p:nvPr/>
        </p:nvSpPr>
        <p:spPr>
          <a:xfrm>
            <a:off x="0" y="0"/>
            <a:ext cx="24387175" cy="13716000"/>
          </a:xfrm>
          <a:prstGeom prst="roundRect">
            <a:avLst>
              <a:gd name="adj" fmla="val 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2" name="Rounded Rectangle 1">
            <a:extLst>
              <a:ext uri="{FF2B5EF4-FFF2-40B4-BE49-F238E27FC236}">
                <a16:creationId xmlns:a16="http://schemas.microsoft.com/office/drawing/2014/main" id="{ABA6794A-2D42-8D33-BCE7-2CD3233FEC27}"/>
              </a:ext>
            </a:extLst>
          </p:cNvPr>
          <p:cNvSpPr/>
          <p:nvPr/>
        </p:nvSpPr>
        <p:spPr>
          <a:xfrm>
            <a:off x="3211969" y="10769599"/>
            <a:ext cx="17936286" cy="2476500"/>
          </a:xfrm>
          <a:prstGeom prst="roundRect">
            <a:avLst>
              <a:gd name="adj" fmla="val 9528"/>
            </a:avLst>
          </a:prstGeom>
          <a:solidFill>
            <a:srgbClr val="0041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pic>
        <p:nvPicPr>
          <p:cNvPr id="4" name="Group 104" descr="preencoded.png">
            <a:extLst>
              <a:ext uri="{FF2B5EF4-FFF2-40B4-BE49-F238E27FC236}">
                <a16:creationId xmlns:a16="http://schemas.microsoft.com/office/drawing/2014/main" id="{A00D8522-06C0-7D1F-293C-59F0FB537F97}"/>
              </a:ext>
            </a:extLst>
          </p:cNvPr>
          <p:cNvPicPr/>
          <p:nvPr/>
        </p:nvPicPr>
        <p:blipFill>
          <a:blip>
            <a:extLst>
              <a:ext uri="{96DAC541-7B7A-43D3-8B79-37D633B846F1}">
                <asvg:svgBlip xmlns:asvg="http://schemas.microsoft.com/office/drawing/2016/SVG/main" r:embed="rId2"/>
              </a:ext>
            </a:extLst>
          </a:blip>
          <a:srcRect/>
          <a:stretch/>
        </p:blipFill>
        <p:spPr>
          <a:xfrm>
            <a:off x="20729099" y="10020301"/>
            <a:ext cx="3658076" cy="3695700"/>
          </a:xfrm>
          <a:prstGeom prst="rect">
            <a:avLst/>
          </a:prstGeom>
        </p:spPr>
      </p:pic>
      <p:sp>
        <p:nvSpPr>
          <p:cNvPr id="10" name="Picture Placeholder 9">
            <a:extLst>
              <a:ext uri="{FF2B5EF4-FFF2-40B4-BE49-F238E27FC236}">
                <a16:creationId xmlns:a16="http://schemas.microsoft.com/office/drawing/2014/main" id="{D822C755-B6A5-E2B9-7BB8-DFCAAAD557D9}"/>
              </a:ext>
            </a:extLst>
          </p:cNvPr>
          <p:cNvSpPr>
            <a:spLocks noGrp="1"/>
          </p:cNvSpPr>
          <p:nvPr>
            <p:ph type="pic" sz="quarter" idx="12"/>
          </p:nvPr>
        </p:nvSpPr>
        <p:spPr>
          <a:xfrm>
            <a:off x="397022" y="10767375"/>
            <a:ext cx="2482019" cy="2481696"/>
          </a:xfrm>
          <a:prstGeom prst="roundRect">
            <a:avLst>
              <a:gd name="adj" fmla="val 11874"/>
            </a:avLst>
          </a:prstGeom>
          <a:pattFill prst="wdUpDiag">
            <a:fgClr>
              <a:schemeClr val="accent5">
                <a:lumMod val="85000"/>
              </a:schemeClr>
            </a:fgClr>
            <a:bgClr>
              <a:schemeClr val="accent5">
                <a:lumMod val="95000"/>
              </a:schemeClr>
            </a:bgClr>
          </a:pattFill>
        </p:spPr>
        <p:txBody>
          <a:bodyPr/>
          <a:lstStyle>
            <a:lvl1pPr marL="0" indent="0">
              <a:buNone/>
              <a:defRPr/>
            </a:lvl1pPr>
          </a:lstStyle>
          <a:p>
            <a:r>
              <a:rPr lang="en-US"/>
              <a:t>Click icon to add picture</a:t>
            </a:r>
          </a:p>
        </p:txBody>
      </p:sp>
      <p:sp>
        <p:nvSpPr>
          <p:cNvPr id="6" name="Rounded Rectangle 5">
            <a:extLst>
              <a:ext uri="{FF2B5EF4-FFF2-40B4-BE49-F238E27FC236}">
                <a16:creationId xmlns:a16="http://schemas.microsoft.com/office/drawing/2014/main" id="{ECBAB7F7-9497-D7BF-6E26-05E0C2FF4722}"/>
              </a:ext>
            </a:extLst>
          </p:cNvPr>
          <p:cNvSpPr/>
          <p:nvPr/>
        </p:nvSpPr>
        <p:spPr>
          <a:xfrm>
            <a:off x="393752" y="406400"/>
            <a:ext cx="23599671" cy="10058400"/>
          </a:xfrm>
          <a:prstGeom prst="roundRect">
            <a:avLst>
              <a:gd name="adj" fmla="val 2474"/>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24" name="Text Placeholder 23">
            <a:extLst>
              <a:ext uri="{FF2B5EF4-FFF2-40B4-BE49-F238E27FC236}">
                <a16:creationId xmlns:a16="http://schemas.microsoft.com/office/drawing/2014/main" id="{A9133A59-6512-C90A-0D9F-903D9649C5AE}"/>
              </a:ext>
            </a:extLst>
          </p:cNvPr>
          <p:cNvSpPr>
            <a:spLocks noGrp="1"/>
          </p:cNvSpPr>
          <p:nvPr>
            <p:ph type="body" sz="quarter" idx="10" hasCustomPrompt="1"/>
          </p:nvPr>
        </p:nvSpPr>
        <p:spPr>
          <a:xfrm>
            <a:off x="1135528" y="1415300"/>
            <a:ext cx="21981482" cy="8698328"/>
          </a:xfrm>
        </p:spPr>
        <p:txBody>
          <a:bodyPr>
            <a:noAutofit/>
          </a:bodyPr>
          <a:lstStyle>
            <a:lvl1pPr marL="0" indent="0">
              <a:lnSpc>
                <a:spcPct val="78000"/>
              </a:lnSpc>
              <a:spcBef>
                <a:spcPts val="0"/>
              </a:spcBef>
              <a:buNone/>
              <a:defRPr sz="21999" b="1" i="0" spc="-867" baseline="0">
                <a:solidFill>
                  <a:schemeClr val="bg1"/>
                </a:solidFill>
                <a:latin typeface="Community Pro" panose="02000303040000020003" pitchFamily="2" charset="0"/>
              </a:defRPr>
            </a:lvl1pPr>
          </a:lstStyle>
          <a:p>
            <a:pPr lvl="0"/>
            <a:r>
              <a:rPr lang="en-US"/>
              <a:t>Presentation Template:</a:t>
            </a:r>
            <a:br>
              <a:rPr lang="en-US"/>
            </a:br>
            <a:r>
              <a:rPr lang="en-US"/>
              <a:t>Title Slide</a:t>
            </a:r>
          </a:p>
        </p:txBody>
      </p:sp>
      <p:sp>
        <p:nvSpPr>
          <p:cNvPr id="7" name="Text Placeholder 23">
            <a:extLst>
              <a:ext uri="{FF2B5EF4-FFF2-40B4-BE49-F238E27FC236}">
                <a16:creationId xmlns:a16="http://schemas.microsoft.com/office/drawing/2014/main" id="{2577180A-9702-9924-7200-7E52EB0F9AC3}"/>
              </a:ext>
            </a:extLst>
          </p:cNvPr>
          <p:cNvSpPr>
            <a:spLocks noGrp="1"/>
          </p:cNvSpPr>
          <p:nvPr>
            <p:ph type="body" sz="quarter" idx="11" hasCustomPrompt="1"/>
          </p:nvPr>
        </p:nvSpPr>
        <p:spPr>
          <a:xfrm>
            <a:off x="4051419" y="11754602"/>
            <a:ext cx="16484131" cy="535421"/>
          </a:xfrm>
        </p:spPr>
        <p:txBody>
          <a:bodyPr>
            <a:noAutofit/>
          </a:bodyPr>
          <a:lstStyle>
            <a:lvl1pPr marL="0" indent="0">
              <a:lnSpc>
                <a:spcPct val="78000"/>
              </a:lnSpc>
              <a:spcBef>
                <a:spcPts val="0"/>
              </a:spcBef>
              <a:buNone/>
              <a:defRPr sz="3507" b="1" i="0" spc="0" baseline="0">
                <a:solidFill>
                  <a:schemeClr val="bg1"/>
                </a:solidFill>
                <a:latin typeface="Community Pro" panose="02000303040000020003" pitchFamily="2" charset="0"/>
              </a:defRPr>
            </a:lvl1pPr>
          </a:lstStyle>
          <a:p>
            <a:pPr lvl="0"/>
            <a:r>
              <a:rPr lang="en-US"/>
              <a:t>Speaker name, Company, Title</a:t>
            </a:r>
          </a:p>
        </p:txBody>
      </p:sp>
    </p:spTree>
    <p:extLst>
      <p:ext uri="{BB962C8B-B14F-4D97-AF65-F5344CB8AC3E}">
        <p14:creationId xmlns:p14="http://schemas.microsoft.com/office/powerpoint/2010/main" val="715531358"/>
      </p:ext>
    </p:extLst>
  </p:cSld>
  <p:clrMapOvr>
    <a:masterClrMapping/>
  </p:clrMapOvr>
  <p:hf hdr="0" ftr="0" dt="0"/>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Speaker Slide 3">
    <p:bg>
      <p:bgPr>
        <a:solidFill>
          <a:srgbClr val="07294B"/>
        </a:solidFill>
        <a:effectLst/>
      </p:bgPr>
    </p:bg>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5108BB5B-7D56-0BB9-35EE-A3EB75674451}"/>
              </a:ext>
            </a:extLst>
          </p:cNvPr>
          <p:cNvSpPr/>
          <p:nvPr/>
        </p:nvSpPr>
        <p:spPr>
          <a:xfrm>
            <a:off x="0" y="0"/>
            <a:ext cx="24387175" cy="13716000"/>
          </a:xfrm>
          <a:prstGeom prst="roundRect">
            <a:avLst>
              <a:gd name="adj" fmla="val 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16" name="Rounded Rectangle 15">
            <a:extLst>
              <a:ext uri="{FF2B5EF4-FFF2-40B4-BE49-F238E27FC236}">
                <a16:creationId xmlns:a16="http://schemas.microsoft.com/office/drawing/2014/main" id="{4040F209-BBA8-FD76-8784-F68FC4A07542}"/>
              </a:ext>
            </a:extLst>
          </p:cNvPr>
          <p:cNvSpPr/>
          <p:nvPr/>
        </p:nvSpPr>
        <p:spPr>
          <a:xfrm>
            <a:off x="12346007" y="406400"/>
            <a:ext cx="11647416" cy="10058400"/>
          </a:xfrm>
          <a:prstGeom prst="roundRect">
            <a:avLst>
              <a:gd name="adj" fmla="val 2624"/>
            </a:avLst>
          </a:prstGeom>
          <a:solidFill>
            <a:srgbClr val="0041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solidFill>
                <a:srgbClr val="004182"/>
              </a:solidFill>
              <a:latin typeface="Community Pro" panose="02000303040000020003"/>
            </a:endParaRPr>
          </a:p>
        </p:txBody>
      </p:sp>
      <p:sp>
        <p:nvSpPr>
          <p:cNvPr id="17" name="Rounded Rectangle 16">
            <a:extLst>
              <a:ext uri="{FF2B5EF4-FFF2-40B4-BE49-F238E27FC236}">
                <a16:creationId xmlns:a16="http://schemas.microsoft.com/office/drawing/2014/main" id="{647DA63B-1F8B-9BA9-84B0-741C68E09947}"/>
              </a:ext>
            </a:extLst>
          </p:cNvPr>
          <p:cNvSpPr/>
          <p:nvPr/>
        </p:nvSpPr>
        <p:spPr>
          <a:xfrm>
            <a:off x="393753" y="10769599"/>
            <a:ext cx="20754502" cy="2476500"/>
          </a:xfrm>
          <a:prstGeom prst="roundRect">
            <a:avLst>
              <a:gd name="adj" fmla="val 10118"/>
            </a:avLst>
          </a:prstGeom>
          <a:solidFill>
            <a:srgbClr val="0041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19" name="Rounded Rectangle 18">
            <a:extLst>
              <a:ext uri="{FF2B5EF4-FFF2-40B4-BE49-F238E27FC236}">
                <a16:creationId xmlns:a16="http://schemas.microsoft.com/office/drawing/2014/main" id="{45D9727D-7A4B-1A4E-E957-2E303F659B03}"/>
              </a:ext>
            </a:extLst>
          </p:cNvPr>
          <p:cNvSpPr/>
          <p:nvPr/>
        </p:nvSpPr>
        <p:spPr>
          <a:xfrm>
            <a:off x="393750" y="406400"/>
            <a:ext cx="11647414" cy="10058400"/>
          </a:xfrm>
          <a:prstGeom prst="roundRect">
            <a:avLst>
              <a:gd name="adj" fmla="val 2624"/>
            </a:avLst>
          </a:prstGeom>
          <a:solidFill>
            <a:srgbClr val="0041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solidFill>
                <a:srgbClr val="004182"/>
              </a:solidFill>
              <a:latin typeface="Community Pro" panose="02000303040000020003"/>
            </a:endParaRPr>
          </a:p>
        </p:txBody>
      </p:sp>
      <p:pic>
        <p:nvPicPr>
          <p:cNvPr id="4" name="Group 104" descr="preencoded.png">
            <a:extLst>
              <a:ext uri="{FF2B5EF4-FFF2-40B4-BE49-F238E27FC236}">
                <a16:creationId xmlns:a16="http://schemas.microsoft.com/office/drawing/2014/main" id="{A00D8522-06C0-7D1F-293C-59F0FB537F97}"/>
              </a:ext>
            </a:extLst>
          </p:cNvPr>
          <p:cNvPicPr/>
          <p:nvPr/>
        </p:nvPicPr>
        <p:blipFill>
          <a:blip>
            <a:extLst>
              <a:ext uri="{96DAC541-7B7A-43D3-8B79-37D633B846F1}">
                <asvg:svgBlip xmlns:asvg="http://schemas.microsoft.com/office/drawing/2016/SVG/main" r:embed="rId2"/>
              </a:ext>
            </a:extLst>
          </a:blip>
          <a:srcRect/>
          <a:stretch/>
        </p:blipFill>
        <p:spPr>
          <a:xfrm>
            <a:off x="20729099" y="10020301"/>
            <a:ext cx="3658076" cy="3695700"/>
          </a:xfrm>
          <a:prstGeom prst="rect">
            <a:avLst/>
          </a:prstGeom>
        </p:spPr>
      </p:pic>
      <p:sp>
        <p:nvSpPr>
          <p:cNvPr id="24" name="Text Placeholder 23">
            <a:extLst>
              <a:ext uri="{FF2B5EF4-FFF2-40B4-BE49-F238E27FC236}">
                <a16:creationId xmlns:a16="http://schemas.microsoft.com/office/drawing/2014/main" id="{A9133A59-6512-C90A-0D9F-903D9649C5AE}"/>
              </a:ext>
            </a:extLst>
          </p:cNvPr>
          <p:cNvSpPr>
            <a:spLocks noGrp="1"/>
          </p:cNvSpPr>
          <p:nvPr>
            <p:ph type="body" sz="quarter" idx="10" hasCustomPrompt="1"/>
          </p:nvPr>
        </p:nvSpPr>
        <p:spPr>
          <a:xfrm>
            <a:off x="1135529" y="1298991"/>
            <a:ext cx="10448380" cy="8698328"/>
          </a:xfrm>
        </p:spPr>
        <p:txBody>
          <a:bodyPr>
            <a:noAutofit/>
          </a:bodyPr>
          <a:lstStyle>
            <a:lvl1pPr marL="0" indent="0">
              <a:lnSpc>
                <a:spcPct val="78000"/>
              </a:lnSpc>
              <a:spcBef>
                <a:spcPts val="0"/>
              </a:spcBef>
              <a:buNone/>
              <a:defRPr sz="12800" b="1" i="0" spc="-200" baseline="0">
                <a:solidFill>
                  <a:schemeClr val="bg1"/>
                </a:solidFill>
                <a:latin typeface="Community Pro" panose="02000303040000020003" pitchFamily="2" charset="0"/>
              </a:defRPr>
            </a:lvl1pPr>
          </a:lstStyle>
          <a:p>
            <a:pPr lvl="0"/>
            <a:r>
              <a:rPr lang="en-US"/>
              <a:t>Presentation Template:</a:t>
            </a:r>
            <a:br>
              <a:rPr lang="en-US"/>
            </a:br>
            <a:r>
              <a:rPr lang="en-US"/>
              <a:t>Title Slide</a:t>
            </a:r>
          </a:p>
        </p:txBody>
      </p:sp>
      <p:sp>
        <p:nvSpPr>
          <p:cNvPr id="30" name="Text Placeholder 23">
            <a:extLst>
              <a:ext uri="{FF2B5EF4-FFF2-40B4-BE49-F238E27FC236}">
                <a16:creationId xmlns:a16="http://schemas.microsoft.com/office/drawing/2014/main" id="{8691EAFB-8F99-A7A1-19E4-9CFD60562875}"/>
              </a:ext>
            </a:extLst>
          </p:cNvPr>
          <p:cNvSpPr>
            <a:spLocks noGrp="1"/>
          </p:cNvSpPr>
          <p:nvPr>
            <p:ph type="body" sz="quarter" idx="11" hasCustomPrompt="1"/>
          </p:nvPr>
        </p:nvSpPr>
        <p:spPr>
          <a:xfrm>
            <a:off x="1501337" y="11754602"/>
            <a:ext cx="15510686" cy="535421"/>
          </a:xfrm>
        </p:spPr>
        <p:txBody>
          <a:bodyPr>
            <a:noAutofit/>
          </a:bodyPr>
          <a:lstStyle>
            <a:lvl1pPr marL="0" indent="0">
              <a:lnSpc>
                <a:spcPct val="78000"/>
              </a:lnSpc>
              <a:spcBef>
                <a:spcPts val="0"/>
              </a:spcBef>
              <a:buNone/>
              <a:defRPr sz="3507" b="1" i="0" spc="0" baseline="0">
                <a:solidFill>
                  <a:schemeClr val="bg1"/>
                </a:solidFill>
                <a:latin typeface="Community Pro" panose="02000303040000020003" pitchFamily="2" charset="0"/>
              </a:defRPr>
            </a:lvl1pPr>
          </a:lstStyle>
          <a:p>
            <a:pPr lvl="0"/>
            <a:r>
              <a:rPr lang="en-US"/>
              <a:t>Subhead, Author Name, or Date Here</a:t>
            </a:r>
          </a:p>
        </p:txBody>
      </p:sp>
      <p:sp>
        <p:nvSpPr>
          <p:cNvPr id="34" name="Picture Placeholder 9">
            <a:extLst>
              <a:ext uri="{FF2B5EF4-FFF2-40B4-BE49-F238E27FC236}">
                <a16:creationId xmlns:a16="http://schemas.microsoft.com/office/drawing/2014/main" id="{6FA778B4-805E-0A3E-6199-45A35CAF25E1}"/>
              </a:ext>
            </a:extLst>
          </p:cNvPr>
          <p:cNvSpPr>
            <a:spLocks noGrp="1"/>
          </p:cNvSpPr>
          <p:nvPr>
            <p:ph type="pic" sz="quarter" idx="12"/>
          </p:nvPr>
        </p:nvSpPr>
        <p:spPr>
          <a:xfrm>
            <a:off x="13223447" y="1209923"/>
            <a:ext cx="1548958" cy="1548756"/>
          </a:xfrm>
          <a:prstGeom prst="roundRect">
            <a:avLst>
              <a:gd name="adj" fmla="val 11874"/>
            </a:avLst>
          </a:prstGeom>
          <a:pattFill prst="wdUpDiag">
            <a:fgClr>
              <a:schemeClr val="accent5">
                <a:lumMod val="85000"/>
              </a:schemeClr>
            </a:fgClr>
            <a:bgClr>
              <a:schemeClr val="accent5">
                <a:lumMod val="95000"/>
              </a:schemeClr>
            </a:bgClr>
          </a:pattFill>
        </p:spPr>
        <p:txBody>
          <a:bodyPr/>
          <a:lstStyle>
            <a:lvl1pPr marL="0" indent="0">
              <a:buNone/>
              <a:defRPr/>
            </a:lvl1pPr>
          </a:lstStyle>
          <a:p>
            <a:r>
              <a:rPr lang="en-US"/>
              <a:t>Click icon to add picture</a:t>
            </a:r>
          </a:p>
        </p:txBody>
      </p:sp>
      <p:sp>
        <p:nvSpPr>
          <p:cNvPr id="35" name="Picture Placeholder 9">
            <a:extLst>
              <a:ext uri="{FF2B5EF4-FFF2-40B4-BE49-F238E27FC236}">
                <a16:creationId xmlns:a16="http://schemas.microsoft.com/office/drawing/2014/main" id="{3DFDE5DE-8DEA-A71D-6CF1-CC397DCE2E83}"/>
              </a:ext>
            </a:extLst>
          </p:cNvPr>
          <p:cNvSpPr>
            <a:spLocks noGrp="1"/>
          </p:cNvSpPr>
          <p:nvPr>
            <p:ph type="pic" sz="quarter" idx="13"/>
          </p:nvPr>
        </p:nvSpPr>
        <p:spPr>
          <a:xfrm>
            <a:off x="13223447" y="3511163"/>
            <a:ext cx="1548958" cy="1548756"/>
          </a:xfrm>
          <a:prstGeom prst="roundRect">
            <a:avLst>
              <a:gd name="adj" fmla="val 11874"/>
            </a:avLst>
          </a:prstGeom>
          <a:pattFill prst="wdUpDiag">
            <a:fgClr>
              <a:schemeClr val="accent5">
                <a:lumMod val="85000"/>
              </a:schemeClr>
            </a:fgClr>
            <a:bgClr>
              <a:schemeClr val="accent5">
                <a:lumMod val="95000"/>
              </a:schemeClr>
            </a:bgClr>
          </a:pattFill>
        </p:spPr>
        <p:txBody>
          <a:bodyPr/>
          <a:lstStyle>
            <a:lvl1pPr marL="0" indent="0">
              <a:buNone/>
              <a:defRPr/>
            </a:lvl1pPr>
          </a:lstStyle>
          <a:p>
            <a:r>
              <a:rPr lang="en-US"/>
              <a:t>Click icon to add picture</a:t>
            </a:r>
          </a:p>
        </p:txBody>
      </p:sp>
      <p:sp>
        <p:nvSpPr>
          <p:cNvPr id="36" name="Picture Placeholder 9">
            <a:extLst>
              <a:ext uri="{FF2B5EF4-FFF2-40B4-BE49-F238E27FC236}">
                <a16:creationId xmlns:a16="http://schemas.microsoft.com/office/drawing/2014/main" id="{C30F476D-A9EF-1AF4-2AFA-FB89F82031C4}"/>
              </a:ext>
            </a:extLst>
          </p:cNvPr>
          <p:cNvSpPr>
            <a:spLocks noGrp="1"/>
          </p:cNvSpPr>
          <p:nvPr>
            <p:ph type="pic" sz="quarter" idx="14"/>
          </p:nvPr>
        </p:nvSpPr>
        <p:spPr>
          <a:xfrm>
            <a:off x="13223447" y="5809206"/>
            <a:ext cx="1548958" cy="1548756"/>
          </a:xfrm>
          <a:prstGeom prst="roundRect">
            <a:avLst>
              <a:gd name="adj" fmla="val 11874"/>
            </a:avLst>
          </a:prstGeom>
          <a:pattFill prst="wdUpDiag">
            <a:fgClr>
              <a:schemeClr val="accent5">
                <a:lumMod val="85000"/>
              </a:schemeClr>
            </a:fgClr>
            <a:bgClr>
              <a:schemeClr val="accent5">
                <a:lumMod val="95000"/>
              </a:schemeClr>
            </a:bgClr>
          </a:pattFill>
        </p:spPr>
        <p:txBody>
          <a:bodyPr/>
          <a:lstStyle>
            <a:lvl1pPr marL="0" indent="0">
              <a:buNone/>
              <a:defRPr/>
            </a:lvl1pPr>
          </a:lstStyle>
          <a:p>
            <a:r>
              <a:rPr lang="en-US"/>
              <a:t>Click icon to add picture</a:t>
            </a:r>
          </a:p>
        </p:txBody>
      </p:sp>
      <p:sp>
        <p:nvSpPr>
          <p:cNvPr id="37" name="Picture Placeholder 9">
            <a:extLst>
              <a:ext uri="{FF2B5EF4-FFF2-40B4-BE49-F238E27FC236}">
                <a16:creationId xmlns:a16="http://schemas.microsoft.com/office/drawing/2014/main" id="{DE5D7C5D-0B07-1A20-1A39-88846FE711C1}"/>
              </a:ext>
            </a:extLst>
          </p:cNvPr>
          <p:cNvSpPr>
            <a:spLocks noGrp="1"/>
          </p:cNvSpPr>
          <p:nvPr>
            <p:ph type="pic" sz="quarter" idx="15"/>
          </p:nvPr>
        </p:nvSpPr>
        <p:spPr>
          <a:xfrm>
            <a:off x="13223447" y="8110446"/>
            <a:ext cx="1548958" cy="1548756"/>
          </a:xfrm>
          <a:prstGeom prst="roundRect">
            <a:avLst>
              <a:gd name="adj" fmla="val 11874"/>
            </a:avLst>
          </a:prstGeom>
          <a:pattFill prst="wdUpDiag">
            <a:fgClr>
              <a:schemeClr val="accent5">
                <a:lumMod val="85000"/>
              </a:schemeClr>
            </a:fgClr>
            <a:bgClr>
              <a:schemeClr val="accent5">
                <a:lumMod val="95000"/>
              </a:schemeClr>
            </a:bgClr>
          </a:pattFill>
        </p:spPr>
        <p:txBody>
          <a:bodyPr/>
          <a:lstStyle>
            <a:lvl1pPr marL="0" indent="0">
              <a:buNone/>
              <a:defRPr/>
            </a:lvl1pPr>
          </a:lstStyle>
          <a:p>
            <a:r>
              <a:rPr lang="en-US"/>
              <a:t>Click icon to add picture</a:t>
            </a:r>
          </a:p>
        </p:txBody>
      </p:sp>
      <p:sp>
        <p:nvSpPr>
          <p:cNvPr id="40" name="Text Placeholder 23">
            <a:extLst>
              <a:ext uri="{FF2B5EF4-FFF2-40B4-BE49-F238E27FC236}">
                <a16:creationId xmlns:a16="http://schemas.microsoft.com/office/drawing/2014/main" id="{57979A93-F20E-0D7F-A01B-C23EFDDA4F82}"/>
              </a:ext>
            </a:extLst>
          </p:cNvPr>
          <p:cNvSpPr>
            <a:spLocks noGrp="1"/>
          </p:cNvSpPr>
          <p:nvPr>
            <p:ph type="body" sz="quarter" idx="16" hasCustomPrompt="1"/>
          </p:nvPr>
        </p:nvSpPr>
        <p:spPr>
          <a:xfrm>
            <a:off x="15264905" y="1453351"/>
            <a:ext cx="7623216" cy="535421"/>
          </a:xfrm>
        </p:spPr>
        <p:txBody>
          <a:bodyPr>
            <a:noAutofit/>
          </a:bodyPr>
          <a:lstStyle>
            <a:lvl1pPr marL="0" indent="0">
              <a:lnSpc>
                <a:spcPct val="78000"/>
              </a:lnSpc>
              <a:spcBef>
                <a:spcPts val="0"/>
              </a:spcBef>
              <a:buNone/>
              <a:defRPr sz="3507" b="1" i="0" spc="0" baseline="0">
                <a:solidFill>
                  <a:schemeClr val="bg2"/>
                </a:solidFill>
                <a:latin typeface="Community Pro" panose="02000303040000020003" pitchFamily="2" charset="0"/>
              </a:defRPr>
            </a:lvl1pPr>
          </a:lstStyle>
          <a:p>
            <a:pPr lvl="0"/>
            <a:r>
              <a:rPr lang="en-US"/>
              <a:t>Firstname Lastname</a:t>
            </a:r>
          </a:p>
        </p:txBody>
      </p:sp>
      <p:sp>
        <p:nvSpPr>
          <p:cNvPr id="41" name="Text Placeholder 23">
            <a:extLst>
              <a:ext uri="{FF2B5EF4-FFF2-40B4-BE49-F238E27FC236}">
                <a16:creationId xmlns:a16="http://schemas.microsoft.com/office/drawing/2014/main" id="{3E76FF99-C62D-4A12-36DF-E41ADE2D770C}"/>
              </a:ext>
            </a:extLst>
          </p:cNvPr>
          <p:cNvSpPr>
            <a:spLocks noGrp="1"/>
          </p:cNvSpPr>
          <p:nvPr>
            <p:ph type="body" sz="quarter" idx="17" hasCustomPrompt="1"/>
          </p:nvPr>
        </p:nvSpPr>
        <p:spPr>
          <a:xfrm>
            <a:off x="15264905" y="2077315"/>
            <a:ext cx="7623216" cy="535421"/>
          </a:xfrm>
        </p:spPr>
        <p:txBody>
          <a:bodyPr>
            <a:noAutofit/>
          </a:bodyPr>
          <a:lstStyle>
            <a:lvl1pPr marL="0" indent="0">
              <a:lnSpc>
                <a:spcPct val="78000"/>
              </a:lnSpc>
              <a:spcBef>
                <a:spcPts val="0"/>
              </a:spcBef>
              <a:buNone/>
              <a:defRPr sz="3507" b="0" i="0" spc="0" baseline="0">
                <a:solidFill>
                  <a:schemeClr val="bg1"/>
                </a:solidFill>
                <a:latin typeface="Community Pro" panose="02000303040000020003" pitchFamily="2" charset="0"/>
              </a:defRPr>
            </a:lvl1pPr>
          </a:lstStyle>
          <a:p>
            <a:pPr lvl="0"/>
            <a:r>
              <a:rPr lang="en-US"/>
              <a:t>Title, Company</a:t>
            </a:r>
          </a:p>
        </p:txBody>
      </p:sp>
      <p:sp>
        <p:nvSpPr>
          <p:cNvPr id="48" name="Text Placeholder 23">
            <a:extLst>
              <a:ext uri="{FF2B5EF4-FFF2-40B4-BE49-F238E27FC236}">
                <a16:creationId xmlns:a16="http://schemas.microsoft.com/office/drawing/2014/main" id="{5F0E2238-D6F2-223B-73A2-46E7134D7E11}"/>
              </a:ext>
            </a:extLst>
          </p:cNvPr>
          <p:cNvSpPr>
            <a:spLocks noGrp="1"/>
          </p:cNvSpPr>
          <p:nvPr>
            <p:ph type="body" sz="quarter" idx="18" hasCustomPrompt="1"/>
          </p:nvPr>
        </p:nvSpPr>
        <p:spPr>
          <a:xfrm>
            <a:off x="15264905" y="3775637"/>
            <a:ext cx="7623216" cy="535421"/>
          </a:xfrm>
        </p:spPr>
        <p:txBody>
          <a:bodyPr>
            <a:noAutofit/>
          </a:bodyPr>
          <a:lstStyle>
            <a:lvl1pPr marL="0" indent="0">
              <a:lnSpc>
                <a:spcPct val="78000"/>
              </a:lnSpc>
              <a:spcBef>
                <a:spcPts val="0"/>
              </a:spcBef>
              <a:buNone/>
              <a:defRPr sz="3507" b="1" i="0" spc="0" baseline="0">
                <a:solidFill>
                  <a:schemeClr val="bg2"/>
                </a:solidFill>
                <a:latin typeface="Community Pro" panose="02000303040000020003" pitchFamily="2" charset="0"/>
              </a:defRPr>
            </a:lvl1pPr>
          </a:lstStyle>
          <a:p>
            <a:pPr lvl="0"/>
            <a:r>
              <a:rPr lang="en-US"/>
              <a:t>Firstname Lastname</a:t>
            </a:r>
          </a:p>
        </p:txBody>
      </p:sp>
      <p:sp>
        <p:nvSpPr>
          <p:cNvPr id="49" name="Text Placeholder 23">
            <a:extLst>
              <a:ext uri="{FF2B5EF4-FFF2-40B4-BE49-F238E27FC236}">
                <a16:creationId xmlns:a16="http://schemas.microsoft.com/office/drawing/2014/main" id="{A61FFF6E-F40B-E2DE-E9B7-B85CF43192E3}"/>
              </a:ext>
            </a:extLst>
          </p:cNvPr>
          <p:cNvSpPr>
            <a:spLocks noGrp="1"/>
          </p:cNvSpPr>
          <p:nvPr>
            <p:ph type="body" sz="quarter" idx="19" hasCustomPrompt="1"/>
          </p:nvPr>
        </p:nvSpPr>
        <p:spPr>
          <a:xfrm>
            <a:off x="15264905" y="4399602"/>
            <a:ext cx="7623216" cy="535421"/>
          </a:xfrm>
        </p:spPr>
        <p:txBody>
          <a:bodyPr>
            <a:noAutofit/>
          </a:bodyPr>
          <a:lstStyle>
            <a:lvl1pPr marL="0" indent="0">
              <a:lnSpc>
                <a:spcPct val="78000"/>
              </a:lnSpc>
              <a:spcBef>
                <a:spcPts val="0"/>
              </a:spcBef>
              <a:buNone/>
              <a:defRPr sz="3507" b="0" i="0" spc="0" baseline="0">
                <a:solidFill>
                  <a:schemeClr val="bg1"/>
                </a:solidFill>
                <a:latin typeface="Community Pro" panose="02000303040000020003" pitchFamily="2" charset="0"/>
              </a:defRPr>
            </a:lvl1pPr>
          </a:lstStyle>
          <a:p>
            <a:pPr lvl="0"/>
            <a:r>
              <a:rPr lang="en-US"/>
              <a:t>Title, Company</a:t>
            </a:r>
          </a:p>
        </p:txBody>
      </p:sp>
      <p:sp>
        <p:nvSpPr>
          <p:cNvPr id="50" name="Text Placeholder 23">
            <a:extLst>
              <a:ext uri="{FF2B5EF4-FFF2-40B4-BE49-F238E27FC236}">
                <a16:creationId xmlns:a16="http://schemas.microsoft.com/office/drawing/2014/main" id="{18A64C83-1701-34F0-8599-A37DCA1C1B3E}"/>
              </a:ext>
            </a:extLst>
          </p:cNvPr>
          <p:cNvSpPr>
            <a:spLocks noGrp="1"/>
          </p:cNvSpPr>
          <p:nvPr>
            <p:ph type="body" sz="quarter" idx="20" hasCustomPrompt="1"/>
          </p:nvPr>
        </p:nvSpPr>
        <p:spPr>
          <a:xfrm>
            <a:off x="15264905" y="6063090"/>
            <a:ext cx="7623216" cy="535421"/>
          </a:xfrm>
        </p:spPr>
        <p:txBody>
          <a:bodyPr>
            <a:noAutofit/>
          </a:bodyPr>
          <a:lstStyle>
            <a:lvl1pPr marL="0" indent="0">
              <a:lnSpc>
                <a:spcPct val="78000"/>
              </a:lnSpc>
              <a:spcBef>
                <a:spcPts val="0"/>
              </a:spcBef>
              <a:buNone/>
              <a:defRPr sz="3507" b="1" i="0" spc="0" baseline="0">
                <a:solidFill>
                  <a:schemeClr val="bg2"/>
                </a:solidFill>
                <a:latin typeface="Community Pro" panose="02000303040000020003" pitchFamily="2" charset="0"/>
              </a:defRPr>
            </a:lvl1pPr>
          </a:lstStyle>
          <a:p>
            <a:pPr lvl="0"/>
            <a:r>
              <a:rPr lang="en-US"/>
              <a:t>Firstname Lastname</a:t>
            </a:r>
          </a:p>
        </p:txBody>
      </p:sp>
      <p:sp>
        <p:nvSpPr>
          <p:cNvPr id="51" name="Text Placeholder 23">
            <a:extLst>
              <a:ext uri="{FF2B5EF4-FFF2-40B4-BE49-F238E27FC236}">
                <a16:creationId xmlns:a16="http://schemas.microsoft.com/office/drawing/2014/main" id="{52F120A8-9AD3-A79C-6D4B-EE0C74700533}"/>
              </a:ext>
            </a:extLst>
          </p:cNvPr>
          <p:cNvSpPr>
            <a:spLocks noGrp="1"/>
          </p:cNvSpPr>
          <p:nvPr>
            <p:ph type="body" sz="quarter" idx="21" hasCustomPrompt="1"/>
          </p:nvPr>
        </p:nvSpPr>
        <p:spPr>
          <a:xfrm>
            <a:off x="15264905" y="6687054"/>
            <a:ext cx="7623216" cy="535421"/>
          </a:xfrm>
        </p:spPr>
        <p:txBody>
          <a:bodyPr>
            <a:noAutofit/>
          </a:bodyPr>
          <a:lstStyle>
            <a:lvl1pPr marL="0" indent="0">
              <a:lnSpc>
                <a:spcPct val="78000"/>
              </a:lnSpc>
              <a:spcBef>
                <a:spcPts val="0"/>
              </a:spcBef>
              <a:buNone/>
              <a:defRPr sz="3507" b="0" i="0" spc="0" baseline="0">
                <a:solidFill>
                  <a:schemeClr val="bg1"/>
                </a:solidFill>
                <a:latin typeface="Community Pro" panose="02000303040000020003" pitchFamily="2" charset="0"/>
              </a:defRPr>
            </a:lvl1pPr>
          </a:lstStyle>
          <a:p>
            <a:pPr lvl="0"/>
            <a:r>
              <a:rPr lang="en-US"/>
              <a:t>Title, Company</a:t>
            </a:r>
          </a:p>
        </p:txBody>
      </p:sp>
      <p:sp>
        <p:nvSpPr>
          <p:cNvPr id="52" name="Text Placeholder 23">
            <a:extLst>
              <a:ext uri="{FF2B5EF4-FFF2-40B4-BE49-F238E27FC236}">
                <a16:creationId xmlns:a16="http://schemas.microsoft.com/office/drawing/2014/main" id="{075DF6ED-DA54-8E7E-C2FC-9BD9F8489AC0}"/>
              </a:ext>
            </a:extLst>
          </p:cNvPr>
          <p:cNvSpPr>
            <a:spLocks noGrp="1"/>
          </p:cNvSpPr>
          <p:nvPr>
            <p:ph type="body" sz="quarter" idx="22" hasCustomPrompt="1"/>
          </p:nvPr>
        </p:nvSpPr>
        <p:spPr>
          <a:xfrm>
            <a:off x="15264905" y="8373763"/>
            <a:ext cx="7623216" cy="535421"/>
          </a:xfrm>
        </p:spPr>
        <p:txBody>
          <a:bodyPr>
            <a:noAutofit/>
          </a:bodyPr>
          <a:lstStyle>
            <a:lvl1pPr marL="0" indent="0">
              <a:lnSpc>
                <a:spcPct val="78000"/>
              </a:lnSpc>
              <a:spcBef>
                <a:spcPts val="0"/>
              </a:spcBef>
              <a:buNone/>
              <a:defRPr sz="3507" b="1" i="0" spc="0" baseline="0">
                <a:solidFill>
                  <a:schemeClr val="bg2"/>
                </a:solidFill>
                <a:latin typeface="Community Pro" panose="02000303040000020003" pitchFamily="2" charset="0"/>
              </a:defRPr>
            </a:lvl1pPr>
          </a:lstStyle>
          <a:p>
            <a:pPr lvl="0"/>
            <a:r>
              <a:rPr lang="en-US"/>
              <a:t>Firstname Lastname</a:t>
            </a:r>
          </a:p>
        </p:txBody>
      </p:sp>
      <p:sp>
        <p:nvSpPr>
          <p:cNvPr id="53" name="Text Placeholder 23">
            <a:extLst>
              <a:ext uri="{FF2B5EF4-FFF2-40B4-BE49-F238E27FC236}">
                <a16:creationId xmlns:a16="http://schemas.microsoft.com/office/drawing/2014/main" id="{1F84173E-4A68-7C53-D2AD-0BF8FE63234A}"/>
              </a:ext>
            </a:extLst>
          </p:cNvPr>
          <p:cNvSpPr>
            <a:spLocks noGrp="1"/>
          </p:cNvSpPr>
          <p:nvPr>
            <p:ph type="body" sz="quarter" idx="23" hasCustomPrompt="1"/>
          </p:nvPr>
        </p:nvSpPr>
        <p:spPr>
          <a:xfrm>
            <a:off x="15264905" y="8997727"/>
            <a:ext cx="7623216" cy="535421"/>
          </a:xfrm>
        </p:spPr>
        <p:txBody>
          <a:bodyPr>
            <a:noAutofit/>
          </a:bodyPr>
          <a:lstStyle>
            <a:lvl1pPr marL="0" indent="0">
              <a:lnSpc>
                <a:spcPct val="78000"/>
              </a:lnSpc>
              <a:spcBef>
                <a:spcPts val="0"/>
              </a:spcBef>
              <a:buNone/>
              <a:defRPr sz="3507" b="0" i="0" spc="0" baseline="0">
                <a:solidFill>
                  <a:schemeClr val="bg1"/>
                </a:solidFill>
                <a:latin typeface="Community Pro" panose="02000303040000020003" pitchFamily="2" charset="0"/>
              </a:defRPr>
            </a:lvl1pPr>
          </a:lstStyle>
          <a:p>
            <a:pPr lvl="0"/>
            <a:r>
              <a:rPr lang="en-US"/>
              <a:t>Title, Company</a:t>
            </a:r>
          </a:p>
        </p:txBody>
      </p:sp>
    </p:spTree>
    <p:extLst>
      <p:ext uri="{BB962C8B-B14F-4D97-AF65-F5344CB8AC3E}">
        <p14:creationId xmlns:p14="http://schemas.microsoft.com/office/powerpoint/2010/main" val="3717743317"/>
      </p:ext>
    </p:extLst>
  </p:cSld>
  <p:clrMapOvr>
    <a:masterClrMapping/>
  </p:clrMapOvr>
  <p:hf hdr="0" ftr="0" dt="0"/>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Speaker Slide 4">
    <p:bg>
      <p:bgPr>
        <a:solidFill>
          <a:srgbClr val="07294B"/>
        </a:solidFill>
        <a:effectLst/>
      </p:bgPr>
    </p:bg>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5108BB5B-7D56-0BB9-35EE-A3EB75674451}"/>
              </a:ext>
            </a:extLst>
          </p:cNvPr>
          <p:cNvSpPr/>
          <p:nvPr/>
        </p:nvSpPr>
        <p:spPr>
          <a:xfrm>
            <a:off x="0" y="0"/>
            <a:ext cx="24387175" cy="13716000"/>
          </a:xfrm>
          <a:prstGeom prst="roundRect">
            <a:avLst>
              <a:gd name="adj" fmla="val 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16" name="Rounded Rectangle 15">
            <a:extLst>
              <a:ext uri="{FF2B5EF4-FFF2-40B4-BE49-F238E27FC236}">
                <a16:creationId xmlns:a16="http://schemas.microsoft.com/office/drawing/2014/main" id="{4040F209-BBA8-FD76-8784-F68FC4A07542}"/>
              </a:ext>
            </a:extLst>
          </p:cNvPr>
          <p:cNvSpPr/>
          <p:nvPr/>
        </p:nvSpPr>
        <p:spPr>
          <a:xfrm>
            <a:off x="12346007" y="406400"/>
            <a:ext cx="11647416" cy="10058400"/>
          </a:xfrm>
          <a:prstGeom prst="roundRect">
            <a:avLst>
              <a:gd name="adj" fmla="val 2624"/>
            </a:avLst>
          </a:prstGeom>
          <a:solidFill>
            <a:srgbClr val="0A66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accent2"/>
              </a:solidFill>
              <a:latin typeface="Community Pro" panose="02000303040000020003"/>
            </a:endParaRPr>
          </a:p>
        </p:txBody>
      </p:sp>
      <p:sp>
        <p:nvSpPr>
          <p:cNvPr id="17" name="Rounded Rectangle 16">
            <a:extLst>
              <a:ext uri="{FF2B5EF4-FFF2-40B4-BE49-F238E27FC236}">
                <a16:creationId xmlns:a16="http://schemas.microsoft.com/office/drawing/2014/main" id="{647DA63B-1F8B-9BA9-84B0-741C68E09947}"/>
              </a:ext>
            </a:extLst>
          </p:cNvPr>
          <p:cNvSpPr/>
          <p:nvPr/>
        </p:nvSpPr>
        <p:spPr>
          <a:xfrm>
            <a:off x="393753" y="10769599"/>
            <a:ext cx="20754502" cy="2476500"/>
          </a:xfrm>
          <a:prstGeom prst="roundRect">
            <a:avLst>
              <a:gd name="adj" fmla="val 10118"/>
            </a:avLst>
          </a:prstGeom>
          <a:solidFill>
            <a:srgbClr val="0041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19" name="Rounded Rectangle 18">
            <a:extLst>
              <a:ext uri="{FF2B5EF4-FFF2-40B4-BE49-F238E27FC236}">
                <a16:creationId xmlns:a16="http://schemas.microsoft.com/office/drawing/2014/main" id="{45D9727D-7A4B-1A4E-E957-2E303F659B03}"/>
              </a:ext>
            </a:extLst>
          </p:cNvPr>
          <p:cNvSpPr/>
          <p:nvPr/>
        </p:nvSpPr>
        <p:spPr>
          <a:xfrm>
            <a:off x="393750" y="406400"/>
            <a:ext cx="11647414" cy="10058400"/>
          </a:xfrm>
          <a:prstGeom prst="roundRect">
            <a:avLst>
              <a:gd name="adj" fmla="val 2624"/>
            </a:avLst>
          </a:prstGeom>
          <a:solidFill>
            <a:srgbClr val="0041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solidFill>
                <a:srgbClr val="004182"/>
              </a:solidFill>
              <a:latin typeface="Community Pro" panose="02000303040000020003"/>
            </a:endParaRPr>
          </a:p>
        </p:txBody>
      </p:sp>
      <p:pic>
        <p:nvPicPr>
          <p:cNvPr id="4" name="Group 104" descr="preencoded.png">
            <a:extLst>
              <a:ext uri="{FF2B5EF4-FFF2-40B4-BE49-F238E27FC236}">
                <a16:creationId xmlns:a16="http://schemas.microsoft.com/office/drawing/2014/main" id="{A00D8522-06C0-7D1F-293C-59F0FB537F97}"/>
              </a:ext>
            </a:extLst>
          </p:cNvPr>
          <p:cNvPicPr/>
          <p:nvPr/>
        </p:nvPicPr>
        <p:blipFill>
          <a:blip>
            <a:extLst>
              <a:ext uri="{96DAC541-7B7A-43D3-8B79-37D633B846F1}">
                <asvg:svgBlip xmlns:asvg="http://schemas.microsoft.com/office/drawing/2016/SVG/main" r:embed="rId2"/>
              </a:ext>
            </a:extLst>
          </a:blip>
          <a:srcRect/>
          <a:stretch/>
        </p:blipFill>
        <p:spPr>
          <a:xfrm>
            <a:off x="20729099" y="10020301"/>
            <a:ext cx="3658076" cy="3695700"/>
          </a:xfrm>
          <a:prstGeom prst="rect">
            <a:avLst/>
          </a:prstGeom>
        </p:spPr>
      </p:pic>
      <p:sp>
        <p:nvSpPr>
          <p:cNvPr id="24" name="Text Placeholder 23">
            <a:extLst>
              <a:ext uri="{FF2B5EF4-FFF2-40B4-BE49-F238E27FC236}">
                <a16:creationId xmlns:a16="http://schemas.microsoft.com/office/drawing/2014/main" id="{A9133A59-6512-C90A-0D9F-903D9649C5AE}"/>
              </a:ext>
            </a:extLst>
          </p:cNvPr>
          <p:cNvSpPr>
            <a:spLocks noGrp="1"/>
          </p:cNvSpPr>
          <p:nvPr>
            <p:ph type="body" sz="quarter" idx="10" hasCustomPrompt="1"/>
          </p:nvPr>
        </p:nvSpPr>
        <p:spPr>
          <a:xfrm>
            <a:off x="1135529" y="1298991"/>
            <a:ext cx="10448380" cy="8698328"/>
          </a:xfrm>
        </p:spPr>
        <p:txBody>
          <a:bodyPr>
            <a:noAutofit/>
          </a:bodyPr>
          <a:lstStyle>
            <a:lvl1pPr marL="0" indent="0">
              <a:lnSpc>
                <a:spcPct val="78000"/>
              </a:lnSpc>
              <a:spcBef>
                <a:spcPts val="0"/>
              </a:spcBef>
              <a:buNone/>
              <a:defRPr sz="12800" b="1" i="0" spc="-200" baseline="0">
                <a:solidFill>
                  <a:schemeClr val="bg1"/>
                </a:solidFill>
                <a:latin typeface="Community Pro" panose="02000303040000020003" pitchFamily="2" charset="0"/>
              </a:defRPr>
            </a:lvl1pPr>
          </a:lstStyle>
          <a:p>
            <a:pPr lvl="0"/>
            <a:r>
              <a:rPr lang="en-US"/>
              <a:t>Presentation Template:</a:t>
            </a:r>
            <a:br>
              <a:rPr lang="en-US"/>
            </a:br>
            <a:r>
              <a:rPr lang="en-US"/>
              <a:t>Title Slide</a:t>
            </a:r>
          </a:p>
        </p:txBody>
      </p:sp>
      <p:sp>
        <p:nvSpPr>
          <p:cNvPr id="30" name="Text Placeholder 23">
            <a:extLst>
              <a:ext uri="{FF2B5EF4-FFF2-40B4-BE49-F238E27FC236}">
                <a16:creationId xmlns:a16="http://schemas.microsoft.com/office/drawing/2014/main" id="{8691EAFB-8F99-A7A1-19E4-9CFD60562875}"/>
              </a:ext>
            </a:extLst>
          </p:cNvPr>
          <p:cNvSpPr>
            <a:spLocks noGrp="1"/>
          </p:cNvSpPr>
          <p:nvPr>
            <p:ph type="body" sz="quarter" idx="11" hasCustomPrompt="1"/>
          </p:nvPr>
        </p:nvSpPr>
        <p:spPr>
          <a:xfrm>
            <a:off x="1501337" y="11754602"/>
            <a:ext cx="15510686" cy="535421"/>
          </a:xfrm>
        </p:spPr>
        <p:txBody>
          <a:bodyPr>
            <a:noAutofit/>
          </a:bodyPr>
          <a:lstStyle>
            <a:lvl1pPr marL="0" indent="0">
              <a:lnSpc>
                <a:spcPct val="78000"/>
              </a:lnSpc>
              <a:spcBef>
                <a:spcPts val="0"/>
              </a:spcBef>
              <a:buNone/>
              <a:defRPr sz="3507" b="1" i="0" spc="0" baseline="0">
                <a:solidFill>
                  <a:schemeClr val="bg1"/>
                </a:solidFill>
                <a:latin typeface="Community Pro" panose="02000303040000020003" pitchFamily="2" charset="0"/>
              </a:defRPr>
            </a:lvl1pPr>
          </a:lstStyle>
          <a:p>
            <a:pPr lvl="0"/>
            <a:r>
              <a:rPr lang="en-US"/>
              <a:t>Subhead, Author Name, or Date Here</a:t>
            </a:r>
          </a:p>
        </p:txBody>
      </p:sp>
      <p:sp>
        <p:nvSpPr>
          <p:cNvPr id="34" name="Picture Placeholder 9">
            <a:extLst>
              <a:ext uri="{FF2B5EF4-FFF2-40B4-BE49-F238E27FC236}">
                <a16:creationId xmlns:a16="http://schemas.microsoft.com/office/drawing/2014/main" id="{6FA778B4-805E-0A3E-6199-45A35CAF25E1}"/>
              </a:ext>
            </a:extLst>
          </p:cNvPr>
          <p:cNvSpPr>
            <a:spLocks noGrp="1"/>
          </p:cNvSpPr>
          <p:nvPr>
            <p:ph type="pic" sz="quarter" idx="12"/>
          </p:nvPr>
        </p:nvSpPr>
        <p:spPr>
          <a:xfrm>
            <a:off x="13223447" y="1209923"/>
            <a:ext cx="1548958" cy="1548756"/>
          </a:xfrm>
          <a:prstGeom prst="roundRect">
            <a:avLst>
              <a:gd name="adj" fmla="val 11874"/>
            </a:avLst>
          </a:prstGeom>
          <a:pattFill prst="wdUpDiag">
            <a:fgClr>
              <a:schemeClr val="accent5">
                <a:lumMod val="85000"/>
              </a:schemeClr>
            </a:fgClr>
            <a:bgClr>
              <a:schemeClr val="accent5">
                <a:lumMod val="95000"/>
              </a:schemeClr>
            </a:bgClr>
          </a:pattFill>
        </p:spPr>
        <p:txBody>
          <a:bodyPr/>
          <a:lstStyle>
            <a:lvl1pPr marL="0" indent="0">
              <a:buNone/>
              <a:defRPr/>
            </a:lvl1pPr>
          </a:lstStyle>
          <a:p>
            <a:r>
              <a:rPr lang="en-US"/>
              <a:t>Click icon to add picture</a:t>
            </a:r>
          </a:p>
        </p:txBody>
      </p:sp>
      <p:sp>
        <p:nvSpPr>
          <p:cNvPr id="35" name="Picture Placeholder 9">
            <a:extLst>
              <a:ext uri="{FF2B5EF4-FFF2-40B4-BE49-F238E27FC236}">
                <a16:creationId xmlns:a16="http://schemas.microsoft.com/office/drawing/2014/main" id="{3DFDE5DE-8DEA-A71D-6CF1-CC397DCE2E83}"/>
              </a:ext>
            </a:extLst>
          </p:cNvPr>
          <p:cNvSpPr>
            <a:spLocks noGrp="1"/>
          </p:cNvSpPr>
          <p:nvPr>
            <p:ph type="pic" sz="quarter" idx="13"/>
          </p:nvPr>
        </p:nvSpPr>
        <p:spPr>
          <a:xfrm>
            <a:off x="13223447" y="3511163"/>
            <a:ext cx="1548958" cy="1548756"/>
          </a:xfrm>
          <a:prstGeom prst="roundRect">
            <a:avLst>
              <a:gd name="adj" fmla="val 11874"/>
            </a:avLst>
          </a:prstGeom>
          <a:pattFill prst="wdUpDiag">
            <a:fgClr>
              <a:schemeClr val="accent5">
                <a:lumMod val="85000"/>
              </a:schemeClr>
            </a:fgClr>
            <a:bgClr>
              <a:schemeClr val="accent5">
                <a:lumMod val="95000"/>
              </a:schemeClr>
            </a:bgClr>
          </a:pattFill>
        </p:spPr>
        <p:txBody>
          <a:bodyPr/>
          <a:lstStyle>
            <a:lvl1pPr marL="0" indent="0">
              <a:buNone/>
              <a:defRPr/>
            </a:lvl1pPr>
          </a:lstStyle>
          <a:p>
            <a:r>
              <a:rPr lang="en-US"/>
              <a:t>Click icon to add picture</a:t>
            </a:r>
          </a:p>
        </p:txBody>
      </p:sp>
      <p:sp>
        <p:nvSpPr>
          <p:cNvPr id="36" name="Picture Placeholder 9">
            <a:extLst>
              <a:ext uri="{FF2B5EF4-FFF2-40B4-BE49-F238E27FC236}">
                <a16:creationId xmlns:a16="http://schemas.microsoft.com/office/drawing/2014/main" id="{C30F476D-A9EF-1AF4-2AFA-FB89F82031C4}"/>
              </a:ext>
            </a:extLst>
          </p:cNvPr>
          <p:cNvSpPr>
            <a:spLocks noGrp="1"/>
          </p:cNvSpPr>
          <p:nvPr>
            <p:ph type="pic" sz="quarter" idx="14"/>
          </p:nvPr>
        </p:nvSpPr>
        <p:spPr>
          <a:xfrm>
            <a:off x="13223447" y="5809206"/>
            <a:ext cx="1548958" cy="1548756"/>
          </a:xfrm>
          <a:prstGeom prst="roundRect">
            <a:avLst>
              <a:gd name="adj" fmla="val 11874"/>
            </a:avLst>
          </a:prstGeom>
          <a:pattFill prst="wdUpDiag">
            <a:fgClr>
              <a:schemeClr val="accent5">
                <a:lumMod val="85000"/>
              </a:schemeClr>
            </a:fgClr>
            <a:bgClr>
              <a:schemeClr val="accent5">
                <a:lumMod val="95000"/>
              </a:schemeClr>
            </a:bgClr>
          </a:pattFill>
        </p:spPr>
        <p:txBody>
          <a:bodyPr/>
          <a:lstStyle>
            <a:lvl1pPr marL="0" indent="0">
              <a:buNone/>
              <a:defRPr/>
            </a:lvl1pPr>
          </a:lstStyle>
          <a:p>
            <a:r>
              <a:rPr lang="en-US"/>
              <a:t>Click icon to add picture</a:t>
            </a:r>
          </a:p>
        </p:txBody>
      </p:sp>
      <p:sp>
        <p:nvSpPr>
          <p:cNvPr id="37" name="Picture Placeholder 9">
            <a:extLst>
              <a:ext uri="{FF2B5EF4-FFF2-40B4-BE49-F238E27FC236}">
                <a16:creationId xmlns:a16="http://schemas.microsoft.com/office/drawing/2014/main" id="{DE5D7C5D-0B07-1A20-1A39-88846FE711C1}"/>
              </a:ext>
            </a:extLst>
          </p:cNvPr>
          <p:cNvSpPr>
            <a:spLocks noGrp="1"/>
          </p:cNvSpPr>
          <p:nvPr>
            <p:ph type="pic" sz="quarter" idx="15"/>
          </p:nvPr>
        </p:nvSpPr>
        <p:spPr>
          <a:xfrm>
            <a:off x="13223447" y="8110446"/>
            <a:ext cx="1548958" cy="1548756"/>
          </a:xfrm>
          <a:prstGeom prst="roundRect">
            <a:avLst>
              <a:gd name="adj" fmla="val 11874"/>
            </a:avLst>
          </a:prstGeom>
          <a:pattFill prst="wdUpDiag">
            <a:fgClr>
              <a:schemeClr val="accent5">
                <a:lumMod val="85000"/>
              </a:schemeClr>
            </a:fgClr>
            <a:bgClr>
              <a:schemeClr val="accent5">
                <a:lumMod val="95000"/>
              </a:schemeClr>
            </a:bgClr>
          </a:pattFill>
        </p:spPr>
        <p:txBody>
          <a:bodyPr/>
          <a:lstStyle>
            <a:lvl1pPr marL="0" indent="0">
              <a:buNone/>
              <a:defRPr/>
            </a:lvl1pPr>
          </a:lstStyle>
          <a:p>
            <a:r>
              <a:rPr lang="en-US"/>
              <a:t>Click icon to add picture</a:t>
            </a:r>
          </a:p>
        </p:txBody>
      </p:sp>
      <p:sp>
        <p:nvSpPr>
          <p:cNvPr id="40" name="Text Placeholder 23">
            <a:extLst>
              <a:ext uri="{FF2B5EF4-FFF2-40B4-BE49-F238E27FC236}">
                <a16:creationId xmlns:a16="http://schemas.microsoft.com/office/drawing/2014/main" id="{57979A93-F20E-0D7F-A01B-C23EFDDA4F82}"/>
              </a:ext>
            </a:extLst>
          </p:cNvPr>
          <p:cNvSpPr>
            <a:spLocks noGrp="1"/>
          </p:cNvSpPr>
          <p:nvPr>
            <p:ph type="body" sz="quarter" idx="16" hasCustomPrompt="1"/>
          </p:nvPr>
        </p:nvSpPr>
        <p:spPr>
          <a:xfrm>
            <a:off x="15264905" y="1453351"/>
            <a:ext cx="7623216" cy="535421"/>
          </a:xfrm>
        </p:spPr>
        <p:txBody>
          <a:bodyPr>
            <a:noAutofit/>
          </a:bodyPr>
          <a:lstStyle>
            <a:lvl1pPr marL="0" indent="0">
              <a:lnSpc>
                <a:spcPct val="78000"/>
              </a:lnSpc>
              <a:spcBef>
                <a:spcPts val="0"/>
              </a:spcBef>
              <a:buNone/>
              <a:defRPr sz="3507" b="1" i="0" spc="0" baseline="0">
                <a:solidFill>
                  <a:schemeClr val="bg1"/>
                </a:solidFill>
                <a:latin typeface="Community Pro" panose="02000303040000020003" pitchFamily="2" charset="0"/>
              </a:defRPr>
            </a:lvl1pPr>
          </a:lstStyle>
          <a:p>
            <a:pPr lvl="0"/>
            <a:r>
              <a:rPr lang="en-US"/>
              <a:t>Firstname Lastname</a:t>
            </a:r>
          </a:p>
        </p:txBody>
      </p:sp>
      <p:sp>
        <p:nvSpPr>
          <p:cNvPr id="41" name="Text Placeholder 23">
            <a:extLst>
              <a:ext uri="{FF2B5EF4-FFF2-40B4-BE49-F238E27FC236}">
                <a16:creationId xmlns:a16="http://schemas.microsoft.com/office/drawing/2014/main" id="{3E76FF99-C62D-4A12-36DF-E41ADE2D770C}"/>
              </a:ext>
            </a:extLst>
          </p:cNvPr>
          <p:cNvSpPr>
            <a:spLocks noGrp="1"/>
          </p:cNvSpPr>
          <p:nvPr>
            <p:ph type="body" sz="quarter" idx="17" hasCustomPrompt="1"/>
          </p:nvPr>
        </p:nvSpPr>
        <p:spPr>
          <a:xfrm>
            <a:off x="15264905" y="2077315"/>
            <a:ext cx="7623216" cy="535421"/>
          </a:xfrm>
        </p:spPr>
        <p:txBody>
          <a:bodyPr>
            <a:noAutofit/>
          </a:bodyPr>
          <a:lstStyle>
            <a:lvl1pPr marL="0" indent="0">
              <a:lnSpc>
                <a:spcPct val="78000"/>
              </a:lnSpc>
              <a:spcBef>
                <a:spcPts val="0"/>
              </a:spcBef>
              <a:buNone/>
              <a:defRPr sz="3507" b="0" i="0" spc="0" baseline="0">
                <a:solidFill>
                  <a:schemeClr val="bg1"/>
                </a:solidFill>
                <a:latin typeface="Community Pro" panose="02000303040000020003" pitchFamily="2" charset="0"/>
              </a:defRPr>
            </a:lvl1pPr>
          </a:lstStyle>
          <a:p>
            <a:pPr lvl="0"/>
            <a:r>
              <a:rPr lang="en-US"/>
              <a:t>Title, Company</a:t>
            </a:r>
          </a:p>
        </p:txBody>
      </p:sp>
      <p:sp>
        <p:nvSpPr>
          <p:cNvPr id="48" name="Text Placeholder 23">
            <a:extLst>
              <a:ext uri="{FF2B5EF4-FFF2-40B4-BE49-F238E27FC236}">
                <a16:creationId xmlns:a16="http://schemas.microsoft.com/office/drawing/2014/main" id="{5F0E2238-D6F2-223B-73A2-46E7134D7E11}"/>
              </a:ext>
            </a:extLst>
          </p:cNvPr>
          <p:cNvSpPr>
            <a:spLocks noGrp="1"/>
          </p:cNvSpPr>
          <p:nvPr>
            <p:ph type="body" sz="quarter" idx="18" hasCustomPrompt="1"/>
          </p:nvPr>
        </p:nvSpPr>
        <p:spPr>
          <a:xfrm>
            <a:off x="15264905" y="3775637"/>
            <a:ext cx="7623216" cy="535421"/>
          </a:xfrm>
        </p:spPr>
        <p:txBody>
          <a:bodyPr>
            <a:noAutofit/>
          </a:bodyPr>
          <a:lstStyle>
            <a:lvl1pPr marL="0" indent="0">
              <a:lnSpc>
                <a:spcPct val="78000"/>
              </a:lnSpc>
              <a:spcBef>
                <a:spcPts val="0"/>
              </a:spcBef>
              <a:buNone/>
              <a:defRPr sz="3507" b="1" i="0" spc="0" baseline="0">
                <a:solidFill>
                  <a:schemeClr val="bg1"/>
                </a:solidFill>
                <a:latin typeface="Community Pro" panose="02000303040000020003" pitchFamily="2" charset="0"/>
              </a:defRPr>
            </a:lvl1pPr>
          </a:lstStyle>
          <a:p>
            <a:pPr lvl="0"/>
            <a:r>
              <a:rPr lang="en-US"/>
              <a:t>Firstname Lastname</a:t>
            </a:r>
          </a:p>
        </p:txBody>
      </p:sp>
      <p:sp>
        <p:nvSpPr>
          <p:cNvPr id="49" name="Text Placeholder 23">
            <a:extLst>
              <a:ext uri="{FF2B5EF4-FFF2-40B4-BE49-F238E27FC236}">
                <a16:creationId xmlns:a16="http://schemas.microsoft.com/office/drawing/2014/main" id="{A61FFF6E-F40B-E2DE-E9B7-B85CF43192E3}"/>
              </a:ext>
            </a:extLst>
          </p:cNvPr>
          <p:cNvSpPr>
            <a:spLocks noGrp="1"/>
          </p:cNvSpPr>
          <p:nvPr>
            <p:ph type="body" sz="quarter" idx="19" hasCustomPrompt="1"/>
          </p:nvPr>
        </p:nvSpPr>
        <p:spPr>
          <a:xfrm>
            <a:off x="15264905" y="4399602"/>
            <a:ext cx="7623216" cy="535421"/>
          </a:xfrm>
        </p:spPr>
        <p:txBody>
          <a:bodyPr>
            <a:noAutofit/>
          </a:bodyPr>
          <a:lstStyle>
            <a:lvl1pPr marL="0" indent="0">
              <a:lnSpc>
                <a:spcPct val="78000"/>
              </a:lnSpc>
              <a:spcBef>
                <a:spcPts val="0"/>
              </a:spcBef>
              <a:buNone/>
              <a:defRPr sz="3507" b="0" i="0" spc="0" baseline="0">
                <a:solidFill>
                  <a:schemeClr val="bg1"/>
                </a:solidFill>
                <a:latin typeface="Community Pro" panose="02000303040000020003" pitchFamily="2" charset="0"/>
              </a:defRPr>
            </a:lvl1pPr>
          </a:lstStyle>
          <a:p>
            <a:pPr lvl="0"/>
            <a:r>
              <a:rPr lang="en-US"/>
              <a:t>Title, Company</a:t>
            </a:r>
          </a:p>
        </p:txBody>
      </p:sp>
      <p:sp>
        <p:nvSpPr>
          <p:cNvPr id="50" name="Text Placeholder 23">
            <a:extLst>
              <a:ext uri="{FF2B5EF4-FFF2-40B4-BE49-F238E27FC236}">
                <a16:creationId xmlns:a16="http://schemas.microsoft.com/office/drawing/2014/main" id="{18A64C83-1701-34F0-8599-A37DCA1C1B3E}"/>
              </a:ext>
            </a:extLst>
          </p:cNvPr>
          <p:cNvSpPr>
            <a:spLocks noGrp="1"/>
          </p:cNvSpPr>
          <p:nvPr>
            <p:ph type="body" sz="quarter" idx="20" hasCustomPrompt="1"/>
          </p:nvPr>
        </p:nvSpPr>
        <p:spPr>
          <a:xfrm>
            <a:off x="15264905" y="6063090"/>
            <a:ext cx="7623216" cy="535421"/>
          </a:xfrm>
        </p:spPr>
        <p:txBody>
          <a:bodyPr>
            <a:noAutofit/>
          </a:bodyPr>
          <a:lstStyle>
            <a:lvl1pPr marL="0" indent="0">
              <a:lnSpc>
                <a:spcPct val="78000"/>
              </a:lnSpc>
              <a:spcBef>
                <a:spcPts val="0"/>
              </a:spcBef>
              <a:buNone/>
              <a:defRPr sz="3507" b="1" i="0" spc="0" baseline="0">
                <a:solidFill>
                  <a:schemeClr val="bg1"/>
                </a:solidFill>
                <a:latin typeface="Community Pro" panose="02000303040000020003" pitchFamily="2" charset="0"/>
              </a:defRPr>
            </a:lvl1pPr>
          </a:lstStyle>
          <a:p>
            <a:pPr lvl="0"/>
            <a:r>
              <a:rPr lang="en-US"/>
              <a:t>Firstname Lastname</a:t>
            </a:r>
          </a:p>
        </p:txBody>
      </p:sp>
      <p:sp>
        <p:nvSpPr>
          <p:cNvPr id="51" name="Text Placeholder 23">
            <a:extLst>
              <a:ext uri="{FF2B5EF4-FFF2-40B4-BE49-F238E27FC236}">
                <a16:creationId xmlns:a16="http://schemas.microsoft.com/office/drawing/2014/main" id="{52F120A8-9AD3-A79C-6D4B-EE0C74700533}"/>
              </a:ext>
            </a:extLst>
          </p:cNvPr>
          <p:cNvSpPr>
            <a:spLocks noGrp="1"/>
          </p:cNvSpPr>
          <p:nvPr>
            <p:ph type="body" sz="quarter" idx="21" hasCustomPrompt="1"/>
          </p:nvPr>
        </p:nvSpPr>
        <p:spPr>
          <a:xfrm>
            <a:off x="15264905" y="6687054"/>
            <a:ext cx="7623216" cy="535421"/>
          </a:xfrm>
        </p:spPr>
        <p:txBody>
          <a:bodyPr>
            <a:noAutofit/>
          </a:bodyPr>
          <a:lstStyle>
            <a:lvl1pPr marL="0" indent="0">
              <a:lnSpc>
                <a:spcPct val="78000"/>
              </a:lnSpc>
              <a:spcBef>
                <a:spcPts val="0"/>
              </a:spcBef>
              <a:buNone/>
              <a:defRPr sz="3507" b="0" i="0" spc="0" baseline="0">
                <a:solidFill>
                  <a:schemeClr val="bg1"/>
                </a:solidFill>
                <a:latin typeface="Community Pro" panose="02000303040000020003" pitchFamily="2" charset="0"/>
              </a:defRPr>
            </a:lvl1pPr>
          </a:lstStyle>
          <a:p>
            <a:pPr lvl="0"/>
            <a:r>
              <a:rPr lang="en-US"/>
              <a:t>Title, Company</a:t>
            </a:r>
          </a:p>
        </p:txBody>
      </p:sp>
      <p:sp>
        <p:nvSpPr>
          <p:cNvPr id="52" name="Text Placeholder 23">
            <a:extLst>
              <a:ext uri="{FF2B5EF4-FFF2-40B4-BE49-F238E27FC236}">
                <a16:creationId xmlns:a16="http://schemas.microsoft.com/office/drawing/2014/main" id="{075DF6ED-DA54-8E7E-C2FC-9BD9F8489AC0}"/>
              </a:ext>
            </a:extLst>
          </p:cNvPr>
          <p:cNvSpPr>
            <a:spLocks noGrp="1"/>
          </p:cNvSpPr>
          <p:nvPr>
            <p:ph type="body" sz="quarter" idx="22" hasCustomPrompt="1"/>
          </p:nvPr>
        </p:nvSpPr>
        <p:spPr>
          <a:xfrm>
            <a:off x="15264905" y="8373763"/>
            <a:ext cx="7623216" cy="535421"/>
          </a:xfrm>
        </p:spPr>
        <p:txBody>
          <a:bodyPr>
            <a:noAutofit/>
          </a:bodyPr>
          <a:lstStyle>
            <a:lvl1pPr marL="0" indent="0">
              <a:lnSpc>
                <a:spcPct val="78000"/>
              </a:lnSpc>
              <a:spcBef>
                <a:spcPts val="0"/>
              </a:spcBef>
              <a:buNone/>
              <a:defRPr sz="3507" b="1" i="0" spc="0" baseline="0">
                <a:solidFill>
                  <a:schemeClr val="bg1"/>
                </a:solidFill>
                <a:latin typeface="Community Pro" panose="02000303040000020003" pitchFamily="2" charset="0"/>
              </a:defRPr>
            </a:lvl1pPr>
          </a:lstStyle>
          <a:p>
            <a:pPr lvl="0"/>
            <a:r>
              <a:rPr lang="en-US"/>
              <a:t>Firstname Lastname</a:t>
            </a:r>
          </a:p>
        </p:txBody>
      </p:sp>
      <p:sp>
        <p:nvSpPr>
          <p:cNvPr id="53" name="Text Placeholder 23">
            <a:extLst>
              <a:ext uri="{FF2B5EF4-FFF2-40B4-BE49-F238E27FC236}">
                <a16:creationId xmlns:a16="http://schemas.microsoft.com/office/drawing/2014/main" id="{1F84173E-4A68-7C53-D2AD-0BF8FE63234A}"/>
              </a:ext>
            </a:extLst>
          </p:cNvPr>
          <p:cNvSpPr>
            <a:spLocks noGrp="1"/>
          </p:cNvSpPr>
          <p:nvPr>
            <p:ph type="body" sz="quarter" idx="23" hasCustomPrompt="1"/>
          </p:nvPr>
        </p:nvSpPr>
        <p:spPr>
          <a:xfrm>
            <a:off x="15264905" y="8997727"/>
            <a:ext cx="7623216" cy="535421"/>
          </a:xfrm>
        </p:spPr>
        <p:txBody>
          <a:bodyPr>
            <a:noAutofit/>
          </a:bodyPr>
          <a:lstStyle>
            <a:lvl1pPr marL="0" indent="0">
              <a:lnSpc>
                <a:spcPct val="78000"/>
              </a:lnSpc>
              <a:spcBef>
                <a:spcPts val="0"/>
              </a:spcBef>
              <a:buNone/>
              <a:defRPr sz="3507" b="0" i="0" spc="0" baseline="0">
                <a:solidFill>
                  <a:schemeClr val="bg1"/>
                </a:solidFill>
                <a:latin typeface="Community Pro" panose="02000303040000020003" pitchFamily="2" charset="0"/>
              </a:defRPr>
            </a:lvl1pPr>
          </a:lstStyle>
          <a:p>
            <a:pPr lvl="0"/>
            <a:r>
              <a:rPr lang="en-US"/>
              <a:t>Title, Company</a:t>
            </a:r>
          </a:p>
        </p:txBody>
      </p:sp>
    </p:spTree>
    <p:extLst>
      <p:ext uri="{BB962C8B-B14F-4D97-AF65-F5344CB8AC3E}">
        <p14:creationId xmlns:p14="http://schemas.microsoft.com/office/powerpoint/2010/main" val="3146704406"/>
      </p:ext>
    </p:extLst>
  </p:cSld>
  <p:clrMapOvr>
    <a:masterClrMapping/>
  </p:clrMapOvr>
  <p:hf hdr="0" ftr="0" dt="0"/>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Divider - Photo">
    <p:bg>
      <p:bgPr>
        <a:solidFill>
          <a:srgbClr val="FFFFFF"/>
        </a:solidFill>
        <a:effectLst/>
      </p:bgPr>
    </p:bg>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57EC61BF-F7BD-0037-9631-DBC97BB65BFA}"/>
              </a:ext>
            </a:extLst>
          </p:cNvPr>
          <p:cNvSpPr>
            <a:spLocks noGrp="1"/>
          </p:cNvSpPr>
          <p:nvPr>
            <p:ph type="pic" sz="quarter" idx="13"/>
          </p:nvPr>
        </p:nvSpPr>
        <p:spPr>
          <a:xfrm>
            <a:off x="397022" y="406400"/>
            <a:ext cx="23596401" cy="12039600"/>
          </a:xfrm>
          <a:prstGeom prst="roundRect">
            <a:avLst>
              <a:gd name="adj" fmla="val 2141"/>
            </a:avLst>
          </a:prstGeom>
          <a:pattFill prst="wdUpDiag">
            <a:fgClr>
              <a:schemeClr val="accent5">
                <a:lumMod val="85000"/>
              </a:schemeClr>
            </a:fgClr>
            <a:bgClr>
              <a:schemeClr val="accent5">
                <a:lumMod val="95000"/>
              </a:schemeClr>
            </a:bgClr>
          </a:pattFill>
        </p:spPr>
        <p:txBody>
          <a:bodyPr/>
          <a:lstStyle>
            <a:lvl1pPr marL="0" indent="0">
              <a:buNone/>
              <a:defRPr/>
            </a:lvl1pPr>
          </a:lstStyle>
          <a:p>
            <a:r>
              <a:rPr lang="en-US"/>
              <a:t>Click icon to add picture</a:t>
            </a:r>
          </a:p>
        </p:txBody>
      </p:sp>
      <p:sp>
        <p:nvSpPr>
          <p:cNvPr id="9" name="Text Placeholder 4">
            <a:extLst>
              <a:ext uri="{FF2B5EF4-FFF2-40B4-BE49-F238E27FC236}">
                <a16:creationId xmlns:a16="http://schemas.microsoft.com/office/drawing/2014/main" id="{CD1E9AF4-5578-D315-9E76-7CFA02C7BD05}"/>
              </a:ext>
            </a:extLst>
          </p:cNvPr>
          <p:cNvSpPr>
            <a:spLocks noGrp="1"/>
          </p:cNvSpPr>
          <p:nvPr>
            <p:ph type="body" sz="quarter" idx="10" hasCustomPrompt="1"/>
          </p:nvPr>
        </p:nvSpPr>
        <p:spPr>
          <a:xfrm>
            <a:off x="1150400" y="12915423"/>
            <a:ext cx="3727035" cy="349452"/>
          </a:xfrm>
          <a:prstGeom prst="rect">
            <a:avLst/>
          </a:prstGeom>
        </p:spPr>
        <p:txBody>
          <a:bodyPr/>
          <a:lstStyle>
            <a:lvl1pPr marL="0" indent="0">
              <a:buNone/>
              <a:defRPr sz="1733" b="1" i="0" kern="1200" spc="-27" baseline="0">
                <a:solidFill>
                  <a:srgbClr val="004182"/>
                </a:solidFill>
                <a:latin typeface="Community Pro" panose="02000303040000020003" pitchFamily="2" charset="0"/>
              </a:defRPr>
            </a:lvl1pPr>
          </a:lstStyle>
          <a:p>
            <a:pPr lvl="0"/>
            <a:r>
              <a:rPr lang="en-US" b="1" i="0">
                <a:latin typeface="Community Pro" panose="02000303040000020003" pitchFamily="2" charset="0"/>
              </a:rPr>
              <a:t>Presentation Topic</a:t>
            </a:r>
            <a:endParaRPr lang="en-US"/>
          </a:p>
        </p:txBody>
      </p:sp>
      <p:sp>
        <p:nvSpPr>
          <p:cNvPr id="10" name="Text Placeholder 7">
            <a:extLst>
              <a:ext uri="{FF2B5EF4-FFF2-40B4-BE49-F238E27FC236}">
                <a16:creationId xmlns:a16="http://schemas.microsoft.com/office/drawing/2014/main" id="{921D6191-3B0F-6E4A-67BF-EE16A657977F}"/>
              </a:ext>
            </a:extLst>
          </p:cNvPr>
          <p:cNvSpPr>
            <a:spLocks noGrp="1"/>
          </p:cNvSpPr>
          <p:nvPr>
            <p:ph type="body" sz="quarter" idx="11" hasCustomPrompt="1"/>
          </p:nvPr>
        </p:nvSpPr>
        <p:spPr>
          <a:xfrm>
            <a:off x="5074311" y="12915423"/>
            <a:ext cx="3981305" cy="349452"/>
          </a:xfrm>
          <a:prstGeom prst="rect">
            <a:avLst/>
          </a:prstGeom>
        </p:spPr>
        <p:txBody>
          <a:bodyPr/>
          <a:lstStyle>
            <a:lvl1pPr marL="0" indent="0">
              <a:buNone/>
              <a:defRPr sz="1733" b="0" i="0" spc="-40" baseline="0">
                <a:solidFill>
                  <a:srgbClr val="004182"/>
                </a:solidFill>
                <a:latin typeface="Community Pro" panose="02000303040000020003" pitchFamily="2" charset="0"/>
              </a:defRPr>
            </a:lvl1pPr>
          </a:lstStyle>
          <a:p>
            <a:pPr lvl="0"/>
            <a:r>
              <a:rPr lang="en-US"/>
              <a:t>Subcategory</a:t>
            </a:r>
          </a:p>
        </p:txBody>
      </p:sp>
      <p:sp>
        <p:nvSpPr>
          <p:cNvPr id="2" name="name_00">
            <a:extLst>
              <a:ext uri="{FF2B5EF4-FFF2-40B4-BE49-F238E27FC236}">
                <a16:creationId xmlns:a16="http://schemas.microsoft.com/office/drawing/2014/main" id="{F8C2DBE4-7AEF-8108-1016-6D8E58D83668}"/>
              </a:ext>
            </a:extLst>
          </p:cNvPr>
          <p:cNvSpPr/>
          <p:nvPr/>
        </p:nvSpPr>
        <p:spPr>
          <a:xfrm>
            <a:off x="22697855" y="12966700"/>
            <a:ext cx="1244762" cy="304800"/>
          </a:xfrm>
          <a:prstGeom prst="rect">
            <a:avLst/>
          </a:prstGeom>
          <a:noFill/>
          <a:ln/>
        </p:spPr>
        <p:txBody>
          <a:bodyPr wrap="square" lIns="0" tIns="0" rIns="0" bIns="0" rtlCol="0" anchor="t"/>
          <a:lstStyle/>
          <a:p>
            <a:pPr marL="0" indent="0" algn="r">
              <a:lnSpc>
                <a:spcPct val="100000"/>
              </a:lnSpc>
              <a:spcAft>
                <a:spcPts val="10000"/>
              </a:spcAft>
              <a:buNone/>
            </a:pPr>
            <a:fld id="{9C58DC4F-5EB9-F942-B3C9-60F718798FD4}" type="slidenum">
              <a:rPr lang="en-US" sz="1800" b="1" i="0" kern="0" spc="-100" smtClean="0">
                <a:solidFill>
                  <a:srgbClr val="004182"/>
                </a:solidFill>
                <a:latin typeface="Community Semibold" panose="02000303040000020003" pitchFamily="2" charset="0"/>
                <a:ea typeface="Community Pro Medium" pitchFamily="34" charset="-122"/>
                <a:cs typeface="Community Pro Medium" pitchFamily="34" charset="-120"/>
              </a:rPr>
              <a:pPr marL="0" indent="0" algn="r">
                <a:lnSpc>
                  <a:spcPct val="100000"/>
                </a:lnSpc>
                <a:spcAft>
                  <a:spcPts val="10000"/>
                </a:spcAft>
                <a:buNone/>
              </a:pPr>
              <a:t>‹#›</a:t>
            </a:fld>
            <a:endParaRPr lang="en-US" sz="1800" b="1" i="0">
              <a:latin typeface="Community Semibold" panose="02000303040000020003" pitchFamily="2" charset="0"/>
            </a:endParaRPr>
          </a:p>
        </p:txBody>
      </p:sp>
      <p:sp>
        <p:nvSpPr>
          <p:cNvPr id="3" name="PROPRIETARY  CONFIDENTIAL">
            <a:extLst>
              <a:ext uri="{FF2B5EF4-FFF2-40B4-BE49-F238E27FC236}">
                <a16:creationId xmlns:a16="http://schemas.microsoft.com/office/drawing/2014/main" id="{DA37466E-75F0-EEBF-079F-D2DB527FBF41}"/>
              </a:ext>
            </a:extLst>
          </p:cNvPr>
          <p:cNvSpPr/>
          <p:nvPr/>
        </p:nvSpPr>
        <p:spPr>
          <a:xfrm>
            <a:off x="19585950" y="13017501"/>
            <a:ext cx="3378640" cy="241300"/>
          </a:xfrm>
          <a:prstGeom prst="rect">
            <a:avLst/>
          </a:prstGeom>
          <a:noFill/>
          <a:ln/>
        </p:spPr>
        <p:txBody>
          <a:bodyPr wrap="square" lIns="0" tIns="0" rIns="0" bIns="0" rtlCol="0" anchor="t"/>
          <a:lstStyle/>
          <a:p>
            <a:pPr marL="0" indent="0" algn="r">
              <a:lnSpc>
                <a:spcPct val="100000"/>
              </a:lnSpc>
              <a:spcAft>
                <a:spcPts val="10000"/>
              </a:spcAft>
              <a:buNone/>
            </a:pPr>
            <a:r>
              <a:rPr lang="en-US" sz="1200" spc="67">
                <a:solidFill>
                  <a:srgbClr val="004182"/>
                </a:solidFill>
                <a:latin typeface="Community Pro Bold" pitchFamily="34" charset="0"/>
                <a:ea typeface="Community Pro Bold" pitchFamily="34" charset="-122"/>
                <a:cs typeface="Community Pro Bold" pitchFamily="34" charset="-120"/>
              </a:rPr>
              <a:t>PROPRIETARY + CONFIDENTIAL</a:t>
            </a:r>
            <a:endParaRPr lang="en-US" sz="1200" spc="67">
              <a:latin typeface="Community Pro" panose="02000303040000020003"/>
            </a:endParaRPr>
          </a:p>
        </p:txBody>
      </p:sp>
      <p:sp>
        <p:nvSpPr>
          <p:cNvPr id="11" name="Text Placeholder 23">
            <a:extLst>
              <a:ext uri="{FF2B5EF4-FFF2-40B4-BE49-F238E27FC236}">
                <a16:creationId xmlns:a16="http://schemas.microsoft.com/office/drawing/2014/main" id="{8E7E30C8-5C04-6574-77F8-6A4B01EB871A}"/>
              </a:ext>
            </a:extLst>
          </p:cNvPr>
          <p:cNvSpPr>
            <a:spLocks noGrp="1"/>
          </p:cNvSpPr>
          <p:nvPr>
            <p:ph type="body" sz="quarter" idx="12" hasCustomPrompt="1"/>
          </p:nvPr>
        </p:nvSpPr>
        <p:spPr>
          <a:xfrm>
            <a:off x="1135528" y="1345399"/>
            <a:ext cx="21981482" cy="4121339"/>
          </a:xfrm>
          <a:effectLst>
            <a:outerShdw blurRad="508000" dist="38100" dir="2700000" algn="ctr" rotWithShape="0">
              <a:prstClr val="black">
                <a:alpha val="65000"/>
              </a:prstClr>
            </a:outerShdw>
          </a:effectLst>
        </p:spPr>
        <p:txBody>
          <a:bodyPr>
            <a:noAutofit/>
          </a:bodyPr>
          <a:lstStyle>
            <a:lvl1pPr marL="0" indent="0">
              <a:lnSpc>
                <a:spcPct val="78000"/>
              </a:lnSpc>
              <a:spcBef>
                <a:spcPts val="0"/>
              </a:spcBef>
              <a:buNone/>
              <a:defRPr sz="17200" b="1" i="0" spc="-867" baseline="0">
                <a:solidFill>
                  <a:schemeClr val="bg1"/>
                </a:solidFill>
                <a:latin typeface="Community Pro" panose="02000303040000020003" pitchFamily="2" charset="0"/>
              </a:defRPr>
            </a:lvl1pPr>
          </a:lstStyle>
          <a:p>
            <a:pPr lvl="0"/>
            <a:r>
              <a:rPr lang="en-US"/>
              <a:t>Photographic</a:t>
            </a:r>
            <a:br>
              <a:rPr lang="en-US"/>
            </a:br>
            <a:r>
              <a:rPr lang="en-US"/>
              <a:t>Divider Slide</a:t>
            </a:r>
          </a:p>
        </p:txBody>
      </p:sp>
    </p:spTree>
    <p:extLst>
      <p:ext uri="{BB962C8B-B14F-4D97-AF65-F5344CB8AC3E}">
        <p14:creationId xmlns:p14="http://schemas.microsoft.com/office/powerpoint/2010/main" val="2040626760"/>
      </p:ext>
    </p:extLst>
  </p:cSld>
  <p:clrMapOvr>
    <a:masterClrMapping/>
  </p:clrMapOvr>
  <p:hf hdr="0" ftr="0" dt="0"/>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Divider - Primary">
    <p:bg>
      <p:bgPr>
        <a:solidFill>
          <a:srgbClr val="FFFFFF"/>
        </a:solidFill>
        <a:effectLst/>
      </p:bgPr>
    </p:bg>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8EE37CCE-DCCA-35A8-C491-425D4AE43A50}"/>
              </a:ext>
            </a:extLst>
          </p:cNvPr>
          <p:cNvSpPr/>
          <p:nvPr/>
        </p:nvSpPr>
        <p:spPr>
          <a:xfrm>
            <a:off x="393752" y="406400"/>
            <a:ext cx="23599672" cy="12039600"/>
          </a:xfrm>
          <a:prstGeom prst="roundRect">
            <a:avLst>
              <a:gd name="adj" fmla="val 2126"/>
            </a:avLst>
          </a:prstGeom>
          <a:solidFill>
            <a:srgbClr val="0729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9" name="Text Placeholder 4">
            <a:extLst>
              <a:ext uri="{FF2B5EF4-FFF2-40B4-BE49-F238E27FC236}">
                <a16:creationId xmlns:a16="http://schemas.microsoft.com/office/drawing/2014/main" id="{CD1E9AF4-5578-D315-9E76-7CFA02C7BD05}"/>
              </a:ext>
            </a:extLst>
          </p:cNvPr>
          <p:cNvSpPr>
            <a:spLocks noGrp="1"/>
          </p:cNvSpPr>
          <p:nvPr>
            <p:ph type="body" sz="quarter" idx="10" hasCustomPrompt="1"/>
          </p:nvPr>
        </p:nvSpPr>
        <p:spPr>
          <a:xfrm>
            <a:off x="1150400" y="12915423"/>
            <a:ext cx="3727035" cy="349452"/>
          </a:xfrm>
          <a:prstGeom prst="rect">
            <a:avLst/>
          </a:prstGeom>
        </p:spPr>
        <p:txBody>
          <a:bodyPr/>
          <a:lstStyle>
            <a:lvl1pPr marL="0" indent="0">
              <a:buNone/>
              <a:defRPr sz="1733" b="1" i="0" kern="1200" spc="-27" baseline="0">
                <a:solidFill>
                  <a:srgbClr val="004182"/>
                </a:solidFill>
                <a:latin typeface="Community Pro" panose="02000303040000020003" pitchFamily="2" charset="0"/>
              </a:defRPr>
            </a:lvl1pPr>
          </a:lstStyle>
          <a:p>
            <a:pPr lvl="0"/>
            <a:r>
              <a:rPr lang="en-US" b="1" i="0">
                <a:latin typeface="Community Pro" panose="02000303040000020003" pitchFamily="2" charset="0"/>
              </a:rPr>
              <a:t>Presentation Topic</a:t>
            </a:r>
            <a:endParaRPr lang="en-US"/>
          </a:p>
        </p:txBody>
      </p:sp>
      <p:sp>
        <p:nvSpPr>
          <p:cNvPr id="10" name="Text Placeholder 7">
            <a:extLst>
              <a:ext uri="{FF2B5EF4-FFF2-40B4-BE49-F238E27FC236}">
                <a16:creationId xmlns:a16="http://schemas.microsoft.com/office/drawing/2014/main" id="{921D6191-3B0F-6E4A-67BF-EE16A657977F}"/>
              </a:ext>
            </a:extLst>
          </p:cNvPr>
          <p:cNvSpPr>
            <a:spLocks noGrp="1"/>
          </p:cNvSpPr>
          <p:nvPr>
            <p:ph type="body" sz="quarter" idx="11" hasCustomPrompt="1"/>
          </p:nvPr>
        </p:nvSpPr>
        <p:spPr>
          <a:xfrm>
            <a:off x="5074311" y="12915423"/>
            <a:ext cx="3981305" cy="349452"/>
          </a:xfrm>
          <a:prstGeom prst="rect">
            <a:avLst/>
          </a:prstGeom>
        </p:spPr>
        <p:txBody>
          <a:bodyPr/>
          <a:lstStyle>
            <a:lvl1pPr marL="0" indent="0">
              <a:buNone/>
              <a:defRPr sz="1733" b="0" i="0" spc="-40" baseline="0">
                <a:solidFill>
                  <a:srgbClr val="004182"/>
                </a:solidFill>
                <a:latin typeface="Community Pro" panose="02000303040000020003" pitchFamily="2" charset="0"/>
              </a:defRPr>
            </a:lvl1pPr>
          </a:lstStyle>
          <a:p>
            <a:pPr lvl="0"/>
            <a:r>
              <a:rPr lang="en-US"/>
              <a:t>Subcategory</a:t>
            </a:r>
          </a:p>
        </p:txBody>
      </p:sp>
      <p:sp>
        <p:nvSpPr>
          <p:cNvPr id="2" name="name_00">
            <a:extLst>
              <a:ext uri="{FF2B5EF4-FFF2-40B4-BE49-F238E27FC236}">
                <a16:creationId xmlns:a16="http://schemas.microsoft.com/office/drawing/2014/main" id="{F8C2DBE4-7AEF-8108-1016-6D8E58D83668}"/>
              </a:ext>
            </a:extLst>
          </p:cNvPr>
          <p:cNvSpPr/>
          <p:nvPr/>
        </p:nvSpPr>
        <p:spPr>
          <a:xfrm>
            <a:off x="22697855" y="12966700"/>
            <a:ext cx="1244762" cy="304800"/>
          </a:xfrm>
          <a:prstGeom prst="rect">
            <a:avLst/>
          </a:prstGeom>
          <a:noFill/>
          <a:ln/>
        </p:spPr>
        <p:txBody>
          <a:bodyPr wrap="square" lIns="0" tIns="0" rIns="0" bIns="0" rtlCol="0" anchor="t"/>
          <a:lstStyle/>
          <a:p>
            <a:pPr marL="0" indent="0" algn="r">
              <a:lnSpc>
                <a:spcPct val="100000"/>
              </a:lnSpc>
              <a:spcAft>
                <a:spcPts val="10000"/>
              </a:spcAft>
              <a:buNone/>
            </a:pPr>
            <a:fld id="{9C58DC4F-5EB9-F942-B3C9-60F718798FD4}" type="slidenum">
              <a:rPr lang="en-US" sz="1800" b="1" i="0" kern="0" spc="-100" smtClean="0">
                <a:solidFill>
                  <a:srgbClr val="004182"/>
                </a:solidFill>
                <a:latin typeface="Community Semibold" panose="02000303040000020003" pitchFamily="2" charset="0"/>
                <a:ea typeface="Community Pro Medium" pitchFamily="34" charset="-122"/>
                <a:cs typeface="Community Pro Medium" pitchFamily="34" charset="-120"/>
              </a:rPr>
              <a:pPr marL="0" indent="0" algn="r">
                <a:lnSpc>
                  <a:spcPct val="100000"/>
                </a:lnSpc>
                <a:spcAft>
                  <a:spcPts val="10000"/>
                </a:spcAft>
                <a:buNone/>
              </a:pPr>
              <a:t>‹#›</a:t>
            </a:fld>
            <a:endParaRPr lang="en-US" sz="1800" b="1" i="0">
              <a:latin typeface="Community Semibold" panose="02000303040000020003" pitchFamily="2" charset="0"/>
            </a:endParaRPr>
          </a:p>
        </p:txBody>
      </p:sp>
      <p:sp>
        <p:nvSpPr>
          <p:cNvPr id="3" name="PROPRIETARY  CONFIDENTIAL">
            <a:extLst>
              <a:ext uri="{FF2B5EF4-FFF2-40B4-BE49-F238E27FC236}">
                <a16:creationId xmlns:a16="http://schemas.microsoft.com/office/drawing/2014/main" id="{DA37466E-75F0-EEBF-079F-D2DB527FBF41}"/>
              </a:ext>
            </a:extLst>
          </p:cNvPr>
          <p:cNvSpPr/>
          <p:nvPr/>
        </p:nvSpPr>
        <p:spPr>
          <a:xfrm>
            <a:off x="19585950" y="13017501"/>
            <a:ext cx="3378640" cy="241300"/>
          </a:xfrm>
          <a:prstGeom prst="rect">
            <a:avLst/>
          </a:prstGeom>
          <a:noFill/>
          <a:ln/>
        </p:spPr>
        <p:txBody>
          <a:bodyPr wrap="square" lIns="0" tIns="0" rIns="0" bIns="0" rtlCol="0" anchor="t"/>
          <a:lstStyle/>
          <a:p>
            <a:pPr marL="0" indent="0" algn="r">
              <a:lnSpc>
                <a:spcPct val="100000"/>
              </a:lnSpc>
              <a:spcAft>
                <a:spcPts val="10000"/>
              </a:spcAft>
              <a:buNone/>
            </a:pPr>
            <a:r>
              <a:rPr lang="en-US" sz="1200" spc="67">
                <a:solidFill>
                  <a:srgbClr val="004182"/>
                </a:solidFill>
                <a:latin typeface="Community Pro Bold" pitchFamily="34" charset="0"/>
                <a:ea typeface="Community Pro Bold" pitchFamily="34" charset="-122"/>
                <a:cs typeface="Community Pro Bold" pitchFamily="34" charset="-120"/>
              </a:rPr>
              <a:t>PROPRIETARY + CONFIDENTIAL</a:t>
            </a:r>
            <a:endParaRPr lang="en-US" sz="1200" spc="67">
              <a:latin typeface="Community Pro" panose="02000303040000020003"/>
            </a:endParaRPr>
          </a:p>
        </p:txBody>
      </p:sp>
      <p:sp>
        <p:nvSpPr>
          <p:cNvPr id="11" name="Text Placeholder 23">
            <a:extLst>
              <a:ext uri="{FF2B5EF4-FFF2-40B4-BE49-F238E27FC236}">
                <a16:creationId xmlns:a16="http://schemas.microsoft.com/office/drawing/2014/main" id="{8E7E30C8-5C04-6574-77F8-6A4B01EB871A}"/>
              </a:ext>
            </a:extLst>
          </p:cNvPr>
          <p:cNvSpPr>
            <a:spLocks noGrp="1"/>
          </p:cNvSpPr>
          <p:nvPr>
            <p:ph type="body" sz="quarter" idx="12" hasCustomPrompt="1"/>
          </p:nvPr>
        </p:nvSpPr>
        <p:spPr>
          <a:xfrm>
            <a:off x="1135528" y="1345399"/>
            <a:ext cx="21981482" cy="4121339"/>
          </a:xfrm>
          <a:effectLst/>
        </p:spPr>
        <p:txBody>
          <a:bodyPr>
            <a:noAutofit/>
          </a:bodyPr>
          <a:lstStyle>
            <a:lvl1pPr marL="0" indent="0">
              <a:lnSpc>
                <a:spcPct val="78000"/>
              </a:lnSpc>
              <a:spcBef>
                <a:spcPts val="0"/>
              </a:spcBef>
              <a:buNone/>
              <a:defRPr sz="17200" b="1" i="0" spc="-867" baseline="0">
                <a:solidFill>
                  <a:schemeClr val="bg1"/>
                </a:solidFill>
                <a:latin typeface="Community Pro" panose="02000303040000020003" pitchFamily="2" charset="0"/>
              </a:defRPr>
            </a:lvl1pPr>
          </a:lstStyle>
          <a:p>
            <a:pPr lvl="0"/>
            <a:r>
              <a:rPr lang="en-US"/>
              <a:t>Primary</a:t>
            </a:r>
            <a:br>
              <a:rPr lang="en-US"/>
            </a:br>
            <a:r>
              <a:rPr lang="en-US"/>
              <a:t>Divider Slide</a:t>
            </a:r>
          </a:p>
        </p:txBody>
      </p:sp>
    </p:spTree>
    <p:extLst>
      <p:ext uri="{BB962C8B-B14F-4D97-AF65-F5344CB8AC3E}">
        <p14:creationId xmlns:p14="http://schemas.microsoft.com/office/powerpoint/2010/main" val="1083265900"/>
      </p:ext>
    </p:extLst>
  </p:cSld>
  <p:clrMapOvr>
    <a:masterClrMapping/>
  </p:clrMapOvr>
  <p:hf hdr="0" ftr="0" dt="0"/>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Agenda - Primary">
    <p:bg>
      <p:bgPr>
        <a:solidFill>
          <a:srgbClr val="FFFFFF"/>
        </a:solidFill>
        <a:effectLst/>
      </p:bgPr>
    </p:bg>
    <p:spTree>
      <p:nvGrpSpPr>
        <p:cNvPr id="1" name=""/>
        <p:cNvGrpSpPr/>
        <p:nvPr/>
      </p:nvGrpSpPr>
      <p:grpSpPr>
        <a:xfrm>
          <a:off x="0" y="0"/>
          <a:ext cx="0" cy="0"/>
          <a:chOff x="0" y="0"/>
          <a:chExt cx="0" cy="0"/>
        </a:xfrm>
      </p:grpSpPr>
      <p:sp>
        <p:nvSpPr>
          <p:cNvPr id="4" name="Text Placeholder 23">
            <a:extLst>
              <a:ext uri="{FF2B5EF4-FFF2-40B4-BE49-F238E27FC236}">
                <a16:creationId xmlns:a16="http://schemas.microsoft.com/office/drawing/2014/main" id="{6CE8F3C9-9E3E-A427-9962-E844D047FC81}"/>
              </a:ext>
            </a:extLst>
          </p:cNvPr>
          <p:cNvSpPr>
            <a:spLocks noGrp="1"/>
          </p:cNvSpPr>
          <p:nvPr>
            <p:ph type="body" sz="quarter" idx="15" hasCustomPrompt="1"/>
          </p:nvPr>
        </p:nvSpPr>
        <p:spPr>
          <a:xfrm>
            <a:off x="8679850" y="406400"/>
            <a:ext cx="15305491" cy="1625600"/>
          </a:xfrm>
          <a:prstGeom prst="roundRect">
            <a:avLst>
              <a:gd name="adj" fmla="val 14504"/>
            </a:avLst>
          </a:prstGeom>
          <a:solidFill>
            <a:schemeClr val="accent3"/>
          </a:solidFill>
          <a:effectLst/>
        </p:spPr>
        <p:txBody>
          <a:bodyPr lIns="457200" anchor="ctr">
            <a:noAutofit/>
          </a:bodyPr>
          <a:lstStyle>
            <a:lvl1pPr marL="0" indent="0">
              <a:lnSpc>
                <a:spcPct val="100000"/>
              </a:lnSpc>
              <a:spcBef>
                <a:spcPts val="0"/>
              </a:spcBef>
              <a:buNone/>
              <a:defRPr sz="6000" b="0" i="0" spc="-200" baseline="0">
                <a:solidFill>
                  <a:schemeClr val="tx2"/>
                </a:solidFill>
                <a:latin typeface="Community Pro Medium" panose="02000303040000020003" pitchFamily="2" charset="0"/>
              </a:defRPr>
            </a:lvl1pPr>
          </a:lstStyle>
          <a:p>
            <a:pPr lvl="0"/>
            <a:r>
              <a:rPr lang="en-US"/>
              <a:t>Section Title</a:t>
            </a:r>
          </a:p>
        </p:txBody>
      </p:sp>
      <p:sp>
        <p:nvSpPr>
          <p:cNvPr id="12" name="Text Placeholder 23">
            <a:extLst>
              <a:ext uri="{FF2B5EF4-FFF2-40B4-BE49-F238E27FC236}">
                <a16:creationId xmlns:a16="http://schemas.microsoft.com/office/drawing/2014/main" id="{69E02860-226E-9D77-52FC-1E4B0292A849}"/>
              </a:ext>
            </a:extLst>
          </p:cNvPr>
          <p:cNvSpPr>
            <a:spLocks noGrp="1"/>
          </p:cNvSpPr>
          <p:nvPr>
            <p:ph type="body" sz="quarter" idx="16" hasCustomPrompt="1"/>
          </p:nvPr>
        </p:nvSpPr>
        <p:spPr>
          <a:xfrm>
            <a:off x="8679850" y="9862288"/>
            <a:ext cx="15305491" cy="1625600"/>
          </a:xfrm>
          <a:prstGeom prst="roundRect">
            <a:avLst>
              <a:gd name="adj" fmla="val 14504"/>
            </a:avLst>
          </a:prstGeom>
          <a:solidFill>
            <a:schemeClr val="accent3"/>
          </a:solidFill>
          <a:effectLst/>
        </p:spPr>
        <p:txBody>
          <a:bodyPr lIns="457200" anchor="ctr">
            <a:noAutofit/>
          </a:bodyPr>
          <a:lstStyle>
            <a:lvl1pPr marL="0" indent="0">
              <a:lnSpc>
                <a:spcPct val="100000"/>
              </a:lnSpc>
              <a:spcBef>
                <a:spcPts val="0"/>
              </a:spcBef>
              <a:buNone/>
              <a:defRPr sz="6000" b="0" i="0" spc="-200" baseline="0">
                <a:solidFill>
                  <a:schemeClr val="tx2"/>
                </a:solidFill>
                <a:latin typeface="Community Pro Medium" panose="02000303040000020003" pitchFamily="2" charset="0"/>
              </a:defRPr>
            </a:lvl1pPr>
          </a:lstStyle>
          <a:p>
            <a:pPr lvl="0"/>
            <a:r>
              <a:rPr lang="en-US"/>
              <a:t>Section Title</a:t>
            </a:r>
          </a:p>
        </p:txBody>
      </p:sp>
      <p:sp>
        <p:nvSpPr>
          <p:cNvPr id="15" name="Text Placeholder 23">
            <a:extLst>
              <a:ext uri="{FF2B5EF4-FFF2-40B4-BE49-F238E27FC236}">
                <a16:creationId xmlns:a16="http://schemas.microsoft.com/office/drawing/2014/main" id="{B541A8AC-4590-D24E-F8F4-533184D208AC}"/>
              </a:ext>
            </a:extLst>
          </p:cNvPr>
          <p:cNvSpPr>
            <a:spLocks noGrp="1"/>
          </p:cNvSpPr>
          <p:nvPr>
            <p:ph type="body" sz="quarter" idx="17" hasCustomPrompt="1"/>
          </p:nvPr>
        </p:nvSpPr>
        <p:spPr>
          <a:xfrm>
            <a:off x="8679850" y="2297577"/>
            <a:ext cx="15305491" cy="1625600"/>
          </a:xfrm>
          <a:prstGeom prst="roundRect">
            <a:avLst>
              <a:gd name="adj" fmla="val 14504"/>
            </a:avLst>
          </a:prstGeom>
          <a:solidFill>
            <a:schemeClr val="accent3"/>
          </a:solidFill>
          <a:effectLst/>
        </p:spPr>
        <p:txBody>
          <a:bodyPr lIns="457200" anchor="ctr">
            <a:noAutofit/>
          </a:bodyPr>
          <a:lstStyle>
            <a:lvl1pPr marL="0" indent="0">
              <a:lnSpc>
                <a:spcPct val="100000"/>
              </a:lnSpc>
              <a:spcBef>
                <a:spcPts val="0"/>
              </a:spcBef>
              <a:buNone/>
              <a:defRPr sz="6000" b="0" i="0" spc="-200" baseline="0">
                <a:solidFill>
                  <a:schemeClr val="tx2"/>
                </a:solidFill>
                <a:latin typeface="Community Pro Medium" panose="02000303040000020003" pitchFamily="2" charset="0"/>
              </a:defRPr>
            </a:lvl1pPr>
          </a:lstStyle>
          <a:p>
            <a:pPr lvl="0"/>
            <a:r>
              <a:rPr lang="en-US"/>
              <a:t>Section Title</a:t>
            </a:r>
          </a:p>
        </p:txBody>
      </p:sp>
      <p:sp>
        <p:nvSpPr>
          <p:cNvPr id="16" name="Text Placeholder 23">
            <a:extLst>
              <a:ext uri="{FF2B5EF4-FFF2-40B4-BE49-F238E27FC236}">
                <a16:creationId xmlns:a16="http://schemas.microsoft.com/office/drawing/2014/main" id="{065AFDA3-5C36-DD8D-4BE6-58632359763F}"/>
              </a:ext>
            </a:extLst>
          </p:cNvPr>
          <p:cNvSpPr>
            <a:spLocks noGrp="1"/>
          </p:cNvSpPr>
          <p:nvPr>
            <p:ph type="body" sz="quarter" idx="18" hasCustomPrompt="1"/>
          </p:nvPr>
        </p:nvSpPr>
        <p:spPr>
          <a:xfrm>
            <a:off x="8679850" y="4188755"/>
            <a:ext cx="15305491" cy="1625600"/>
          </a:xfrm>
          <a:prstGeom prst="roundRect">
            <a:avLst>
              <a:gd name="adj" fmla="val 14504"/>
            </a:avLst>
          </a:prstGeom>
          <a:solidFill>
            <a:schemeClr val="accent3"/>
          </a:solidFill>
          <a:effectLst/>
        </p:spPr>
        <p:txBody>
          <a:bodyPr lIns="457200" anchor="ctr">
            <a:noAutofit/>
          </a:bodyPr>
          <a:lstStyle>
            <a:lvl1pPr marL="0" indent="0">
              <a:lnSpc>
                <a:spcPct val="100000"/>
              </a:lnSpc>
              <a:spcBef>
                <a:spcPts val="0"/>
              </a:spcBef>
              <a:buNone/>
              <a:defRPr sz="6000" b="0" i="0" spc="-200" baseline="0">
                <a:solidFill>
                  <a:schemeClr val="tx2"/>
                </a:solidFill>
                <a:latin typeface="Community Pro Medium" panose="02000303040000020003" pitchFamily="2" charset="0"/>
              </a:defRPr>
            </a:lvl1pPr>
          </a:lstStyle>
          <a:p>
            <a:pPr lvl="0"/>
            <a:r>
              <a:rPr lang="en-US"/>
              <a:t>Section Title</a:t>
            </a:r>
          </a:p>
        </p:txBody>
      </p:sp>
      <p:sp>
        <p:nvSpPr>
          <p:cNvPr id="17" name="Text Placeholder 23">
            <a:extLst>
              <a:ext uri="{FF2B5EF4-FFF2-40B4-BE49-F238E27FC236}">
                <a16:creationId xmlns:a16="http://schemas.microsoft.com/office/drawing/2014/main" id="{8C9B97F2-88F9-CA7E-D20A-B132042ED567}"/>
              </a:ext>
            </a:extLst>
          </p:cNvPr>
          <p:cNvSpPr>
            <a:spLocks noGrp="1"/>
          </p:cNvSpPr>
          <p:nvPr>
            <p:ph type="body" sz="quarter" idx="19" hasCustomPrompt="1"/>
          </p:nvPr>
        </p:nvSpPr>
        <p:spPr>
          <a:xfrm>
            <a:off x="8679850" y="6079932"/>
            <a:ext cx="15305491" cy="1625600"/>
          </a:xfrm>
          <a:prstGeom prst="roundRect">
            <a:avLst>
              <a:gd name="adj" fmla="val 14504"/>
            </a:avLst>
          </a:prstGeom>
          <a:solidFill>
            <a:schemeClr val="accent3"/>
          </a:solidFill>
          <a:effectLst/>
        </p:spPr>
        <p:txBody>
          <a:bodyPr lIns="457200" anchor="ctr">
            <a:noAutofit/>
          </a:bodyPr>
          <a:lstStyle>
            <a:lvl1pPr marL="0" indent="0">
              <a:lnSpc>
                <a:spcPct val="100000"/>
              </a:lnSpc>
              <a:spcBef>
                <a:spcPts val="0"/>
              </a:spcBef>
              <a:buNone/>
              <a:defRPr sz="6000" b="0" i="0" spc="-200" baseline="0">
                <a:solidFill>
                  <a:schemeClr val="tx2"/>
                </a:solidFill>
                <a:latin typeface="Community Pro Medium" panose="02000303040000020003" pitchFamily="2" charset="0"/>
              </a:defRPr>
            </a:lvl1pPr>
          </a:lstStyle>
          <a:p>
            <a:pPr lvl="0"/>
            <a:r>
              <a:rPr lang="en-US"/>
              <a:t>Section Title</a:t>
            </a:r>
          </a:p>
        </p:txBody>
      </p:sp>
      <p:sp>
        <p:nvSpPr>
          <p:cNvPr id="20" name="Text Placeholder 23">
            <a:extLst>
              <a:ext uri="{FF2B5EF4-FFF2-40B4-BE49-F238E27FC236}">
                <a16:creationId xmlns:a16="http://schemas.microsoft.com/office/drawing/2014/main" id="{A9145583-DCB4-8BA9-D217-55F751D1385D}"/>
              </a:ext>
            </a:extLst>
          </p:cNvPr>
          <p:cNvSpPr>
            <a:spLocks noGrp="1"/>
          </p:cNvSpPr>
          <p:nvPr>
            <p:ph type="body" sz="quarter" idx="20" hasCustomPrompt="1"/>
          </p:nvPr>
        </p:nvSpPr>
        <p:spPr>
          <a:xfrm>
            <a:off x="8679850" y="7971109"/>
            <a:ext cx="15305491" cy="1625600"/>
          </a:xfrm>
          <a:prstGeom prst="roundRect">
            <a:avLst>
              <a:gd name="adj" fmla="val 14504"/>
            </a:avLst>
          </a:prstGeom>
          <a:solidFill>
            <a:schemeClr val="accent3"/>
          </a:solidFill>
          <a:effectLst/>
        </p:spPr>
        <p:txBody>
          <a:bodyPr lIns="457200" anchor="ctr">
            <a:noAutofit/>
          </a:bodyPr>
          <a:lstStyle>
            <a:lvl1pPr marL="0" indent="0">
              <a:lnSpc>
                <a:spcPct val="100000"/>
              </a:lnSpc>
              <a:spcBef>
                <a:spcPts val="0"/>
              </a:spcBef>
              <a:buNone/>
              <a:defRPr sz="6000" b="0" i="0" spc="-200" baseline="0">
                <a:solidFill>
                  <a:schemeClr val="tx2"/>
                </a:solidFill>
                <a:latin typeface="Community Pro Medium" panose="02000303040000020003" pitchFamily="2" charset="0"/>
              </a:defRPr>
            </a:lvl1pPr>
          </a:lstStyle>
          <a:p>
            <a:pPr lvl="0"/>
            <a:r>
              <a:rPr lang="en-US"/>
              <a:t>Section Title</a:t>
            </a:r>
          </a:p>
        </p:txBody>
      </p:sp>
      <p:sp>
        <p:nvSpPr>
          <p:cNvPr id="29" name="Rounded Rectangle 28">
            <a:extLst>
              <a:ext uri="{FF2B5EF4-FFF2-40B4-BE49-F238E27FC236}">
                <a16:creationId xmlns:a16="http://schemas.microsoft.com/office/drawing/2014/main" id="{F0DA2C6D-BB14-F2F5-29E8-D0FB452FC8B7}"/>
              </a:ext>
            </a:extLst>
          </p:cNvPr>
          <p:cNvSpPr/>
          <p:nvPr/>
        </p:nvSpPr>
        <p:spPr>
          <a:xfrm>
            <a:off x="401834" y="406400"/>
            <a:ext cx="7917751" cy="11087099"/>
          </a:xfrm>
          <a:prstGeom prst="roundRect">
            <a:avLst>
              <a:gd name="adj" fmla="val 305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9" name="Text Placeholder 4">
            <a:extLst>
              <a:ext uri="{FF2B5EF4-FFF2-40B4-BE49-F238E27FC236}">
                <a16:creationId xmlns:a16="http://schemas.microsoft.com/office/drawing/2014/main" id="{CD1E9AF4-5578-D315-9E76-7CFA02C7BD05}"/>
              </a:ext>
            </a:extLst>
          </p:cNvPr>
          <p:cNvSpPr>
            <a:spLocks noGrp="1"/>
          </p:cNvSpPr>
          <p:nvPr>
            <p:ph type="body" sz="quarter" idx="10" hasCustomPrompt="1"/>
          </p:nvPr>
        </p:nvSpPr>
        <p:spPr>
          <a:xfrm>
            <a:off x="1150400" y="12915423"/>
            <a:ext cx="3727035" cy="349452"/>
          </a:xfrm>
          <a:prstGeom prst="rect">
            <a:avLst/>
          </a:prstGeom>
        </p:spPr>
        <p:txBody>
          <a:bodyPr/>
          <a:lstStyle>
            <a:lvl1pPr marL="0" indent="0">
              <a:buNone/>
              <a:defRPr sz="1733" b="1" i="0" kern="1200" spc="-27" baseline="0">
                <a:solidFill>
                  <a:srgbClr val="004182"/>
                </a:solidFill>
                <a:latin typeface="Community Pro" panose="02000303040000020003" pitchFamily="2" charset="0"/>
              </a:defRPr>
            </a:lvl1pPr>
          </a:lstStyle>
          <a:p>
            <a:pPr lvl="0"/>
            <a:r>
              <a:rPr lang="en-US" b="1" i="0">
                <a:latin typeface="Community Pro" panose="02000303040000020003" pitchFamily="2" charset="0"/>
              </a:rPr>
              <a:t>Presentation Topic</a:t>
            </a:r>
            <a:endParaRPr lang="en-US"/>
          </a:p>
        </p:txBody>
      </p:sp>
      <p:sp>
        <p:nvSpPr>
          <p:cNvPr id="10" name="Text Placeholder 7">
            <a:extLst>
              <a:ext uri="{FF2B5EF4-FFF2-40B4-BE49-F238E27FC236}">
                <a16:creationId xmlns:a16="http://schemas.microsoft.com/office/drawing/2014/main" id="{921D6191-3B0F-6E4A-67BF-EE16A657977F}"/>
              </a:ext>
            </a:extLst>
          </p:cNvPr>
          <p:cNvSpPr>
            <a:spLocks noGrp="1"/>
          </p:cNvSpPr>
          <p:nvPr>
            <p:ph type="body" sz="quarter" idx="11" hasCustomPrompt="1"/>
          </p:nvPr>
        </p:nvSpPr>
        <p:spPr>
          <a:xfrm>
            <a:off x="5074311" y="12915423"/>
            <a:ext cx="3981305" cy="349452"/>
          </a:xfrm>
          <a:prstGeom prst="rect">
            <a:avLst/>
          </a:prstGeom>
        </p:spPr>
        <p:txBody>
          <a:bodyPr/>
          <a:lstStyle>
            <a:lvl1pPr marL="0" indent="0">
              <a:buNone/>
              <a:defRPr sz="1733" b="0" i="0" spc="-40" baseline="0">
                <a:solidFill>
                  <a:srgbClr val="004182"/>
                </a:solidFill>
                <a:latin typeface="Community Pro" panose="02000303040000020003" pitchFamily="2" charset="0"/>
              </a:defRPr>
            </a:lvl1pPr>
          </a:lstStyle>
          <a:p>
            <a:pPr lvl="0"/>
            <a:r>
              <a:rPr lang="en-US"/>
              <a:t>Subcategory</a:t>
            </a:r>
          </a:p>
        </p:txBody>
      </p:sp>
      <p:sp>
        <p:nvSpPr>
          <p:cNvPr id="2" name="name_00">
            <a:extLst>
              <a:ext uri="{FF2B5EF4-FFF2-40B4-BE49-F238E27FC236}">
                <a16:creationId xmlns:a16="http://schemas.microsoft.com/office/drawing/2014/main" id="{F8C2DBE4-7AEF-8108-1016-6D8E58D83668}"/>
              </a:ext>
            </a:extLst>
          </p:cNvPr>
          <p:cNvSpPr/>
          <p:nvPr/>
        </p:nvSpPr>
        <p:spPr>
          <a:xfrm>
            <a:off x="22697855" y="12966700"/>
            <a:ext cx="1244762" cy="304800"/>
          </a:xfrm>
          <a:prstGeom prst="rect">
            <a:avLst/>
          </a:prstGeom>
          <a:noFill/>
          <a:ln/>
        </p:spPr>
        <p:txBody>
          <a:bodyPr wrap="square" lIns="0" tIns="0" rIns="0" bIns="0" rtlCol="0" anchor="t"/>
          <a:lstStyle/>
          <a:p>
            <a:pPr marL="0" indent="0" algn="r">
              <a:lnSpc>
                <a:spcPct val="100000"/>
              </a:lnSpc>
              <a:spcAft>
                <a:spcPts val="10000"/>
              </a:spcAft>
              <a:buNone/>
            </a:pPr>
            <a:fld id="{9C58DC4F-5EB9-F942-B3C9-60F718798FD4}" type="slidenum">
              <a:rPr lang="en-US" sz="1800" b="1" i="0" kern="0" spc="-100" smtClean="0">
                <a:solidFill>
                  <a:srgbClr val="004182"/>
                </a:solidFill>
                <a:latin typeface="Community Semibold" panose="02000303040000020003" pitchFamily="2" charset="0"/>
                <a:ea typeface="Community Pro Medium" pitchFamily="34" charset="-122"/>
                <a:cs typeface="Community Pro Medium" pitchFamily="34" charset="-120"/>
              </a:rPr>
              <a:pPr marL="0" indent="0" algn="r">
                <a:lnSpc>
                  <a:spcPct val="100000"/>
                </a:lnSpc>
                <a:spcAft>
                  <a:spcPts val="10000"/>
                </a:spcAft>
                <a:buNone/>
              </a:pPr>
              <a:t>‹#›</a:t>
            </a:fld>
            <a:endParaRPr lang="en-US" sz="1800" b="1" i="0">
              <a:latin typeface="Community Semibold" panose="02000303040000020003" pitchFamily="2" charset="0"/>
            </a:endParaRPr>
          </a:p>
        </p:txBody>
      </p:sp>
      <p:sp>
        <p:nvSpPr>
          <p:cNvPr id="3" name="PROPRIETARY  CONFIDENTIAL">
            <a:extLst>
              <a:ext uri="{FF2B5EF4-FFF2-40B4-BE49-F238E27FC236}">
                <a16:creationId xmlns:a16="http://schemas.microsoft.com/office/drawing/2014/main" id="{DA37466E-75F0-EEBF-079F-D2DB527FBF41}"/>
              </a:ext>
            </a:extLst>
          </p:cNvPr>
          <p:cNvSpPr/>
          <p:nvPr/>
        </p:nvSpPr>
        <p:spPr>
          <a:xfrm>
            <a:off x="19585950" y="13017501"/>
            <a:ext cx="3378640" cy="241300"/>
          </a:xfrm>
          <a:prstGeom prst="rect">
            <a:avLst/>
          </a:prstGeom>
          <a:noFill/>
          <a:ln/>
        </p:spPr>
        <p:txBody>
          <a:bodyPr wrap="square" lIns="0" tIns="0" rIns="0" bIns="0" rtlCol="0" anchor="t"/>
          <a:lstStyle/>
          <a:p>
            <a:pPr marL="0" indent="0" algn="r">
              <a:lnSpc>
                <a:spcPct val="100000"/>
              </a:lnSpc>
              <a:spcAft>
                <a:spcPts val="10000"/>
              </a:spcAft>
              <a:buNone/>
            </a:pPr>
            <a:r>
              <a:rPr lang="en-US" sz="1200" spc="67">
                <a:solidFill>
                  <a:srgbClr val="004182"/>
                </a:solidFill>
                <a:latin typeface="Community Pro Bold" pitchFamily="34" charset="0"/>
                <a:ea typeface="Community Pro Bold" pitchFamily="34" charset="-122"/>
                <a:cs typeface="Community Pro Bold" pitchFamily="34" charset="-120"/>
              </a:rPr>
              <a:t>PROPRIETARY + CONFIDENTIAL</a:t>
            </a:r>
            <a:endParaRPr lang="en-US" sz="1200" spc="67">
              <a:latin typeface="Community Pro" panose="02000303040000020003"/>
            </a:endParaRPr>
          </a:p>
        </p:txBody>
      </p:sp>
      <p:sp>
        <p:nvSpPr>
          <p:cNvPr id="18" name="Text Placeholder 23">
            <a:extLst>
              <a:ext uri="{FF2B5EF4-FFF2-40B4-BE49-F238E27FC236}">
                <a16:creationId xmlns:a16="http://schemas.microsoft.com/office/drawing/2014/main" id="{A7E12CE9-03E8-CF34-E81B-4C049FCDC255}"/>
              </a:ext>
            </a:extLst>
          </p:cNvPr>
          <p:cNvSpPr>
            <a:spLocks noGrp="1"/>
          </p:cNvSpPr>
          <p:nvPr>
            <p:ph type="body" sz="quarter" idx="12" hasCustomPrompt="1"/>
          </p:nvPr>
        </p:nvSpPr>
        <p:spPr>
          <a:xfrm>
            <a:off x="807464" y="926006"/>
            <a:ext cx="7357885" cy="2406839"/>
          </a:xfrm>
          <a:effectLst/>
        </p:spPr>
        <p:txBody>
          <a:bodyPr>
            <a:noAutofit/>
          </a:bodyPr>
          <a:lstStyle>
            <a:lvl1pPr marL="0" indent="0">
              <a:lnSpc>
                <a:spcPct val="73000"/>
              </a:lnSpc>
              <a:spcBef>
                <a:spcPts val="0"/>
              </a:spcBef>
              <a:buNone/>
              <a:defRPr sz="9800" b="1" i="0" spc="-400" baseline="0">
                <a:solidFill>
                  <a:schemeClr val="bg1"/>
                </a:solidFill>
                <a:latin typeface="Community Pro" panose="02000303040000020003" pitchFamily="2" charset="0"/>
              </a:defRPr>
            </a:lvl1pPr>
          </a:lstStyle>
          <a:p>
            <a:pPr lvl="0"/>
            <a:r>
              <a:rPr lang="en-US"/>
              <a:t>Primary Agenda</a:t>
            </a:r>
          </a:p>
        </p:txBody>
      </p:sp>
      <p:sp>
        <p:nvSpPr>
          <p:cNvPr id="19" name="Text Placeholder 23">
            <a:extLst>
              <a:ext uri="{FF2B5EF4-FFF2-40B4-BE49-F238E27FC236}">
                <a16:creationId xmlns:a16="http://schemas.microsoft.com/office/drawing/2014/main" id="{21E636EA-EBDC-BE6D-D260-BC474479F529}"/>
              </a:ext>
            </a:extLst>
          </p:cNvPr>
          <p:cNvSpPr>
            <a:spLocks noGrp="1"/>
          </p:cNvSpPr>
          <p:nvPr>
            <p:ph type="body" sz="quarter" idx="14" hasCustomPrompt="1"/>
          </p:nvPr>
        </p:nvSpPr>
        <p:spPr>
          <a:xfrm>
            <a:off x="807464" y="3825618"/>
            <a:ext cx="7357885" cy="517783"/>
          </a:xfrm>
          <a:effectLst>
            <a:outerShdw blurRad="508000" dist="38100" dir="2700000" algn="ctr" rotWithShape="0">
              <a:prstClr val="black">
                <a:alpha val="65000"/>
              </a:prstClr>
            </a:outerShdw>
          </a:effectLst>
        </p:spPr>
        <p:txBody>
          <a:bodyPr>
            <a:noAutofit/>
          </a:bodyPr>
          <a:lstStyle>
            <a:lvl1pPr marL="0" indent="0">
              <a:lnSpc>
                <a:spcPct val="73000"/>
              </a:lnSpc>
              <a:spcBef>
                <a:spcPts val="0"/>
              </a:spcBef>
              <a:buNone/>
              <a:defRPr sz="4000" b="1" i="0" spc="-200" baseline="0">
                <a:solidFill>
                  <a:schemeClr val="accent3"/>
                </a:solidFill>
                <a:latin typeface="Community Pro" panose="02000303040000020003" pitchFamily="2" charset="0"/>
              </a:defRPr>
            </a:lvl1pPr>
          </a:lstStyle>
          <a:p>
            <a:pPr lvl="0"/>
            <a:r>
              <a:rPr lang="en-US"/>
              <a:t>01.25.26</a:t>
            </a:r>
          </a:p>
        </p:txBody>
      </p:sp>
      <p:pic>
        <p:nvPicPr>
          <p:cNvPr id="30" name="Arrow Up Left" descr="preencoded.png">
            <a:extLst>
              <a:ext uri="{FF2B5EF4-FFF2-40B4-BE49-F238E27FC236}">
                <a16:creationId xmlns:a16="http://schemas.microsoft.com/office/drawing/2014/main" id="{67351FEA-9076-4D73-6345-AA82D6F19D6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2697855" y="2730504"/>
            <a:ext cx="762099" cy="761993"/>
          </a:xfrm>
          <a:prstGeom prst="rect">
            <a:avLst/>
          </a:prstGeom>
        </p:spPr>
      </p:pic>
      <p:pic>
        <p:nvPicPr>
          <p:cNvPr id="31" name="Arrow Up Left" descr="preencoded.png">
            <a:extLst>
              <a:ext uri="{FF2B5EF4-FFF2-40B4-BE49-F238E27FC236}">
                <a16:creationId xmlns:a16="http://schemas.microsoft.com/office/drawing/2014/main" id="{AE7EC4A2-D3BF-74F7-203B-DEC23DDD914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2697855" y="4622804"/>
            <a:ext cx="762099" cy="761993"/>
          </a:xfrm>
          <a:prstGeom prst="rect">
            <a:avLst/>
          </a:prstGeom>
        </p:spPr>
      </p:pic>
      <p:pic>
        <p:nvPicPr>
          <p:cNvPr id="32" name="Arrow Up Left" descr="preencoded.png">
            <a:extLst>
              <a:ext uri="{FF2B5EF4-FFF2-40B4-BE49-F238E27FC236}">
                <a16:creationId xmlns:a16="http://schemas.microsoft.com/office/drawing/2014/main" id="{7AFA7E2D-C2B0-97F0-E2AF-CDA50A9C5B1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2697855" y="6515104"/>
            <a:ext cx="762099" cy="761993"/>
          </a:xfrm>
          <a:prstGeom prst="rect">
            <a:avLst/>
          </a:prstGeom>
        </p:spPr>
      </p:pic>
      <p:pic>
        <p:nvPicPr>
          <p:cNvPr id="33" name="Arrow Up Left" descr="preencoded.png">
            <a:extLst>
              <a:ext uri="{FF2B5EF4-FFF2-40B4-BE49-F238E27FC236}">
                <a16:creationId xmlns:a16="http://schemas.microsoft.com/office/drawing/2014/main" id="{ADCFC521-54C0-03F8-2846-2FF433286EC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2697855" y="8407404"/>
            <a:ext cx="762099" cy="761993"/>
          </a:xfrm>
          <a:prstGeom prst="rect">
            <a:avLst/>
          </a:prstGeom>
        </p:spPr>
      </p:pic>
      <p:pic>
        <p:nvPicPr>
          <p:cNvPr id="34" name="Arrow Up Left" descr="preencoded.png">
            <a:extLst>
              <a:ext uri="{FF2B5EF4-FFF2-40B4-BE49-F238E27FC236}">
                <a16:creationId xmlns:a16="http://schemas.microsoft.com/office/drawing/2014/main" id="{864E1CFC-A38A-DEFF-AA34-9C65B55018E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2697855" y="10299704"/>
            <a:ext cx="762099" cy="761993"/>
          </a:xfrm>
          <a:prstGeom prst="rect">
            <a:avLst/>
          </a:prstGeom>
        </p:spPr>
      </p:pic>
      <p:pic>
        <p:nvPicPr>
          <p:cNvPr id="35" name="Arrow Up Left" descr="preencoded.png">
            <a:extLst>
              <a:ext uri="{FF2B5EF4-FFF2-40B4-BE49-F238E27FC236}">
                <a16:creationId xmlns:a16="http://schemas.microsoft.com/office/drawing/2014/main" id="{7F28AEF6-A4E1-871C-0E3A-772C0B335DF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2697855" y="838204"/>
            <a:ext cx="762099" cy="761993"/>
          </a:xfrm>
          <a:prstGeom prst="rect">
            <a:avLst/>
          </a:prstGeom>
        </p:spPr>
      </p:pic>
    </p:spTree>
    <p:extLst>
      <p:ext uri="{BB962C8B-B14F-4D97-AF65-F5344CB8AC3E}">
        <p14:creationId xmlns:p14="http://schemas.microsoft.com/office/powerpoint/2010/main" val="407391367"/>
      </p:ext>
    </p:extLst>
  </p:cSld>
  <p:clrMapOvr>
    <a:masterClrMapping/>
  </p:clrMapOvr>
  <p:hf hdr="0" ftr="0" dt="0"/>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Headline Simple - White">
    <p:bg>
      <p:bgPr>
        <a:solidFill>
          <a:srgbClr val="FFFFFF"/>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D1E9AF4-5578-D315-9E76-7CFA02C7BD05}"/>
              </a:ext>
            </a:extLst>
          </p:cNvPr>
          <p:cNvSpPr>
            <a:spLocks noGrp="1"/>
          </p:cNvSpPr>
          <p:nvPr>
            <p:ph type="body" sz="quarter" idx="10" hasCustomPrompt="1"/>
          </p:nvPr>
        </p:nvSpPr>
        <p:spPr>
          <a:xfrm>
            <a:off x="1150400" y="12915423"/>
            <a:ext cx="3727035" cy="349452"/>
          </a:xfrm>
          <a:prstGeom prst="rect">
            <a:avLst/>
          </a:prstGeom>
        </p:spPr>
        <p:txBody>
          <a:bodyPr/>
          <a:lstStyle>
            <a:lvl1pPr marL="0" indent="0">
              <a:buNone/>
              <a:defRPr sz="1733" b="1" i="0" kern="1200" spc="-27" baseline="0">
                <a:solidFill>
                  <a:srgbClr val="004182"/>
                </a:solidFill>
                <a:latin typeface="Community Pro" panose="02000303040000020003" pitchFamily="2" charset="0"/>
              </a:defRPr>
            </a:lvl1pPr>
          </a:lstStyle>
          <a:p>
            <a:pPr lvl="0"/>
            <a:r>
              <a:rPr lang="en-US" b="1" i="0">
                <a:latin typeface="Community Pro" panose="02000303040000020003" pitchFamily="2" charset="0"/>
              </a:rPr>
              <a:t>Presentation Topic</a:t>
            </a:r>
            <a:endParaRPr lang="en-US"/>
          </a:p>
        </p:txBody>
      </p:sp>
      <p:sp>
        <p:nvSpPr>
          <p:cNvPr id="10" name="Text Placeholder 7">
            <a:extLst>
              <a:ext uri="{FF2B5EF4-FFF2-40B4-BE49-F238E27FC236}">
                <a16:creationId xmlns:a16="http://schemas.microsoft.com/office/drawing/2014/main" id="{921D6191-3B0F-6E4A-67BF-EE16A657977F}"/>
              </a:ext>
            </a:extLst>
          </p:cNvPr>
          <p:cNvSpPr>
            <a:spLocks noGrp="1"/>
          </p:cNvSpPr>
          <p:nvPr>
            <p:ph type="body" sz="quarter" idx="11" hasCustomPrompt="1"/>
          </p:nvPr>
        </p:nvSpPr>
        <p:spPr>
          <a:xfrm>
            <a:off x="5074311" y="12915423"/>
            <a:ext cx="3981305" cy="349452"/>
          </a:xfrm>
          <a:prstGeom prst="rect">
            <a:avLst/>
          </a:prstGeom>
        </p:spPr>
        <p:txBody>
          <a:bodyPr/>
          <a:lstStyle>
            <a:lvl1pPr marL="0" indent="0">
              <a:buNone/>
              <a:defRPr sz="1733" b="0" i="0" spc="-40" baseline="0">
                <a:solidFill>
                  <a:srgbClr val="004182"/>
                </a:solidFill>
                <a:latin typeface="Community Pro" panose="02000303040000020003" pitchFamily="2" charset="0"/>
              </a:defRPr>
            </a:lvl1pPr>
          </a:lstStyle>
          <a:p>
            <a:pPr lvl="0"/>
            <a:r>
              <a:rPr lang="en-US"/>
              <a:t>Subcategory</a:t>
            </a:r>
          </a:p>
        </p:txBody>
      </p:sp>
      <p:sp>
        <p:nvSpPr>
          <p:cNvPr id="2" name="name_00">
            <a:extLst>
              <a:ext uri="{FF2B5EF4-FFF2-40B4-BE49-F238E27FC236}">
                <a16:creationId xmlns:a16="http://schemas.microsoft.com/office/drawing/2014/main" id="{F8C2DBE4-7AEF-8108-1016-6D8E58D83668}"/>
              </a:ext>
            </a:extLst>
          </p:cNvPr>
          <p:cNvSpPr/>
          <p:nvPr/>
        </p:nvSpPr>
        <p:spPr>
          <a:xfrm>
            <a:off x="22697855" y="12966700"/>
            <a:ext cx="1244762" cy="304800"/>
          </a:xfrm>
          <a:prstGeom prst="rect">
            <a:avLst/>
          </a:prstGeom>
          <a:noFill/>
          <a:ln/>
        </p:spPr>
        <p:txBody>
          <a:bodyPr wrap="square" lIns="0" tIns="0" rIns="0" bIns="0" rtlCol="0" anchor="t"/>
          <a:lstStyle/>
          <a:p>
            <a:pPr marL="0" indent="0" algn="r">
              <a:lnSpc>
                <a:spcPct val="100000"/>
              </a:lnSpc>
              <a:spcAft>
                <a:spcPts val="10000"/>
              </a:spcAft>
              <a:buNone/>
            </a:pPr>
            <a:fld id="{9C58DC4F-5EB9-F942-B3C9-60F718798FD4}" type="slidenum">
              <a:rPr lang="en-US" sz="1800" b="1" i="0" kern="0" spc="-100" smtClean="0">
                <a:solidFill>
                  <a:srgbClr val="004182"/>
                </a:solidFill>
                <a:latin typeface="Community Semibold" panose="02000303040000020003" pitchFamily="2" charset="0"/>
                <a:ea typeface="Community Pro Medium" pitchFamily="34" charset="-122"/>
                <a:cs typeface="Community Pro Medium" pitchFamily="34" charset="-120"/>
              </a:rPr>
              <a:pPr marL="0" indent="0" algn="r">
                <a:lnSpc>
                  <a:spcPct val="100000"/>
                </a:lnSpc>
                <a:spcAft>
                  <a:spcPts val="10000"/>
                </a:spcAft>
                <a:buNone/>
              </a:pPr>
              <a:t>‹#›</a:t>
            </a:fld>
            <a:endParaRPr lang="en-US" sz="1800" b="1" i="0">
              <a:latin typeface="Community Semibold" panose="02000303040000020003" pitchFamily="2" charset="0"/>
            </a:endParaRPr>
          </a:p>
        </p:txBody>
      </p:sp>
      <p:sp>
        <p:nvSpPr>
          <p:cNvPr id="3" name="PROPRIETARY  CONFIDENTIAL">
            <a:extLst>
              <a:ext uri="{FF2B5EF4-FFF2-40B4-BE49-F238E27FC236}">
                <a16:creationId xmlns:a16="http://schemas.microsoft.com/office/drawing/2014/main" id="{DA37466E-75F0-EEBF-079F-D2DB527FBF41}"/>
              </a:ext>
            </a:extLst>
          </p:cNvPr>
          <p:cNvSpPr/>
          <p:nvPr/>
        </p:nvSpPr>
        <p:spPr>
          <a:xfrm>
            <a:off x="19585950" y="13017501"/>
            <a:ext cx="3378640" cy="241300"/>
          </a:xfrm>
          <a:prstGeom prst="rect">
            <a:avLst/>
          </a:prstGeom>
          <a:noFill/>
          <a:ln/>
        </p:spPr>
        <p:txBody>
          <a:bodyPr wrap="square" lIns="0" tIns="0" rIns="0" bIns="0" rtlCol="0" anchor="t"/>
          <a:lstStyle/>
          <a:p>
            <a:pPr marL="0" indent="0" algn="r">
              <a:lnSpc>
                <a:spcPct val="100000"/>
              </a:lnSpc>
              <a:spcAft>
                <a:spcPts val="10000"/>
              </a:spcAft>
              <a:buNone/>
            </a:pPr>
            <a:r>
              <a:rPr lang="en-US" sz="1200" spc="67">
                <a:solidFill>
                  <a:srgbClr val="004182"/>
                </a:solidFill>
                <a:latin typeface="Community Pro Bold" pitchFamily="34" charset="0"/>
                <a:ea typeface="Community Pro Bold" pitchFamily="34" charset="-122"/>
                <a:cs typeface="Community Pro Bold" pitchFamily="34" charset="-120"/>
              </a:rPr>
              <a:t>PROPRIETARY + CONFIDENTIAL</a:t>
            </a:r>
            <a:endParaRPr lang="en-US" sz="1200" spc="67">
              <a:latin typeface="Community Pro" panose="02000303040000020003"/>
            </a:endParaRPr>
          </a:p>
        </p:txBody>
      </p:sp>
      <p:sp>
        <p:nvSpPr>
          <p:cNvPr id="6" name="Text Placeholder 23">
            <a:extLst>
              <a:ext uri="{FF2B5EF4-FFF2-40B4-BE49-F238E27FC236}">
                <a16:creationId xmlns:a16="http://schemas.microsoft.com/office/drawing/2014/main" id="{BE92EAE0-D675-7C66-089C-4A1E7707237C}"/>
              </a:ext>
            </a:extLst>
          </p:cNvPr>
          <p:cNvSpPr>
            <a:spLocks noGrp="1"/>
          </p:cNvSpPr>
          <p:nvPr>
            <p:ph type="body" sz="quarter" idx="12" hasCustomPrompt="1"/>
          </p:nvPr>
        </p:nvSpPr>
        <p:spPr>
          <a:xfrm>
            <a:off x="261293" y="810985"/>
            <a:ext cx="23450880" cy="1366159"/>
          </a:xfrm>
          <a:effectLst/>
        </p:spPr>
        <p:txBody>
          <a:bodyPr>
            <a:noAutofit/>
          </a:bodyPr>
          <a:lstStyle>
            <a:lvl1pPr marL="0" indent="0">
              <a:lnSpc>
                <a:spcPct val="82000"/>
              </a:lnSpc>
              <a:spcBef>
                <a:spcPts val="0"/>
              </a:spcBef>
              <a:buNone/>
              <a:defRPr sz="5000" b="1" i="0" spc="-160" baseline="0">
                <a:solidFill>
                  <a:schemeClr val="tx2"/>
                </a:solidFill>
                <a:latin typeface="Community Pro" panose="02000303040000020003" pitchFamily="2" charset="0"/>
              </a:defRPr>
            </a:lvl1pPr>
          </a:lstStyle>
          <a:p>
            <a:pPr lvl="0"/>
            <a:r>
              <a:rPr lang="en-US"/>
              <a:t>Here’s a headline for a blank slide for anything you want.</a:t>
            </a:r>
            <a:br>
              <a:rPr lang="en-US"/>
            </a:br>
            <a:r>
              <a:rPr lang="en-US"/>
              <a:t>It can be two lines, or you could delete this headline entirely.</a:t>
            </a:r>
          </a:p>
        </p:txBody>
      </p:sp>
    </p:spTree>
    <p:extLst>
      <p:ext uri="{BB962C8B-B14F-4D97-AF65-F5344CB8AC3E}">
        <p14:creationId xmlns:p14="http://schemas.microsoft.com/office/powerpoint/2010/main" val="3595527298"/>
      </p:ext>
    </p:extLst>
  </p:cSld>
  <p:clrMapOvr>
    <a:masterClrMapping/>
  </p:clrMapOvr>
  <p:hf hdr="0" ftr="0" dt="0"/>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Chart 1">
    <p:bg>
      <p:bgPr>
        <a:solidFill>
          <a:srgbClr val="FFFFFF"/>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D1E9AF4-5578-D315-9E76-7CFA02C7BD05}"/>
              </a:ext>
            </a:extLst>
          </p:cNvPr>
          <p:cNvSpPr>
            <a:spLocks noGrp="1"/>
          </p:cNvSpPr>
          <p:nvPr>
            <p:ph type="body" sz="quarter" idx="10" hasCustomPrompt="1"/>
          </p:nvPr>
        </p:nvSpPr>
        <p:spPr>
          <a:xfrm>
            <a:off x="1150400" y="12915423"/>
            <a:ext cx="3727035" cy="349452"/>
          </a:xfrm>
          <a:prstGeom prst="rect">
            <a:avLst/>
          </a:prstGeom>
        </p:spPr>
        <p:txBody>
          <a:bodyPr/>
          <a:lstStyle>
            <a:lvl1pPr marL="0" indent="0">
              <a:buNone/>
              <a:defRPr sz="1733" b="1" i="0" kern="1200" spc="-27" baseline="0">
                <a:solidFill>
                  <a:srgbClr val="004182"/>
                </a:solidFill>
                <a:latin typeface="Community Pro" panose="02000303040000020003" pitchFamily="2" charset="0"/>
              </a:defRPr>
            </a:lvl1pPr>
          </a:lstStyle>
          <a:p>
            <a:pPr lvl="0"/>
            <a:r>
              <a:rPr lang="en-US" b="1" i="0">
                <a:latin typeface="Community Pro" panose="02000303040000020003" pitchFamily="2" charset="0"/>
              </a:rPr>
              <a:t>Presentation Topic</a:t>
            </a:r>
            <a:endParaRPr lang="en-US"/>
          </a:p>
        </p:txBody>
      </p:sp>
      <p:sp>
        <p:nvSpPr>
          <p:cNvPr id="10" name="Text Placeholder 7">
            <a:extLst>
              <a:ext uri="{FF2B5EF4-FFF2-40B4-BE49-F238E27FC236}">
                <a16:creationId xmlns:a16="http://schemas.microsoft.com/office/drawing/2014/main" id="{921D6191-3B0F-6E4A-67BF-EE16A657977F}"/>
              </a:ext>
            </a:extLst>
          </p:cNvPr>
          <p:cNvSpPr>
            <a:spLocks noGrp="1"/>
          </p:cNvSpPr>
          <p:nvPr>
            <p:ph type="body" sz="quarter" idx="11" hasCustomPrompt="1"/>
          </p:nvPr>
        </p:nvSpPr>
        <p:spPr>
          <a:xfrm>
            <a:off x="5074311" y="12915423"/>
            <a:ext cx="3981305" cy="349452"/>
          </a:xfrm>
          <a:prstGeom prst="rect">
            <a:avLst/>
          </a:prstGeom>
        </p:spPr>
        <p:txBody>
          <a:bodyPr/>
          <a:lstStyle>
            <a:lvl1pPr marL="0" indent="0">
              <a:buNone/>
              <a:defRPr sz="1733" b="0" i="0" spc="-40" baseline="0">
                <a:solidFill>
                  <a:srgbClr val="004182"/>
                </a:solidFill>
                <a:latin typeface="Community Pro" panose="02000303040000020003" pitchFamily="2" charset="0"/>
              </a:defRPr>
            </a:lvl1pPr>
          </a:lstStyle>
          <a:p>
            <a:pPr lvl="0"/>
            <a:r>
              <a:rPr lang="en-US"/>
              <a:t>Subcategory</a:t>
            </a:r>
          </a:p>
        </p:txBody>
      </p:sp>
      <p:sp>
        <p:nvSpPr>
          <p:cNvPr id="2" name="name_00">
            <a:extLst>
              <a:ext uri="{FF2B5EF4-FFF2-40B4-BE49-F238E27FC236}">
                <a16:creationId xmlns:a16="http://schemas.microsoft.com/office/drawing/2014/main" id="{F8C2DBE4-7AEF-8108-1016-6D8E58D83668}"/>
              </a:ext>
            </a:extLst>
          </p:cNvPr>
          <p:cNvSpPr/>
          <p:nvPr/>
        </p:nvSpPr>
        <p:spPr>
          <a:xfrm>
            <a:off x="22697855" y="12966700"/>
            <a:ext cx="1244762" cy="304800"/>
          </a:xfrm>
          <a:prstGeom prst="rect">
            <a:avLst/>
          </a:prstGeom>
          <a:noFill/>
          <a:ln/>
        </p:spPr>
        <p:txBody>
          <a:bodyPr wrap="square" lIns="0" tIns="0" rIns="0" bIns="0" rtlCol="0" anchor="t"/>
          <a:lstStyle/>
          <a:p>
            <a:pPr marL="0" indent="0" algn="r">
              <a:lnSpc>
                <a:spcPct val="100000"/>
              </a:lnSpc>
              <a:spcAft>
                <a:spcPts val="10000"/>
              </a:spcAft>
              <a:buNone/>
            </a:pPr>
            <a:fld id="{9C58DC4F-5EB9-F942-B3C9-60F718798FD4}" type="slidenum">
              <a:rPr lang="en-US" sz="1800" b="1" i="0" kern="0" spc="-100" smtClean="0">
                <a:solidFill>
                  <a:srgbClr val="004182"/>
                </a:solidFill>
                <a:latin typeface="Community Semibold" panose="02000303040000020003" pitchFamily="2" charset="0"/>
                <a:ea typeface="Community Pro Medium" pitchFamily="34" charset="-122"/>
                <a:cs typeface="Community Pro Medium" pitchFamily="34" charset="-120"/>
              </a:rPr>
              <a:pPr marL="0" indent="0" algn="r">
                <a:lnSpc>
                  <a:spcPct val="100000"/>
                </a:lnSpc>
                <a:spcAft>
                  <a:spcPts val="10000"/>
                </a:spcAft>
                <a:buNone/>
              </a:pPr>
              <a:t>‹#›</a:t>
            </a:fld>
            <a:endParaRPr lang="en-US" sz="1800" b="1" i="0">
              <a:latin typeface="Community Semibold" panose="02000303040000020003" pitchFamily="2" charset="0"/>
            </a:endParaRPr>
          </a:p>
        </p:txBody>
      </p:sp>
      <p:sp>
        <p:nvSpPr>
          <p:cNvPr id="3" name="PROPRIETARY  CONFIDENTIAL">
            <a:extLst>
              <a:ext uri="{FF2B5EF4-FFF2-40B4-BE49-F238E27FC236}">
                <a16:creationId xmlns:a16="http://schemas.microsoft.com/office/drawing/2014/main" id="{DA37466E-75F0-EEBF-079F-D2DB527FBF41}"/>
              </a:ext>
            </a:extLst>
          </p:cNvPr>
          <p:cNvSpPr/>
          <p:nvPr/>
        </p:nvSpPr>
        <p:spPr>
          <a:xfrm>
            <a:off x="19585950" y="13017501"/>
            <a:ext cx="3378640" cy="241300"/>
          </a:xfrm>
          <a:prstGeom prst="rect">
            <a:avLst/>
          </a:prstGeom>
          <a:noFill/>
          <a:ln/>
        </p:spPr>
        <p:txBody>
          <a:bodyPr wrap="square" lIns="0" tIns="0" rIns="0" bIns="0" rtlCol="0" anchor="t"/>
          <a:lstStyle/>
          <a:p>
            <a:pPr marL="0" indent="0" algn="r">
              <a:lnSpc>
                <a:spcPct val="100000"/>
              </a:lnSpc>
              <a:spcAft>
                <a:spcPts val="10000"/>
              </a:spcAft>
              <a:buNone/>
            </a:pPr>
            <a:r>
              <a:rPr lang="en-US" sz="1200" spc="67">
                <a:solidFill>
                  <a:srgbClr val="004182"/>
                </a:solidFill>
                <a:latin typeface="Community Pro Bold" pitchFamily="34" charset="0"/>
                <a:ea typeface="Community Pro Bold" pitchFamily="34" charset="-122"/>
                <a:cs typeface="Community Pro Bold" pitchFamily="34" charset="-120"/>
              </a:rPr>
              <a:t>PROPRIETARY + CONFIDENTIAL</a:t>
            </a:r>
            <a:endParaRPr lang="en-US" sz="1200" spc="67">
              <a:latin typeface="Community Pro" panose="02000303040000020003"/>
            </a:endParaRPr>
          </a:p>
        </p:txBody>
      </p:sp>
      <p:sp>
        <p:nvSpPr>
          <p:cNvPr id="20" name="Text Placeholder 23">
            <a:extLst>
              <a:ext uri="{FF2B5EF4-FFF2-40B4-BE49-F238E27FC236}">
                <a16:creationId xmlns:a16="http://schemas.microsoft.com/office/drawing/2014/main" id="{1AAF0A69-6329-2DC0-3902-A5610E587ED1}"/>
              </a:ext>
            </a:extLst>
          </p:cNvPr>
          <p:cNvSpPr>
            <a:spLocks noGrp="1"/>
          </p:cNvSpPr>
          <p:nvPr>
            <p:ph type="body" sz="quarter" idx="14" hasCustomPrompt="1"/>
          </p:nvPr>
        </p:nvSpPr>
        <p:spPr>
          <a:xfrm>
            <a:off x="990394" y="4229065"/>
            <a:ext cx="8054585" cy="762000"/>
          </a:xfrm>
          <a:effectLst/>
        </p:spPr>
        <p:txBody>
          <a:bodyPr>
            <a:noAutofit/>
          </a:bodyPr>
          <a:lstStyle>
            <a:lvl1pPr marL="0" indent="0">
              <a:lnSpc>
                <a:spcPct val="82000"/>
              </a:lnSpc>
              <a:spcBef>
                <a:spcPts val="0"/>
              </a:spcBef>
              <a:buNone/>
              <a:defRPr sz="5000" b="1" i="0" spc="-160" baseline="0">
                <a:solidFill>
                  <a:schemeClr val="tx2"/>
                </a:solidFill>
                <a:latin typeface="Community Pro" panose="02000303040000020003" pitchFamily="2" charset="0"/>
              </a:defRPr>
            </a:lvl1pPr>
          </a:lstStyle>
          <a:p>
            <a:pPr lvl="0"/>
            <a:r>
              <a:rPr lang="en-US"/>
              <a:t>Explain the chart here</a:t>
            </a:r>
          </a:p>
        </p:txBody>
      </p:sp>
      <p:sp>
        <p:nvSpPr>
          <p:cNvPr id="24" name="Text Placeholder 23">
            <a:extLst>
              <a:ext uri="{FF2B5EF4-FFF2-40B4-BE49-F238E27FC236}">
                <a16:creationId xmlns:a16="http://schemas.microsoft.com/office/drawing/2014/main" id="{1C5A747B-A43C-1A83-65A4-EBC3CCAF4290}"/>
              </a:ext>
            </a:extLst>
          </p:cNvPr>
          <p:cNvSpPr>
            <a:spLocks noGrp="1"/>
          </p:cNvSpPr>
          <p:nvPr>
            <p:ph type="body" sz="quarter" idx="31" hasCustomPrompt="1"/>
          </p:nvPr>
        </p:nvSpPr>
        <p:spPr>
          <a:xfrm>
            <a:off x="1079640" y="3467099"/>
            <a:ext cx="2464121" cy="457200"/>
          </a:xfrm>
          <a:prstGeom prst="roundRect">
            <a:avLst>
              <a:gd name="adj" fmla="val 50000"/>
            </a:avLst>
          </a:prstGeom>
          <a:solidFill>
            <a:schemeClr val="accent4"/>
          </a:solidFill>
          <a:effectLst/>
        </p:spPr>
        <p:txBody>
          <a:bodyPr anchor="ctr">
            <a:noAutofit/>
          </a:bodyPr>
          <a:lstStyle>
            <a:lvl1pPr marL="0" indent="0" algn="ctr">
              <a:lnSpc>
                <a:spcPct val="100000"/>
              </a:lnSpc>
              <a:spcBef>
                <a:spcPts val="0"/>
              </a:spcBef>
              <a:buNone/>
              <a:defRPr sz="1600" b="1" i="0" spc="0" baseline="0">
                <a:solidFill>
                  <a:schemeClr val="tx2"/>
                </a:solidFill>
                <a:latin typeface="Community Pro" panose="02000303040000020003" pitchFamily="2" charset="0"/>
              </a:defRPr>
            </a:lvl1pPr>
          </a:lstStyle>
          <a:p>
            <a:pPr lvl="0"/>
            <a:r>
              <a:rPr lang="en-US"/>
              <a:t>CHART TOPIC</a:t>
            </a:r>
          </a:p>
        </p:txBody>
      </p:sp>
      <p:sp>
        <p:nvSpPr>
          <p:cNvPr id="4" name="Rounded Rectangle 3">
            <a:extLst>
              <a:ext uri="{FF2B5EF4-FFF2-40B4-BE49-F238E27FC236}">
                <a16:creationId xmlns:a16="http://schemas.microsoft.com/office/drawing/2014/main" id="{0669090C-6151-D435-9512-3C51D9F4AB2F}"/>
              </a:ext>
            </a:extLst>
          </p:cNvPr>
          <p:cNvSpPr/>
          <p:nvPr/>
        </p:nvSpPr>
        <p:spPr>
          <a:xfrm>
            <a:off x="12003063" y="406400"/>
            <a:ext cx="11990364" cy="12039600"/>
          </a:xfrm>
          <a:prstGeom prst="roundRect">
            <a:avLst>
              <a:gd name="adj" fmla="val 27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6" name="Chart Placeholder 5">
            <a:extLst>
              <a:ext uri="{FF2B5EF4-FFF2-40B4-BE49-F238E27FC236}">
                <a16:creationId xmlns:a16="http://schemas.microsoft.com/office/drawing/2014/main" id="{CC2F8AC9-5738-4F3C-1F2A-23774247CDF7}"/>
              </a:ext>
            </a:extLst>
          </p:cNvPr>
          <p:cNvSpPr>
            <a:spLocks noGrp="1"/>
          </p:cNvSpPr>
          <p:nvPr>
            <p:ph type="chart" sz="quarter" idx="32"/>
          </p:nvPr>
        </p:nvSpPr>
        <p:spPr>
          <a:xfrm>
            <a:off x="13336738" y="1749426"/>
            <a:ext cx="9323014" cy="9353549"/>
          </a:xfrm>
        </p:spPr>
        <p:txBody>
          <a:bodyPr/>
          <a:lstStyle/>
          <a:p>
            <a:r>
              <a:rPr lang="en-US"/>
              <a:t>Click icon to add chart</a:t>
            </a:r>
          </a:p>
        </p:txBody>
      </p:sp>
      <p:sp>
        <p:nvSpPr>
          <p:cNvPr id="8" name="Text Placeholder 23">
            <a:extLst>
              <a:ext uri="{FF2B5EF4-FFF2-40B4-BE49-F238E27FC236}">
                <a16:creationId xmlns:a16="http://schemas.microsoft.com/office/drawing/2014/main" id="{E39AE740-8AEC-14DD-B8C3-4469FEBFAF1F}"/>
              </a:ext>
            </a:extLst>
          </p:cNvPr>
          <p:cNvSpPr>
            <a:spLocks noGrp="1"/>
          </p:cNvSpPr>
          <p:nvPr>
            <p:ph type="body" sz="quarter" idx="30" hasCustomPrompt="1"/>
          </p:nvPr>
        </p:nvSpPr>
        <p:spPr>
          <a:xfrm>
            <a:off x="1001031" y="5251284"/>
            <a:ext cx="8054583" cy="3781099"/>
          </a:xfrm>
          <a:effectLst/>
        </p:spPr>
        <p:txBody>
          <a:bodyPr>
            <a:noAutofit/>
          </a:bodyPr>
          <a:lstStyle>
            <a:lvl1pPr marL="0" indent="0">
              <a:lnSpc>
                <a:spcPct val="125000"/>
              </a:lnSpc>
              <a:spcBef>
                <a:spcPts val="0"/>
              </a:spcBef>
              <a:buNone/>
              <a:defRPr sz="2667" b="0" i="0" spc="-107" baseline="0">
                <a:solidFill>
                  <a:schemeClr val="tx2"/>
                </a:solidFill>
                <a:latin typeface="Community Pro Medium" panose="02000303040000020003" pitchFamily="2" charset="0"/>
              </a:defRPr>
            </a:lvl1pPr>
          </a:lstStyle>
          <a:p>
            <a:pPr lvl="0"/>
            <a:r>
              <a:rPr lang="en-US"/>
              <a:t>Lorem ipsum dolor sit amet, consectetur adipiscing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a:t>
            </a:r>
          </a:p>
        </p:txBody>
      </p:sp>
    </p:spTree>
    <p:extLst>
      <p:ext uri="{BB962C8B-B14F-4D97-AF65-F5344CB8AC3E}">
        <p14:creationId xmlns:p14="http://schemas.microsoft.com/office/powerpoint/2010/main" val="2990781156"/>
      </p:ext>
    </p:extLst>
  </p:cSld>
  <p:clrMapOvr>
    <a:masterClrMapping/>
  </p:clrMapOvr>
  <p:hf hdr="0" ftr="0" dt="0"/>
</p:sldLayout>
</file>

<file path=ppt/slideLayouts/slideLayout216.xml><?xml version="1.0" encoding="utf-8"?>
<p:sldLayout xmlns:a="http://schemas.openxmlformats.org/drawingml/2006/main" xmlns:r="http://schemas.openxmlformats.org/officeDocument/2006/relationships" xmlns:p="http://schemas.openxmlformats.org/presentationml/2006/main" userDrawn="1">
  <p:cSld name="title + subtitle only">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9" y="2429314"/>
            <a:ext cx="21337376" cy="1371600"/>
          </a:xfrm>
        </p:spPr>
        <p:txBody>
          <a:bodyPr lIns="109728" anchor="t">
            <a:normAutofit/>
          </a:bodyPr>
          <a:lstStyle>
            <a:lvl1pPr marL="0" indent="0">
              <a:buFontTx/>
              <a:buNone/>
              <a:defRPr sz="4400" b="0" i="0" baseline="0">
                <a:solidFill>
                  <a:schemeClr val="accent6"/>
                </a:solidFill>
                <a:latin typeface="+mn-lt"/>
              </a:defRPr>
            </a:lvl1pPr>
            <a:lvl2pPr marL="914400" indent="0">
              <a:buFontTx/>
              <a:buNone/>
              <a:defRPr b="0" i="0">
                <a:solidFill>
                  <a:schemeClr val="accent6"/>
                </a:solidFill>
                <a:latin typeface="LKN Sans Light" panose="02000303040000020003" pitchFamily="2" charset="0"/>
              </a:defRPr>
            </a:lvl2pPr>
            <a:lvl3pPr marL="1828800" indent="0">
              <a:buFontTx/>
              <a:buNone/>
              <a:defRPr b="0" i="0">
                <a:solidFill>
                  <a:schemeClr val="accent6"/>
                </a:solidFill>
                <a:latin typeface="LKN Sans Light" panose="02000303040000020003" pitchFamily="2" charset="0"/>
              </a:defRPr>
            </a:lvl3pPr>
            <a:lvl4pPr marL="2743200" indent="0">
              <a:buFontTx/>
              <a:buNone/>
              <a:defRPr b="0" i="0">
                <a:solidFill>
                  <a:schemeClr val="accent6"/>
                </a:solidFill>
                <a:latin typeface="LKN Sans Light" panose="02000303040000020003" pitchFamily="2" charset="0"/>
              </a:defRPr>
            </a:lvl4pPr>
            <a:lvl5pPr marL="3657600" indent="0">
              <a:buFontTx/>
              <a:buNone/>
              <a:defRPr b="0" i="0">
                <a:solidFill>
                  <a:schemeClr val="accent6"/>
                </a:solidFill>
                <a:latin typeface="LKN Sans Light" panose="02000303040000020003" pitchFamily="2" charset="0"/>
              </a:defRPr>
            </a:lvl5pPr>
          </a:lstStyle>
          <a:p>
            <a:pPr lvl="0"/>
            <a:r>
              <a:rPr lang="en-US"/>
              <a:t>Enter your subtitle here</a:t>
            </a:r>
          </a:p>
        </p:txBody>
      </p:sp>
      <p:sp>
        <p:nvSpPr>
          <p:cNvPr id="3" name="Slide Number Placeholder 2">
            <a:extLst>
              <a:ext uri="{FF2B5EF4-FFF2-40B4-BE49-F238E27FC236}">
                <a16:creationId xmlns:a16="http://schemas.microsoft.com/office/drawing/2014/main" id="{863E0F8E-F327-C6A0-072A-52704481DE57}"/>
              </a:ext>
            </a:extLst>
          </p:cNvPr>
          <p:cNvSpPr>
            <a:spLocks noGrp="1"/>
          </p:cNvSpPr>
          <p:nvPr>
            <p:ph type="sldNum" sz="quarter" idx="13"/>
          </p:nvPr>
        </p:nvSpPr>
        <p:spPr/>
        <p:txBody>
          <a:bodyPr/>
          <a:lstStyle/>
          <a:p>
            <a:fld id="{78844C01-219E-3342-9BDB-DBCB9E29B672}" type="slidenum">
              <a:rPr lang="en-US" smtClean="0"/>
              <a:pPr/>
              <a:t>‹#›</a:t>
            </a:fld>
            <a:endParaRPr lang="en-US"/>
          </a:p>
        </p:txBody>
      </p:sp>
    </p:spTree>
    <p:extLst>
      <p:ext uri="{BB962C8B-B14F-4D97-AF65-F5344CB8AC3E}">
        <p14:creationId xmlns:p14="http://schemas.microsoft.com/office/powerpoint/2010/main" val="1604907634"/>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userDrawn="1">
  <p:cSld name="agenda 3 topics">
    <p:bg>
      <p:bgPr>
        <a:solidFill>
          <a:schemeClr val="bg1"/>
        </a:solidFill>
        <a:effectLst/>
      </p:bgPr>
    </p:bg>
    <p:spTree>
      <p:nvGrpSpPr>
        <p:cNvPr id="1" name=""/>
        <p:cNvGrpSpPr/>
        <p:nvPr/>
      </p:nvGrpSpPr>
      <p:grpSpPr>
        <a:xfrm>
          <a:off x="0" y="0"/>
          <a:ext cx="0" cy="0"/>
          <a:chOff x="0" y="0"/>
          <a:chExt cx="0" cy="0"/>
        </a:xfrm>
      </p:grpSpPr>
      <p:sp>
        <p:nvSpPr>
          <p:cNvPr id="5" name="Table Placeholder 4">
            <a:extLst>
              <a:ext uri="{FF2B5EF4-FFF2-40B4-BE49-F238E27FC236}">
                <a16:creationId xmlns:a16="http://schemas.microsoft.com/office/drawing/2014/main" id="{F328462A-9244-44A4-ACF4-EA4AA8E7FE1B}"/>
              </a:ext>
            </a:extLst>
          </p:cNvPr>
          <p:cNvSpPr>
            <a:spLocks noGrp="1"/>
          </p:cNvSpPr>
          <p:nvPr>
            <p:ph type="tbl" sz="quarter" idx="18"/>
          </p:nvPr>
        </p:nvSpPr>
        <p:spPr>
          <a:xfrm>
            <a:off x="10325100" y="2324100"/>
            <a:ext cx="12536488" cy="9715500"/>
          </a:xfrm>
        </p:spPr>
        <p:txBody>
          <a:bodyPr/>
          <a:lstStyle/>
          <a:p>
            <a:r>
              <a:rPr lang="en-US"/>
              <a:t>Click icon to add table</a:t>
            </a:r>
          </a:p>
        </p:txBody>
      </p:sp>
      <p:sp>
        <p:nvSpPr>
          <p:cNvPr id="22" name="Title 1">
            <a:extLst>
              <a:ext uri="{FF2B5EF4-FFF2-40B4-BE49-F238E27FC236}">
                <a16:creationId xmlns:a16="http://schemas.microsoft.com/office/drawing/2014/main" id="{E55EE2B2-A8B6-884B-9A8B-672F6AF93BB1}"/>
              </a:ext>
            </a:extLst>
          </p:cNvPr>
          <p:cNvSpPr>
            <a:spLocks noGrp="1"/>
          </p:cNvSpPr>
          <p:nvPr>
            <p:ph type="title" hasCustomPrompt="1"/>
          </p:nvPr>
        </p:nvSpPr>
        <p:spPr>
          <a:xfrm>
            <a:off x="1525589" y="5448300"/>
            <a:ext cx="6667500" cy="2819400"/>
          </a:xfrm>
        </p:spPr>
        <p:txBody>
          <a:bodyPr anchor="ctr" anchorCtr="0">
            <a:normAutofit/>
          </a:bodyPr>
          <a:lstStyle>
            <a:lvl1pPr>
              <a:defRPr lang="en-US" sz="11500" b="0" kern="1200">
                <a:solidFill>
                  <a:schemeClr val="accent2"/>
                </a:solidFill>
                <a:latin typeface="+mj-lt"/>
                <a:ea typeface="+mn-ea"/>
                <a:cs typeface="+mn-cs"/>
              </a:defRPr>
            </a:lvl1pPr>
          </a:lstStyle>
          <a:p>
            <a:r>
              <a:rPr lang="en-US"/>
              <a:t>Title here</a:t>
            </a:r>
          </a:p>
        </p:txBody>
      </p:sp>
      <p:sp>
        <p:nvSpPr>
          <p:cNvPr id="2" name="Slide Number Placeholder 2">
            <a:extLst>
              <a:ext uri="{FF2B5EF4-FFF2-40B4-BE49-F238E27FC236}">
                <a16:creationId xmlns:a16="http://schemas.microsoft.com/office/drawing/2014/main" id="{D4F00338-A3A9-FA43-DC4E-66D8197E1220}"/>
              </a:ext>
            </a:extLst>
          </p:cNvPr>
          <p:cNvSpPr>
            <a:spLocks noGrp="1"/>
          </p:cNvSpPr>
          <p:nvPr>
            <p:ph type="sldNum" sz="quarter" idx="13"/>
          </p:nvPr>
        </p:nvSpPr>
        <p:spPr>
          <a:xfrm>
            <a:off x="23541643" y="12991280"/>
            <a:ext cx="623230" cy="730250"/>
          </a:xfrm>
        </p:spPr>
        <p:txBody>
          <a:bodyPr/>
          <a:lstStyle/>
          <a:p>
            <a:fld id="{78844C01-219E-3342-9BDB-DBCB9E29B672}" type="slidenum">
              <a:rPr lang="en-US" smtClean="0"/>
              <a:pPr/>
              <a:t>‹#›</a:t>
            </a:fld>
            <a:endParaRPr lang="en-US"/>
          </a:p>
        </p:txBody>
      </p:sp>
    </p:spTree>
    <p:extLst>
      <p:ext uri="{BB962C8B-B14F-4D97-AF65-F5344CB8AC3E}">
        <p14:creationId xmlns:p14="http://schemas.microsoft.com/office/powerpoint/2010/main" val="1084004961"/>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userDrawn="1">
  <p:cSld name="green title + subtitle only">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1448014" y="1524001"/>
            <a:ext cx="21337374" cy="890222"/>
          </a:xfrm>
          <a:prstGeom prst="rect">
            <a:avLst/>
          </a:prstGeom>
        </p:spPr>
        <p:txBody>
          <a:bodyPr vert="horz" lIns="91440" tIns="45720" rIns="91440" bIns="45720" rtlCol="0" anchor="b">
            <a:normAutofit/>
          </a:bodyPr>
          <a:lstStyle>
            <a:lvl1pPr>
              <a:defRPr>
                <a:solidFill>
                  <a:schemeClr val="accent1"/>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1441699" y="2429314"/>
            <a:ext cx="21337376" cy="1371600"/>
          </a:xfrm>
        </p:spPr>
        <p:txBody>
          <a:bodyPr lIns="109728" anchor="t">
            <a:normAutofit/>
          </a:bodyPr>
          <a:lstStyle>
            <a:lvl1pPr marL="0" indent="0">
              <a:buFontTx/>
              <a:buNone/>
              <a:defRPr sz="4400" b="0" i="0" baseline="0">
                <a:solidFill>
                  <a:schemeClr val="accent6"/>
                </a:solidFill>
                <a:latin typeface="+mn-lt"/>
              </a:defRPr>
            </a:lvl1pPr>
            <a:lvl2pPr marL="914400" indent="0">
              <a:buFontTx/>
              <a:buNone/>
              <a:defRPr b="0" i="0">
                <a:solidFill>
                  <a:schemeClr val="accent6"/>
                </a:solidFill>
                <a:latin typeface="LKN Sans Light" panose="02000303040000020003" pitchFamily="2" charset="0"/>
              </a:defRPr>
            </a:lvl2pPr>
            <a:lvl3pPr marL="1828800" indent="0">
              <a:buFontTx/>
              <a:buNone/>
              <a:defRPr b="0" i="0">
                <a:solidFill>
                  <a:schemeClr val="accent6"/>
                </a:solidFill>
                <a:latin typeface="LKN Sans Light" panose="02000303040000020003" pitchFamily="2" charset="0"/>
              </a:defRPr>
            </a:lvl3pPr>
            <a:lvl4pPr marL="2743200" indent="0">
              <a:buFontTx/>
              <a:buNone/>
              <a:defRPr b="0" i="0">
                <a:solidFill>
                  <a:schemeClr val="accent6"/>
                </a:solidFill>
                <a:latin typeface="LKN Sans Light" panose="02000303040000020003" pitchFamily="2" charset="0"/>
              </a:defRPr>
            </a:lvl4pPr>
            <a:lvl5pPr marL="3657600" indent="0">
              <a:buFontTx/>
              <a:buNone/>
              <a:defRPr b="0" i="0">
                <a:solidFill>
                  <a:schemeClr val="accent6"/>
                </a:solidFill>
                <a:latin typeface="LKN Sans Light" panose="02000303040000020003" pitchFamily="2" charset="0"/>
              </a:defRPr>
            </a:lvl5pPr>
          </a:lstStyle>
          <a:p>
            <a:pPr lvl="0"/>
            <a:r>
              <a:rPr lang="en-US"/>
              <a:t>Enter your subtitle here</a:t>
            </a:r>
          </a:p>
        </p:txBody>
      </p:sp>
      <p:sp>
        <p:nvSpPr>
          <p:cNvPr id="2" name="Slide Number Placeholder 2">
            <a:extLst>
              <a:ext uri="{FF2B5EF4-FFF2-40B4-BE49-F238E27FC236}">
                <a16:creationId xmlns:a16="http://schemas.microsoft.com/office/drawing/2014/main" id="{B356245E-B993-7C4B-3282-FB612449B9BC}"/>
              </a:ext>
            </a:extLst>
          </p:cNvPr>
          <p:cNvSpPr>
            <a:spLocks noGrp="1"/>
          </p:cNvSpPr>
          <p:nvPr>
            <p:ph type="sldNum" sz="quarter" idx="13"/>
          </p:nvPr>
        </p:nvSpPr>
        <p:spPr>
          <a:xfrm>
            <a:off x="23541643" y="12991280"/>
            <a:ext cx="623230" cy="730250"/>
          </a:xfrm>
        </p:spPr>
        <p:txBody>
          <a:bodyPr/>
          <a:lstStyle/>
          <a:p>
            <a:fld id="{78844C01-219E-3342-9BDB-DBCB9E29B672}" type="slidenum">
              <a:rPr lang="en-US" smtClean="0"/>
              <a:pPr/>
              <a:t>‹#›</a:t>
            </a:fld>
            <a:endParaRPr lang="en-US"/>
          </a:p>
        </p:txBody>
      </p:sp>
    </p:spTree>
    <p:extLst>
      <p:ext uri="{BB962C8B-B14F-4D97-AF65-F5344CB8AC3E}">
        <p14:creationId xmlns:p14="http://schemas.microsoft.com/office/powerpoint/2010/main" val="2905665062"/>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A25F6-E282-FB4E-03C6-FBE2F1A116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4DB8FD-1CE9-B8F9-C9C2-DB009047A9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F648D6-3F85-C63A-E304-15D796D1E596}"/>
              </a:ext>
            </a:extLst>
          </p:cNvPr>
          <p:cNvSpPr>
            <a:spLocks noGrp="1"/>
          </p:cNvSpPr>
          <p:nvPr>
            <p:ph type="dt" sz="half" idx="10"/>
          </p:nvPr>
        </p:nvSpPr>
        <p:spPr/>
        <p:txBody>
          <a:bodyPr/>
          <a:lstStyle/>
          <a:p>
            <a:fld id="{EB82DC2D-4BDF-428C-9FC0-2FF4DA593C74}" type="datetimeFigureOut">
              <a:rPr lang="en-US" smtClean="0"/>
              <a:t>4/23/2026</a:t>
            </a:fld>
            <a:endParaRPr lang="en-US"/>
          </a:p>
        </p:txBody>
      </p:sp>
      <p:sp>
        <p:nvSpPr>
          <p:cNvPr id="5" name="Footer Placeholder 4">
            <a:extLst>
              <a:ext uri="{FF2B5EF4-FFF2-40B4-BE49-F238E27FC236}">
                <a16:creationId xmlns:a16="http://schemas.microsoft.com/office/drawing/2014/main" id="{61EE772C-0935-90D9-AE30-58999483C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139EE-5179-DFBF-9075-E7478B7F9BEB}"/>
              </a:ext>
            </a:extLst>
          </p:cNvPr>
          <p:cNvSpPr>
            <a:spLocks noGrp="1"/>
          </p:cNvSpPr>
          <p:nvPr>
            <p:ph type="sldNum" sz="quarter" idx="12"/>
          </p:nvPr>
        </p:nvSpPr>
        <p:spPr/>
        <p:txBody>
          <a:bodyPr/>
          <a:lstStyle/>
          <a:p>
            <a:fld id="{2F873EEB-5F30-4A4F-A1B8-D7D8A15D4D2C}" type="slidenum">
              <a:rPr lang="en-US" smtClean="0"/>
              <a:t>‹#›</a:t>
            </a:fld>
            <a:endParaRPr lang="en-US"/>
          </a:p>
        </p:txBody>
      </p:sp>
    </p:spTree>
    <p:extLst>
      <p:ext uri="{BB962C8B-B14F-4D97-AF65-F5344CB8AC3E}">
        <p14:creationId xmlns:p14="http://schemas.microsoft.com/office/powerpoint/2010/main" val="334368779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15" name="Text Placeholder 5">
            <a:extLst>
              <a:ext uri="{FF2B5EF4-FFF2-40B4-BE49-F238E27FC236}">
                <a16:creationId xmlns:a16="http://schemas.microsoft.com/office/drawing/2014/main" id="{9AC6BD4D-D643-9547-80C4-FD1A03F61C1D}"/>
              </a:ext>
            </a:extLst>
          </p:cNvPr>
          <p:cNvSpPr>
            <a:spLocks noGrp="1"/>
          </p:cNvSpPr>
          <p:nvPr>
            <p:ph type="body" sz="quarter" idx="10"/>
          </p:nvPr>
        </p:nvSpPr>
        <p:spPr>
          <a:xfrm>
            <a:off x="1388948" y="1279528"/>
            <a:ext cx="21611908" cy="907416"/>
          </a:xfrm>
        </p:spPr>
        <p:txBody>
          <a:bodyPr lIns="0">
            <a:noAutofit/>
          </a:bodyPr>
          <a:lstStyle>
            <a:lvl1pPr marL="0" indent="0">
              <a:buFontTx/>
              <a:buNone/>
              <a:defRPr sz="6594" b="0" i="0">
                <a:solidFill>
                  <a:schemeClr val="accent2"/>
                </a:solidFill>
                <a:latin typeface="Community Light" panose="02000303040000020003" pitchFamily="2" charset="0"/>
              </a:defRPr>
            </a:lvl1pPr>
            <a:lvl2pPr marL="913866" indent="0">
              <a:buFontTx/>
              <a:buNone/>
              <a:defRPr b="0" i="0">
                <a:solidFill>
                  <a:schemeClr val="bg2"/>
                </a:solidFill>
                <a:latin typeface="LKN Sans Light" panose="02000303040000020003" pitchFamily="2" charset="0"/>
              </a:defRPr>
            </a:lvl2pPr>
            <a:lvl3pPr marL="1827726" indent="0">
              <a:buFontTx/>
              <a:buNone/>
              <a:defRPr b="0" i="0">
                <a:solidFill>
                  <a:schemeClr val="bg2"/>
                </a:solidFill>
                <a:latin typeface="LKN Sans Light" panose="02000303040000020003" pitchFamily="2" charset="0"/>
              </a:defRPr>
            </a:lvl3pPr>
            <a:lvl4pPr marL="2741592" indent="0">
              <a:buFontTx/>
              <a:buNone/>
              <a:defRPr b="0" i="0">
                <a:solidFill>
                  <a:schemeClr val="bg2"/>
                </a:solidFill>
                <a:latin typeface="LKN Sans Light" panose="02000303040000020003" pitchFamily="2" charset="0"/>
              </a:defRPr>
            </a:lvl4pPr>
            <a:lvl5pPr marL="3655452" indent="0">
              <a:buFontTx/>
              <a:buNone/>
              <a:defRPr b="0" i="0">
                <a:solidFill>
                  <a:schemeClr val="bg2"/>
                </a:solidFill>
                <a:latin typeface="LKN Sans Light" panose="02000303040000020003" pitchFamily="2" charset="0"/>
              </a:defRPr>
            </a:lvl5pPr>
          </a:lstStyle>
          <a:p>
            <a:pPr lvl="0"/>
            <a:r>
              <a:rPr lang="en-US"/>
              <a:t>Click to edit Master text styles</a:t>
            </a:r>
          </a:p>
        </p:txBody>
      </p:sp>
      <p:sp>
        <p:nvSpPr>
          <p:cNvPr id="7" name="Text Placeholder 13">
            <a:extLst>
              <a:ext uri="{FF2B5EF4-FFF2-40B4-BE49-F238E27FC236}">
                <a16:creationId xmlns:a16="http://schemas.microsoft.com/office/drawing/2014/main" id="{2D7AA382-C1EF-C345-8DDA-015A6F268833}"/>
              </a:ext>
            </a:extLst>
          </p:cNvPr>
          <p:cNvSpPr>
            <a:spLocks noGrp="1"/>
          </p:cNvSpPr>
          <p:nvPr>
            <p:ph type="body" sz="quarter" idx="13" hasCustomPrompt="1"/>
          </p:nvPr>
        </p:nvSpPr>
        <p:spPr>
          <a:xfrm>
            <a:off x="1387659" y="12693020"/>
            <a:ext cx="8287827" cy="765556"/>
          </a:xfrm>
        </p:spPr>
        <p:txBody>
          <a:bodyPr anchor="ctr">
            <a:noAutofit/>
          </a:bodyPr>
          <a:lstStyle>
            <a:lvl1pPr marL="0" indent="0">
              <a:buNone/>
              <a:defRPr sz="1800">
                <a:solidFill>
                  <a:schemeClr val="accent6"/>
                </a:solidFill>
              </a:defRPr>
            </a:lvl1pPr>
            <a:lvl2pPr marL="913866" indent="0">
              <a:buNone/>
              <a:defRPr sz="1800"/>
            </a:lvl2pPr>
            <a:lvl3pPr marL="1827726" indent="0">
              <a:buNone/>
              <a:defRPr sz="1800"/>
            </a:lvl3pPr>
            <a:lvl4pPr marL="2741592" indent="0">
              <a:buNone/>
              <a:defRPr sz="1800"/>
            </a:lvl4pPr>
            <a:lvl5pPr marL="3655452" indent="0">
              <a:buNone/>
              <a:defRPr sz="1800"/>
            </a:lvl5pPr>
          </a:lstStyle>
          <a:p>
            <a:pPr lvl="0"/>
            <a:r>
              <a:rPr lang="en-GB"/>
              <a:t>Source here (or delete this text box)</a:t>
            </a:r>
            <a:endParaRPr lang="en-US"/>
          </a:p>
        </p:txBody>
      </p:sp>
    </p:spTree>
    <p:extLst>
      <p:ext uri="{BB962C8B-B14F-4D97-AF65-F5344CB8AC3E}">
        <p14:creationId xmlns:p14="http://schemas.microsoft.com/office/powerpoint/2010/main" val="1738941106"/>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matchingName="Quote Large - Dark">
  <p:cSld name="Quote Large - Dark">
    <p:bg>
      <p:bgPr>
        <a:solidFill>
          <a:srgbClr val="07294B"/>
        </a:solidFill>
        <a:effectLst/>
      </p:bgPr>
    </p:bg>
    <p:spTree>
      <p:nvGrpSpPr>
        <p:cNvPr id="1" name="Shape 266"/>
        <p:cNvGrpSpPr/>
        <p:nvPr/>
      </p:nvGrpSpPr>
      <p:grpSpPr>
        <a:xfrm>
          <a:off x="0" y="0"/>
          <a:ext cx="0" cy="0"/>
          <a:chOff x="0" y="0"/>
          <a:chExt cx="0" cy="0"/>
        </a:xfrm>
      </p:grpSpPr>
      <p:sp>
        <p:nvSpPr>
          <p:cNvPr id="267" name="Google Shape;267;p32"/>
          <p:cNvSpPr txBox="1">
            <a:spLocks noGrp="1"/>
          </p:cNvSpPr>
          <p:nvPr>
            <p:ph type="body" idx="1"/>
          </p:nvPr>
        </p:nvSpPr>
        <p:spPr>
          <a:xfrm>
            <a:off x="1150401" y="12915424"/>
            <a:ext cx="3727035" cy="349452"/>
          </a:xfrm>
          <a:prstGeom prst="rect">
            <a:avLst/>
          </a:prstGeom>
          <a:noFill/>
          <a:ln>
            <a:noFill/>
          </a:ln>
        </p:spPr>
        <p:txBody>
          <a:bodyPr spcFirstLastPara="1" wrap="square" lIns="91425" tIns="45700" rIns="91425" bIns="45700" anchor="t" anchorCtr="0">
            <a:normAutofit/>
          </a:bodyPr>
          <a:lstStyle>
            <a:lvl1pPr marL="609630" lvl="0" indent="-304816" algn="l">
              <a:spcBef>
                <a:spcPts val="346"/>
              </a:spcBef>
              <a:spcAft>
                <a:spcPts val="0"/>
              </a:spcAft>
              <a:buClr>
                <a:schemeClr val="lt1"/>
              </a:buClr>
              <a:buSzPts val="1300"/>
              <a:buNone/>
              <a:defRPr sz="1734" b="1" i="0">
                <a:solidFill>
                  <a:schemeClr val="lt1"/>
                </a:solidFill>
              </a:defRPr>
            </a:lvl1pPr>
            <a:lvl2pPr marL="1219260" lvl="1" indent="-414888" algn="l">
              <a:spcBef>
                <a:spcPts val="480"/>
              </a:spcBef>
              <a:spcAft>
                <a:spcPts val="0"/>
              </a:spcAft>
              <a:buClr>
                <a:schemeClr val="lt1"/>
              </a:buClr>
              <a:buSzPts val="1300"/>
              <a:buChar char="–"/>
              <a:defRPr sz="1734">
                <a:solidFill>
                  <a:schemeClr val="lt1"/>
                </a:solidFill>
              </a:defRPr>
            </a:lvl2pPr>
            <a:lvl3pPr marL="1828892" lvl="2" indent="-414888" algn="l">
              <a:spcBef>
                <a:spcPts val="480"/>
              </a:spcBef>
              <a:spcAft>
                <a:spcPts val="0"/>
              </a:spcAft>
              <a:buClr>
                <a:schemeClr val="lt1"/>
              </a:buClr>
              <a:buSzPts val="1300"/>
              <a:buChar char="•"/>
              <a:defRPr sz="1734">
                <a:solidFill>
                  <a:schemeClr val="lt1"/>
                </a:solidFill>
              </a:defRPr>
            </a:lvl3pPr>
            <a:lvl4pPr marL="2438522" lvl="3" indent="-414888" algn="l">
              <a:spcBef>
                <a:spcPts val="480"/>
              </a:spcBef>
              <a:spcAft>
                <a:spcPts val="0"/>
              </a:spcAft>
              <a:buClr>
                <a:schemeClr val="lt1"/>
              </a:buClr>
              <a:buSzPts val="1300"/>
              <a:buChar char="–"/>
              <a:defRPr sz="1734">
                <a:solidFill>
                  <a:schemeClr val="lt1"/>
                </a:solidFill>
              </a:defRPr>
            </a:lvl4pPr>
            <a:lvl5pPr marL="3048152" lvl="4" indent="-414888" algn="l">
              <a:spcBef>
                <a:spcPts val="480"/>
              </a:spcBef>
              <a:spcAft>
                <a:spcPts val="0"/>
              </a:spcAft>
              <a:buClr>
                <a:schemeClr val="lt1"/>
              </a:buClr>
              <a:buSzPts val="1300"/>
              <a:buChar char="»"/>
              <a:defRPr sz="1734">
                <a:solidFill>
                  <a:schemeClr val="lt1"/>
                </a:solidFill>
              </a:defRPr>
            </a:lvl5pPr>
            <a:lvl6pPr marL="3657782" lvl="5" indent="-414888" algn="l">
              <a:spcBef>
                <a:spcPts val="480"/>
              </a:spcBef>
              <a:spcAft>
                <a:spcPts val="0"/>
              </a:spcAft>
              <a:buClr>
                <a:schemeClr val="lt1"/>
              </a:buClr>
              <a:buSzPts val="1300"/>
              <a:buChar char="•"/>
              <a:defRPr sz="1734">
                <a:solidFill>
                  <a:schemeClr val="lt1"/>
                </a:solidFill>
              </a:defRPr>
            </a:lvl6pPr>
            <a:lvl7pPr marL="4267414" lvl="6" indent="-414888" algn="l">
              <a:spcBef>
                <a:spcPts val="480"/>
              </a:spcBef>
              <a:spcAft>
                <a:spcPts val="0"/>
              </a:spcAft>
              <a:buClr>
                <a:schemeClr val="lt1"/>
              </a:buClr>
              <a:buSzPts val="1300"/>
              <a:buChar char="•"/>
              <a:defRPr sz="1734">
                <a:solidFill>
                  <a:schemeClr val="lt1"/>
                </a:solidFill>
              </a:defRPr>
            </a:lvl7pPr>
            <a:lvl8pPr marL="4877044" lvl="7" indent="-414888" algn="l">
              <a:spcBef>
                <a:spcPts val="480"/>
              </a:spcBef>
              <a:spcAft>
                <a:spcPts val="0"/>
              </a:spcAft>
              <a:buClr>
                <a:schemeClr val="lt1"/>
              </a:buClr>
              <a:buSzPts val="1300"/>
              <a:buChar char="•"/>
              <a:defRPr sz="1734">
                <a:solidFill>
                  <a:schemeClr val="lt1"/>
                </a:solidFill>
              </a:defRPr>
            </a:lvl8pPr>
            <a:lvl9pPr marL="5486674" lvl="8" indent="-414888" algn="l">
              <a:spcBef>
                <a:spcPts val="480"/>
              </a:spcBef>
              <a:spcAft>
                <a:spcPts val="0"/>
              </a:spcAft>
              <a:buClr>
                <a:schemeClr val="lt1"/>
              </a:buClr>
              <a:buSzPts val="1300"/>
              <a:buChar char="•"/>
              <a:defRPr sz="1734">
                <a:solidFill>
                  <a:schemeClr val="lt1"/>
                </a:solidFill>
              </a:defRPr>
            </a:lvl9pPr>
          </a:lstStyle>
          <a:p>
            <a:endParaRPr/>
          </a:p>
        </p:txBody>
      </p:sp>
      <p:sp>
        <p:nvSpPr>
          <p:cNvPr id="268" name="Google Shape;268;p32"/>
          <p:cNvSpPr txBox="1">
            <a:spLocks noGrp="1"/>
          </p:cNvSpPr>
          <p:nvPr>
            <p:ph type="body" idx="2"/>
          </p:nvPr>
        </p:nvSpPr>
        <p:spPr>
          <a:xfrm>
            <a:off x="5074314" y="12915424"/>
            <a:ext cx="3981304" cy="349452"/>
          </a:xfrm>
          <a:prstGeom prst="rect">
            <a:avLst/>
          </a:prstGeom>
          <a:noFill/>
          <a:ln>
            <a:noFill/>
          </a:ln>
        </p:spPr>
        <p:txBody>
          <a:bodyPr spcFirstLastPara="1" wrap="square" lIns="91425" tIns="45700" rIns="91425" bIns="45700" anchor="t" anchorCtr="0">
            <a:normAutofit/>
          </a:bodyPr>
          <a:lstStyle>
            <a:lvl1pPr marL="609630" lvl="0" indent="-304816" algn="l">
              <a:spcBef>
                <a:spcPts val="346"/>
              </a:spcBef>
              <a:spcAft>
                <a:spcPts val="0"/>
              </a:spcAft>
              <a:buClr>
                <a:schemeClr val="lt1"/>
              </a:buClr>
              <a:buSzPts val="1300"/>
              <a:buNone/>
              <a:defRPr sz="1734" i="0">
                <a:solidFill>
                  <a:schemeClr val="lt1"/>
                </a:solidFill>
              </a:defRPr>
            </a:lvl1pPr>
            <a:lvl2pPr marL="1219260" lvl="1" indent="-414888" algn="l">
              <a:spcBef>
                <a:spcPts val="480"/>
              </a:spcBef>
              <a:spcAft>
                <a:spcPts val="0"/>
              </a:spcAft>
              <a:buClr>
                <a:schemeClr val="lt1"/>
              </a:buClr>
              <a:buSzPts val="1300"/>
              <a:buChar char="–"/>
              <a:defRPr sz="1734">
                <a:solidFill>
                  <a:schemeClr val="lt1"/>
                </a:solidFill>
              </a:defRPr>
            </a:lvl2pPr>
            <a:lvl3pPr marL="1828892" lvl="2" indent="-414888" algn="l">
              <a:spcBef>
                <a:spcPts val="480"/>
              </a:spcBef>
              <a:spcAft>
                <a:spcPts val="0"/>
              </a:spcAft>
              <a:buClr>
                <a:schemeClr val="lt1"/>
              </a:buClr>
              <a:buSzPts val="1300"/>
              <a:buChar char="•"/>
              <a:defRPr sz="1734">
                <a:solidFill>
                  <a:schemeClr val="lt1"/>
                </a:solidFill>
              </a:defRPr>
            </a:lvl3pPr>
            <a:lvl4pPr marL="2438522" lvl="3" indent="-414888" algn="l">
              <a:spcBef>
                <a:spcPts val="480"/>
              </a:spcBef>
              <a:spcAft>
                <a:spcPts val="0"/>
              </a:spcAft>
              <a:buClr>
                <a:schemeClr val="lt1"/>
              </a:buClr>
              <a:buSzPts val="1300"/>
              <a:buChar char="–"/>
              <a:defRPr sz="1734">
                <a:solidFill>
                  <a:schemeClr val="lt1"/>
                </a:solidFill>
              </a:defRPr>
            </a:lvl4pPr>
            <a:lvl5pPr marL="3048152" lvl="4" indent="-414888" algn="l">
              <a:spcBef>
                <a:spcPts val="480"/>
              </a:spcBef>
              <a:spcAft>
                <a:spcPts val="0"/>
              </a:spcAft>
              <a:buClr>
                <a:schemeClr val="lt1"/>
              </a:buClr>
              <a:buSzPts val="1300"/>
              <a:buChar char="»"/>
              <a:defRPr sz="1734">
                <a:solidFill>
                  <a:schemeClr val="lt1"/>
                </a:solidFill>
              </a:defRPr>
            </a:lvl5pPr>
            <a:lvl6pPr marL="3657782" lvl="5" indent="-414888" algn="l">
              <a:spcBef>
                <a:spcPts val="480"/>
              </a:spcBef>
              <a:spcAft>
                <a:spcPts val="0"/>
              </a:spcAft>
              <a:buClr>
                <a:schemeClr val="lt1"/>
              </a:buClr>
              <a:buSzPts val="1300"/>
              <a:buChar char="•"/>
              <a:defRPr sz="1734">
                <a:solidFill>
                  <a:schemeClr val="lt1"/>
                </a:solidFill>
              </a:defRPr>
            </a:lvl6pPr>
            <a:lvl7pPr marL="4267414" lvl="6" indent="-414888" algn="l">
              <a:spcBef>
                <a:spcPts val="480"/>
              </a:spcBef>
              <a:spcAft>
                <a:spcPts val="0"/>
              </a:spcAft>
              <a:buClr>
                <a:schemeClr val="lt1"/>
              </a:buClr>
              <a:buSzPts val="1300"/>
              <a:buChar char="•"/>
              <a:defRPr sz="1734">
                <a:solidFill>
                  <a:schemeClr val="lt1"/>
                </a:solidFill>
              </a:defRPr>
            </a:lvl7pPr>
            <a:lvl8pPr marL="4877044" lvl="7" indent="-414888" algn="l">
              <a:spcBef>
                <a:spcPts val="480"/>
              </a:spcBef>
              <a:spcAft>
                <a:spcPts val="0"/>
              </a:spcAft>
              <a:buClr>
                <a:schemeClr val="lt1"/>
              </a:buClr>
              <a:buSzPts val="1300"/>
              <a:buChar char="•"/>
              <a:defRPr sz="1734">
                <a:solidFill>
                  <a:schemeClr val="lt1"/>
                </a:solidFill>
              </a:defRPr>
            </a:lvl8pPr>
            <a:lvl9pPr marL="5486674" lvl="8" indent="-414888" algn="l">
              <a:spcBef>
                <a:spcPts val="480"/>
              </a:spcBef>
              <a:spcAft>
                <a:spcPts val="0"/>
              </a:spcAft>
              <a:buClr>
                <a:schemeClr val="lt1"/>
              </a:buClr>
              <a:buSzPts val="1300"/>
              <a:buChar char="•"/>
              <a:defRPr sz="1734">
                <a:solidFill>
                  <a:schemeClr val="lt1"/>
                </a:solidFill>
              </a:defRPr>
            </a:lvl9pPr>
          </a:lstStyle>
          <a:p>
            <a:endParaRPr/>
          </a:p>
        </p:txBody>
      </p:sp>
      <p:sp>
        <p:nvSpPr>
          <p:cNvPr id="269" name="Google Shape;269;p32"/>
          <p:cNvSpPr/>
          <p:nvPr/>
        </p:nvSpPr>
        <p:spPr>
          <a:xfrm>
            <a:off x="19585950" y="13017500"/>
            <a:ext cx="3378640" cy="2413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FFFFFF"/>
              </a:buClr>
              <a:buSzPts val="900"/>
              <a:buFont typeface="Arial"/>
              <a:buNone/>
            </a:pPr>
            <a:r>
              <a:rPr lang="en-US" sz="1200" b="1">
                <a:solidFill>
                  <a:srgbClr val="FFFFFF"/>
                </a:solidFill>
                <a:latin typeface="Figtree"/>
                <a:ea typeface="Figtree"/>
                <a:cs typeface="Figtree"/>
                <a:sym typeface="Figtree"/>
              </a:rPr>
              <a:t>PROPRIETARY + CONFIDENTIAL</a:t>
            </a:r>
            <a:endParaRPr sz="1200" b="1">
              <a:solidFill>
                <a:srgbClr val="FFFFFF"/>
              </a:solidFill>
              <a:latin typeface="Figtree"/>
              <a:ea typeface="Figtree"/>
              <a:cs typeface="Figtree"/>
              <a:sym typeface="Figtree"/>
            </a:endParaRPr>
          </a:p>
        </p:txBody>
      </p:sp>
      <p:sp>
        <p:nvSpPr>
          <p:cNvPr id="270" name="Google Shape;270;p32"/>
          <p:cNvSpPr/>
          <p:nvPr/>
        </p:nvSpPr>
        <p:spPr>
          <a:xfrm>
            <a:off x="22697855" y="12966700"/>
            <a:ext cx="1244762" cy="3048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FFFFFF"/>
              </a:buClr>
              <a:buSzPts val="1350"/>
              <a:buFont typeface="Arial"/>
              <a:buNone/>
            </a:pPr>
            <a:fld id="{00000000-1234-1234-1234-123412341234}" type="slidenum">
              <a:rPr lang="en-US" sz="1800" b="1" i="0">
                <a:solidFill>
                  <a:srgbClr val="FFFFFF"/>
                </a:solidFill>
                <a:latin typeface="Figtree"/>
                <a:ea typeface="Figtree"/>
                <a:cs typeface="Figtree"/>
                <a:sym typeface="Figtree"/>
              </a:rPr>
              <a:pPr marL="0" marR="0" lvl="0" indent="0" algn="r" rtl="0">
                <a:lnSpc>
                  <a:spcPct val="100000"/>
                </a:lnSpc>
                <a:spcBef>
                  <a:spcPts val="0"/>
                </a:spcBef>
                <a:spcAft>
                  <a:spcPts val="0"/>
                </a:spcAft>
                <a:buClr>
                  <a:srgbClr val="FFFFFF"/>
                </a:buClr>
                <a:buSzPts val="1350"/>
                <a:buFont typeface="Arial"/>
                <a:buNone/>
              </a:pPr>
              <a:t>‹#›</a:t>
            </a:fld>
            <a:endParaRPr sz="1800" b="1" i="0">
              <a:solidFill>
                <a:srgbClr val="FFFFFF"/>
              </a:solidFill>
              <a:latin typeface="Figtree"/>
              <a:ea typeface="Figtree"/>
              <a:cs typeface="Figtree"/>
              <a:sym typeface="Figtree"/>
            </a:endParaRPr>
          </a:p>
        </p:txBody>
      </p:sp>
      <p:sp>
        <p:nvSpPr>
          <p:cNvPr id="271" name="Google Shape;271;p32"/>
          <p:cNvSpPr txBox="1">
            <a:spLocks noGrp="1"/>
          </p:cNvSpPr>
          <p:nvPr>
            <p:ph type="body" idx="3"/>
          </p:nvPr>
        </p:nvSpPr>
        <p:spPr>
          <a:xfrm>
            <a:off x="2794812" y="4137250"/>
            <a:ext cx="19040219" cy="4714648"/>
          </a:xfrm>
          <a:prstGeom prst="rect">
            <a:avLst/>
          </a:prstGeom>
          <a:noFill/>
          <a:ln>
            <a:noFill/>
          </a:ln>
        </p:spPr>
        <p:txBody>
          <a:bodyPr spcFirstLastPara="1" wrap="square" lIns="91425" tIns="45700" rIns="91425" bIns="45700" anchor="t" anchorCtr="0">
            <a:noAutofit/>
          </a:bodyPr>
          <a:lstStyle>
            <a:lvl1pPr marL="609630" lvl="0" indent="-304816" algn="l">
              <a:lnSpc>
                <a:spcPct val="79000"/>
              </a:lnSpc>
              <a:spcBef>
                <a:spcPts val="0"/>
              </a:spcBef>
              <a:spcAft>
                <a:spcPts val="0"/>
              </a:spcAft>
              <a:buClr>
                <a:schemeClr val="lt1"/>
              </a:buClr>
              <a:buSzPts val="9340"/>
              <a:buNone/>
              <a:defRPr sz="12454" b="1" i="0">
                <a:solidFill>
                  <a:schemeClr val="lt1"/>
                </a:solidFill>
              </a:defRPr>
            </a:lvl1pPr>
            <a:lvl2pPr marL="1219260" lvl="1" indent="-457222" algn="l">
              <a:spcBef>
                <a:spcPts val="480"/>
              </a:spcBef>
              <a:spcAft>
                <a:spcPts val="0"/>
              </a:spcAft>
              <a:buClr>
                <a:schemeClr val="lt1"/>
              </a:buClr>
              <a:buSzPts val="1800"/>
              <a:buChar char="–"/>
              <a:defRPr>
                <a:solidFill>
                  <a:schemeClr val="lt1"/>
                </a:solidFill>
              </a:defRPr>
            </a:lvl2pPr>
            <a:lvl3pPr marL="1828892" lvl="2" indent="-457222" algn="l">
              <a:spcBef>
                <a:spcPts val="480"/>
              </a:spcBef>
              <a:spcAft>
                <a:spcPts val="0"/>
              </a:spcAft>
              <a:buClr>
                <a:schemeClr val="lt1"/>
              </a:buClr>
              <a:buSzPts val="1800"/>
              <a:buChar char="•"/>
              <a:defRPr>
                <a:solidFill>
                  <a:schemeClr val="lt1"/>
                </a:solidFill>
              </a:defRPr>
            </a:lvl3pPr>
            <a:lvl4pPr marL="2438522" lvl="3" indent="-457222" algn="l">
              <a:spcBef>
                <a:spcPts val="480"/>
              </a:spcBef>
              <a:spcAft>
                <a:spcPts val="0"/>
              </a:spcAft>
              <a:buClr>
                <a:schemeClr val="lt1"/>
              </a:buClr>
              <a:buSzPts val="1800"/>
              <a:buChar char="–"/>
              <a:defRPr>
                <a:solidFill>
                  <a:schemeClr val="lt1"/>
                </a:solidFill>
              </a:defRPr>
            </a:lvl4pPr>
            <a:lvl5pPr marL="3048152" lvl="4" indent="-457222" algn="l">
              <a:spcBef>
                <a:spcPts val="480"/>
              </a:spcBef>
              <a:spcAft>
                <a:spcPts val="0"/>
              </a:spcAft>
              <a:buClr>
                <a:schemeClr val="lt1"/>
              </a:buClr>
              <a:buSzPts val="1800"/>
              <a:buChar char="»"/>
              <a:defRPr>
                <a:solidFill>
                  <a:schemeClr val="lt1"/>
                </a:solidFill>
              </a:defRPr>
            </a:lvl5pPr>
            <a:lvl6pPr marL="3657782" lvl="5" indent="-457222" algn="l">
              <a:spcBef>
                <a:spcPts val="480"/>
              </a:spcBef>
              <a:spcAft>
                <a:spcPts val="0"/>
              </a:spcAft>
              <a:buClr>
                <a:schemeClr val="lt1"/>
              </a:buClr>
              <a:buSzPts val="1800"/>
              <a:buChar char="•"/>
              <a:defRPr>
                <a:solidFill>
                  <a:schemeClr val="lt1"/>
                </a:solidFill>
              </a:defRPr>
            </a:lvl6pPr>
            <a:lvl7pPr marL="4267414" lvl="6" indent="-457222" algn="l">
              <a:spcBef>
                <a:spcPts val="480"/>
              </a:spcBef>
              <a:spcAft>
                <a:spcPts val="0"/>
              </a:spcAft>
              <a:buClr>
                <a:schemeClr val="lt1"/>
              </a:buClr>
              <a:buSzPts val="1800"/>
              <a:buChar char="•"/>
              <a:defRPr>
                <a:solidFill>
                  <a:schemeClr val="lt1"/>
                </a:solidFill>
              </a:defRPr>
            </a:lvl7pPr>
            <a:lvl8pPr marL="4877044" lvl="7" indent="-457222" algn="l">
              <a:spcBef>
                <a:spcPts val="480"/>
              </a:spcBef>
              <a:spcAft>
                <a:spcPts val="0"/>
              </a:spcAft>
              <a:buClr>
                <a:schemeClr val="lt1"/>
              </a:buClr>
              <a:buSzPts val="1800"/>
              <a:buChar char="•"/>
              <a:defRPr>
                <a:solidFill>
                  <a:schemeClr val="lt1"/>
                </a:solidFill>
              </a:defRPr>
            </a:lvl8pPr>
            <a:lvl9pPr marL="5486674" lvl="8" indent="-457222" algn="l">
              <a:spcBef>
                <a:spcPts val="480"/>
              </a:spcBef>
              <a:spcAft>
                <a:spcPts val="0"/>
              </a:spcAft>
              <a:buClr>
                <a:schemeClr val="lt1"/>
              </a:buClr>
              <a:buSzPts val="1800"/>
              <a:buChar char="•"/>
              <a:defRPr>
                <a:solidFill>
                  <a:schemeClr val="lt1"/>
                </a:solidFill>
              </a:defRPr>
            </a:lvl9pPr>
          </a:lstStyle>
          <a:p>
            <a:endParaRPr/>
          </a:p>
        </p:txBody>
      </p:sp>
      <p:sp>
        <p:nvSpPr>
          <p:cNvPr id="272" name="Google Shape;272;p32"/>
          <p:cNvSpPr txBox="1">
            <a:spLocks noGrp="1"/>
          </p:cNvSpPr>
          <p:nvPr>
            <p:ph type="body" idx="4"/>
          </p:nvPr>
        </p:nvSpPr>
        <p:spPr>
          <a:xfrm>
            <a:off x="2794812" y="9452043"/>
            <a:ext cx="19040219" cy="745818"/>
          </a:xfrm>
          <a:prstGeom prst="rect">
            <a:avLst/>
          </a:prstGeom>
          <a:noFill/>
          <a:ln>
            <a:noFill/>
          </a:ln>
        </p:spPr>
        <p:txBody>
          <a:bodyPr spcFirstLastPara="1" wrap="square" lIns="91425" tIns="45700" rIns="91425" bIns="45700" anchor="t" anchorCtr="0">
            <a:noAutofit/>
          </a:bodyPr>
          <a:lstStyle>
            <a:lvl1pPr marL="609630" lvl="0" indent="-304816" algn="l">
              <a:lnSpc>
                <a:spcPct val="79000"/>
              </a:lnSpc>
              <a:spcBef>
                <a:spcPts val="0"/>
              </a:spcBef>
              <a:spcAft>
                <a:spcPts val="0"/>
              </a:spcAft>
              <a:buClr>
                <a:schemeClr val="lt1"/>
              </a:buClr>
              <a:buSzPts val="3750"/>
              <a:buNone/>
              <a:defRPr sz="5000" b="1" i="0">
                <a:solidFill>
                  <a:schemeClr val="lt1"/>
                </a:solidFill>
              </a:defRPr>
            </a:lvl1pPr>
            <a:lvl2pPr marL="1219260" lvl="1" indent="-457222" algn="l">
              <a:spcBef>
                <a:spcPts val="480"/>
              </a:spcBef>
              <a:spcAft>
                <a:spcPts val="0"/>
              </a:spcAft>
              <a:buClr>
                <a:schemeClr val="lt1"/>
              </a:buClr>
              <a:buSzPts val="1800"/>
              <a:buChar char="–"/>
              <a:defRPr>
                <a:solidFill>
                  <a:schemeClr val="lt1"/>
                </a:solidFill>
              </a:defRPr>
            </a:lvl2pPr>
            <a:lvl3pPr marL="1828892" lvl="2" indent="-457222" algn="l">
              <a:spcBef>
                <a:spcPts val="480"/>
              </a:spcBef>
              <a:spcAft>
                <a:spcPts val="0"/>
              </a:spcAft>
              <a:buClr>
                <a:schemeClr val="lt1"/>
              </a:buClr>
              <a:buSzPts val="1800"/>
              <a:buChar char="•"/>
              <a:defRPr>
                <a:solidFill>
                  <a:schemeClr val="lt1"/>
                </a:solidFill>
              </a:defRPr>
            </a:lvl3pPr>
            <a:lvl4pPr marL="2438522" lvl="3" indent="-457222" algn="l">
              <a:spcBef>
                <a:spcPts val="480"/>
              </a:spcBef>
              <a:spcAft>
                <a:spcPts val="0"/>
              </a:spcAft>
              <a:buClr>
                <a:schemeClr val="lt1"/>
              </a:buClr>
              <a:buSzPts val="1800"/>
              <a:buChar char="–"/>
              <a:defRPr>
                <a:solidFill>
                  <a:schemeClr val="lt1"/>
                </a:solidFill>
              </a:defRPr>
            </a:lvl4pPr>
            <a:lvl5pPr marL="3048152" lvl="4" indent="-457222" algn="l">
              <a:spcBef>
                <a:spcPts val="480"/>
              </a:spcBef>
              <a:spcAft>
                <a:spcPts val="0"/>
              </a:spcAft>
              <a:buClr>
                <a:schemeClr val="lt1"/>
              </a:buClr>
              <a:buSzPts val="1800"/>
              <a:buChar char="»"/>
              <a:defRPr>
                <a:solidFill>
                  <a:schemeClr val="lt1"/>
                </a:solidFill>
              </a:defRPr>
            </a:lvl5pPr>
            <a:lvl6pPr marL="3657782" lvl="5" indent="-457222" algn="l">
              <a:spcBef>
                <a:spcPts val="480"/>
              </a:spcBef>
              <a:spcAft>
                <a:spcPts val="0"/>
              </a:spcAft>
              <a:buClr>
                <a:schemeClr val="lt1"/>
              </a:buClr>
              <a:buSzPts val="1800"/>
              <a:buChar char="•"/>
              <a:defRPr>
                <a:solidFill>
                  <a:schemeClr val="lt1"/>
                </a:solidFill>
              </a:defRPr>
            </a:lvl6pPr>
            <a:lvl7pPr marL="4267414" lvl="6" indent="-457222" algn="l">
              <a:spcBef>
                <a:spcPts val="480"/>
              </a:spcBef>
              <a:spcAft>
                <a:spcPts val="0"/>
              </a:spcAft>
              <a:buClr>
                <a:schemeClr val="lt1"/>
              </a:buClr>
              <a:buSzPts val="1800"/>
              <a:buChar char="•"/>
              <a:defRPr>
                <a:solidFill>
                  <a:schemeClr val="lt1"/>
                </a:solidFill>
              </a:defRPr>
            </a:lvl7pPr>
            <a:lvl8pPr marL="4877044" lvl="7" indent="-457222" algn="l">
              <a:spcBef>
                <a:spcPts val="480"/>
              </a:spcBef>
              <a:spcAft>
                <a:spcPts val="0"/>
              </a:spcAft>
              <a:buClr>
                <a:schemeClr val="lt1"/>
              </a:buClr>
              <a:buSzPts val="1800"/>
              <a:buChar char="•"/>
              <a:defRPr>
                <a:solidFill>
                  <a:schemeClr val="lt1"/>
                </a:solidFill>
              </a:defRPr>
            </a:lvl8pPr>
            <a:lvl9pPr marL="5486674" lvl="8" indent="-457222" algn="l">
              <a:spcBef>
                <a:spcPts val="480"/>
              </a:spcBef>
              <a:spcAft>
                <a:spcPts val="0"/>
              </a:spcAft>
              <a:buClr>
                <a:schemeClr val="lt1"/>
              </a:buClr>
              <a:buSzPts val="1800"/>
              <a:buChar char="•"/>
              <a:defRPr>
                <a:solidFill>
                  <a:schemeClr val="lt1"/>
                </a:solidFill>
              </a:defRPr>
            </a:lvl9pPr>
          </a:lstStyle>
          <a:p>
            <a:endParaRPr/>
          </a:p>
        </p:txBody>
      </p:sp>
    </p:spTree>
    <p:extLst>
      <p:ext uri="{BB962C8B-B14F-4D97-AF65-F5344CB8AC3E}">
        <p14:creationId xmlns:p14="http://schemas.microsoft.com/office/powerpoint/2010/main" val="586503968"/>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matchingName="Background - White">
  <p:cSld name="Background - White">
    <p:bg>
      <p:bgPr>
        <a:solidFill>
          <a:srgbClr val="FFFFFF"/>
        </a:solid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body" idx="1"/>
          </p:nvPr>
        </p:nvSpPr>
        <p:spPr>
          <a:xfrm>
            <a:off x="1150401" y="12915424"/>
            <a:ext cx="3727035" cy="349452"/>
          </a:xfrm>
          <a:prstGeom prst="rect">
            <a:avLst/>
          </a:prstGeom>
          <a:noFill/>
          <a:ln>
            <a:noFill/>
          </a:ln>
        </p:spPr>
        <p:txBody>
          <a:bodyPr spcFirstLastPara="1" wrap="square" lIns="91425" tIns="45700" rIns="91425" bIns="45700" anchor="t" anchorCtr="0">
            <a:normAutofit/>
          </a:bodyPr>
          <a:lstStyle>
            <a:lvl1pPr marL="609630" lvl="0" indent="-304816" algn="l">
              <a:spcBef>
                <a:spcPts val="346"/>
              </a:spcBef>
              <a:spcAft>
                <a:spcPts val="0"/>
              </a:spcAft>
              <a:buClr>
                <a:srgbClr val="004182"/>
              </a:buClr>
              <a:buSzPts val="1300"/>
              <a:buNone/>
              <a:defRPr sz="1734" b="1" i="0">
                <a:solidFill>
                  <a:srgbClr val="004182"/>
                </a:solidFill>
              </a:defRPr>
            </a:lvl1pPr>
            <a:lvl2pPr marL="1219260" lvl="1" indent="-414888" algn="l">
              <a:spcBef>
                <a:spcPts val="480"/>
              </a:spcBef>
              <a:spcAft>
                <a:spcPts val="0"/>
              </a:spcAft>
              <a:buClr>
                <a:schemeClr val="dk2"/>
              </a:buClr>
              <a:buSzPts val="1300"/>
              <a:buChar char="–"/>
              <a:defRPr sz="1734"/>
            </a:lvl2pPr>
            <a:lvl3pPr marL="1828892" lvl="2" indent="-414888" algn="l">
              <a:spcBef>
                <a:spcPts val="480"/>
              </a:spcBef>
              <a:spcAft>
                <a:spcPts val="0"/>
              </a:spcAft>
              <a:buClr>
                <a:schemeClr val="dk2"/>
              </a:buClr>
              <a:buSzPts val="1300"/>
              <a:buChar char="•"/>
              <a:defRPr sz="1734"/>
            </a:lvl3pPr>
            <a:lvl4pPr marL="2438522" lvl="3" indent="-414888" algn="l">
              <a:spcBef>
                <a:spcPts val="480"/>
              </a:spcBef>
              <a:spcAft>
                <a:spcPts val="0"/>
              </a:spcAft>
              <a:buClr>
                <a:schemeClr val="dk2"/>
              </a:buClr>
              <a:buSzPts val="1300"/>
              <a:buChar char="–"/>
              <a:defRPr sz="1734"/>
            </a:lvl4pPr>
            <a:lvl5pPr marL="3048152" lvl="4" indent="-414888" algn="l">
              <a:spcBef>
                <a:spcPts val="480"/>
              </a:spcBef>
              <a:spcAft>
                <a:spcPts val="0"/>
              </a:spcAft>
              <a:buClr>
                <a:schemeClr val="dk2"/>
              </a:buClr>
              <a:buSzPts val="1300"/>
              <a:buChar char="»"/>
              <a:defRPr sz="1734"/>
            </a:lvl5pPr>
            <a:lvl6pPr marL="3657782" lvl="5" indent="-414888" algn="l">
              <a:spcBef>
                <a:spcPts val="480"/>
              </a:spcBef>
              <a:spcAft>
                <a:spcPts val="0"/>
              </a:spcAft>
              <a:buClr>
                <a:schemeClr val="dk1"/>
              </a:buClr>
              <a:buSzPts val="1300"/>
              <a:buChar char="•"/>
              <a:defRPr sz="1734"/>
            </a:lvl6pPr>
            <a:lvl7pPr marL="4267414" lvl="6" indent="-414888" algn="l">
              <a:spcBef>
                <a:spcPts val="480"/>
              </a:spcBef>
              <a:spcAft>
                <a:spcPts val="0"/>
              </a:spcAft>
              <a:buClr>
                <a:schemeClr val="dk1"/>
              </a:buClr>
              <a:buSzPts val="1300"/>
              <a:buChar char="•"/>
              <a:defRPr sz="1734"/>
            </a:lvl7pPr>
            <a:lvl8pPr marL="4877044" lvl="7" indent="-414888" algn="l">
              <a:spcBef>
                <a:spcPts val="480"/>
              </a:spcBef>
              <a:spcAft>
                <a:spcPts val="0"/>
              </a:spcAft>
              <a:buClr>
                <a:schemeClr val="dk1"/>
              </a:buClr>
              <a:buSzPts val="1300"/>
              <a:buChar char="•"/>
              <a:defRPr sz="1734"/>
            </a:lvl8pPr>
            <a:lvl9pPr marL="5486674" lvl="8" indent="-414888" algn="l">
              <a:spcBef>
                <a:spcPts val="480"/>
              </a:spcBef>
              <a:spcAft>
                <a:spcPts val="0"/>
              </a:spcAft>
              <a:buClr>
                <a:schemeClr val="dk1"/>
              </a:buClr>
              <a:buSzPts val="1300"/>
              <a:buChar char="•"/>
              <a:defRPr sz="1734"/>
            </a:lvl9pPr>
          </a:lstStyle>
          <a:p>
            <a:endParaRPr/>
          </a:p>
        </p:txBody>
      </p:sp>
      <p:sp>
        <p:nvSpPr>
          <p:cNvPr id="17" name="Google Shape;17;p3"/>
          <p:cNvSpPr txBox="1">
            <a:spLocks noGrp="1"/>
          </p:cNvSpPr>
          <p:nvPr>
            <p:ph type="body" idx="2"/>
          </p:nvPr>
        </p:nvSpPr>
        <p:spPr>
          <a:xfrm>
            <a:off x="5074314" y="12915424"/>
            <a:ext cx="3981304" cy="349452"/>
          </a:xfrm>
          <a:prstGeom prst="rect">
            <a:avLst/>
          </a:prstGeom>
          <a:noFill/>
          <a:ln>
            <a:noFill/>
          </a:ln>
        </p:spPr>
        <p:txBody>
          <a:bodyPr spcFirstLastPara="1" wrap="square" lIns="91425" tIns="45700" rIns="91425" bIns="45700" anchor="t" anchorCtr="0">
            <a:normAutofit/>
          </a:bodyPr>
          <a:lstStyle>
            <a:lvl1pPr marL="609630" lvl="0" indent="-304816" algn="l">
              <a:spcBef>
                <a:spcPts val="346"/>
              </a:spcBef>
              <a:spcAft>
                <a:spcPts val="0"/>
              </a:spcAft>
              <a:buClr>
                <a:srgbClr val="004182"/>
              </a:buClr>
              <a:buSzPts val="1300"/>
              <a:buNone/>
              <a:defRPr sz="1734" i="0">
                <a:solidFill>
                  <a:srgbClr val="004182"/>
                </a:solidFill>
              </a:defRPr>
            </a:lvl1pPr>
            <a:lvl2pPr marL="1219260" lvl="1" indent="-414888" algn="l">
              <a:spcBef>
                <a:spcPts val="480"/>
              </a:spcBef>
              <a:spcAft>
                <a:spcPts val="0"/>
              </a:spcAft>
              <a:buClr>
                <a:schemeClr val="dk2"/>
              </a:buClr>
              <a:buSzPts val="1300"/>
              <a:buChar char="–"/>
              <a:defRPr sz="1734"/>
            </a:lvl2pPr>
            <a:lvl3pPr marL="1828892" lvl="2" indent="-414888" algn="l">
              <a:spcBef>
                <a:spcPts val="480"/>
              </a:spcBef>
              <a:spcAft>
                <a:spcPts val="0"/>
              </a:spcAft>
              <a:buClr>
                <a:schemeClr val="dk2"/>
              </a:buClr>
              <a:buSzPts val="1300"/>
              <a:buChar char="•"/>
              <a:defRPr sz="1734"/>
            </a:lvl3pPr>
            <a:lvl4pPr marL="2438522" lvl="3" indent="-414888" algn="l">
              <a:spcBef>
                <a:spcPts val="480"/>
              </a:spcBef>
              <a:spcAft>
                <a:spcPts val="0"/>
              </a:spcAft>
              <a:buClr>
                <a:schemeClr val="dk2"/>
              </a:buClr>
              <a:buSzPts val="1300"/>
              <a:buChar char="–"/>
              <a:defRPr sz="1734"/>
            </a:lvl4pPr>
            <a:lvl5pPr marL="3048152" lvl="4" indent="-414888" algn="l">
              <a:spcBef>
                <a:spcPts val="480"/>
              </a:spcBef>
              <a:spcAft>
                <a:spcPts val="0"/>
              </a:spcAft>
              <a:buClr>
                <a:schemeClr val="dk2"/>
              </a:buClr>
              <a:buSzPts val="1300"/>
              <a:buChar char="»"/>
              <a:defRPr sz="1734"/>
            </a:lvl5pPr>
            <a:lvl6pPr marL="3657782" lvl="5" indent="-414888" algn="l">
              <a:spcBef>
                <a:spcPts val="480"/>
              </a:spcBef>
              <a:spcAft>
                <a:spcPts val="0"/>
              </a:spcAft>
              <a:buClr>
                <a:schemeClr val="dk1"/>
              </a:buClr>
              <a:buSzPts val="1300"/>
              <a:buChar char="•"/>
              <a:defRPr sz="1734"/>
            </a:lvl6pPr>
            <a:lvl7pPr marL="4267414" lvl="6" indent="-414888" algn="l">
              <a:spcBef>
                <a:spcPts val="480"/>
              </a:spcBef>
              <a:spcAft>
                <a:spcPts val="0"/>
              </a:spcAft>
              <a:buClr>
                <a:schemeClr val="dk1"/>
              </a:buClr>
              <a:buSzPts val="1300"/>
              <a:buChar char="•"/>
              <a:defRPr sz="1734"/>
            </a:lvl7pPr>
            <a:lvl8pPr marL="4877044" lvl="7" indent="-414888" algn="l">
              <a:spcBef>
                <a:spcPts val="480"/>
              </a:spcBef>
              <a:spcAft>
                <a:spcPts val="0"/>
              </a:spcAft>
              <a:buClr>
                <a:schemeClr val="dk1"/>
              </a:buClr>
              <a:buSzPts val="1300"/>
              <a:buChar char="•"/>
              <a:defRPr sz="1734"/>
            </a:lvl8pPr>
            <a:lvl9pPr marL="5486674" lvl="8" indent="-414888" algn="l">
              <a:spcBef>
                <a:spcPts val="480"/>
              </a:spcBef>
              <a:spcAft>
                <a:spcPts val="0"/>
              </a:spcAft>
              <a:buClr>
                <a:schemeClr val="dk1"/>
              </a:buClr>
              <a:buSzPts val="1300"/>
              <a:buChar char="•"/>
              <a:defRPr sz="1734"/>
            </a:lvl9pPr>
          </a:lstStyle>
          <a:p>
            <a:endParaRPr/>
          </a:p>
        </p:txBody>
      </p:sp>
      <p:sp>
        <p:nvSpPr>
          <p:cNvPr id="18" name="Google Shape;18;p3"/>
          <p:cNvSpPr/>
          <p:nvPr/>
        </p:nvSpPr>
        <p:spPr>
          <a:xfrm>
            <a:off x="22697855" y="12966700"/>
            <a:ext cx="1244762" cy="3048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4182"/>
              </a:buClr>
              <a:buSzPts val="1350"/>
              <a:buFont typeface="Arial"/>
              <a:buNone/>
            </a:pPr>
            <a:fld id="{00000000-1234-1234-1234-123412341234}" type="slidenum">
              <a:rPr lang="en-US" sz="1800" b="1" i="0">
                <a:solidFill>
                  <a:srgbClr val="004182"/>
                </a:solidFill>
                <a:latin typeface="Figtree"/>
                <a:ea typeface="Figtree"/>
                <a:cs typeface="Figtree"/>
                <a:sym typeface="Figtree"/>
              </a:rPr>
              <a:pPr marL="0" marR="0" lvl="0" indent="0" algn="r" rtl="0">
                <a:lnSpc>
                  <a:spcPct val="100000"/>
                </a:lnSpc>
                <a:spcBef>
                  <a:spcPts val="0"/>
                </a:spcBef>
                <a:spcAft>
                  <a:spcPts val="0"/>
                </a:spcAft>
                <a:buClr>
                  <a:srgbClr val="004182"/>
                </a:buClr>
                <a:buSzPts val="1350"/>
                <a:buFont typeface="Arial"/>
                <a:buNone/>
              </a:pPr>
              <a:t>‹#›</a:t>
            </a:fld>
            <a:endParaRPr sz="1800" b="1" i="0">
              <a:solidFill>
                <a:schemeClr val="dk1"/>
              </a:solidFill>
              <a:latin typeface="Figtree"/>
              <a:ea typeface="Figtree"/>
              <a:cs typeface="Figtree"/>
              <a:sym typeface="Figtree"/>
            </a:endParaRPr>
          </a:p>
        </p:txBody>
      </p:sp>
      <p:sp>
        <p:nvSpPr>
          <p:cNvPr id="19" name="Google Shape;19;p3"/>
          <p:cNvSpPr/>
          <p:nvPr/>
        </p:nvSpPr>
        <p:spPr>
          <a:xfrm>
            <a:off x="19585950" y="13017500"/>
            <a:ext cx="3378640" cy="2413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4182"/>
              </a:buClr>
              <a:buSzPts val="900"/>
              <a:buFont typeface="Arial"/>
              <a:buNone/>
            </a:pPr>
            <a:r>
              <a:rPr lang="en-US" sz="1200" b="1">
                <a:solidFill>
                  <a:srgbClr val="004182"/>
                </a:solidFill>
                <a:latin typeface="Figtree"/>
                <a:ea typeface="Figtree"/>
                <a:cs typeface="Figtree"/>
                <a:sym typeface="Figtree"/>
              </a:rPr>
              <a:t>PROPRIETARY + CONFIDENTIAL</a:t>
            </a:r>
            <a:endParaRPr sz="1200" b="1">
              <a:solidFill>
                <a:schemeClr val="dk1"/>
              </a:solidFill>
              <a:latin typeface="Figtree"/>
              <a:ea typeface="Figtree"/>
              <a:cs typeface="Figtree"/>
              <a:sym typeface="Figtree"/>
            </a:endParaRPr>
          </a:p>
        </p:txBody>
      </p:sp>
    </p:spTree>
    <p:extLst>
      <p:ext uri="{BB962C8B-B14F-4D97-AF65-F5344CB8AC3E}">
        <p14:creationId xmlns:p14="http://schemas.microsoft.com/office/powerpoint/2010/main" val="2953319066"/>
      </p:ext>
    </p:extLst>
  </p:cSld>
  <p:clrMapOvr>
    <a:masterClrMapping/>
  </p:clrMapOvr>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59" Type="http://schemas.openxmlformats.org/officeDocument/2006/relationships/slideLayout" Target="../slideLayouts/slideLayout159.xml"/><Relationship Id="rId170" Type="http://schemas.openxmlformats.org/officeDocument/2006/relationships/slideLayout" Target="../slideLayouts/slideLayout170.xml"/><Relationship Id="rId191" Type="http://schemas.openxmlformats.org/officeDocument/2006/relationships/slideLayout" Target="../slideLayouts/slideLayout191.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slideLayout" Target="../slideLayouts/slideLayout53.xml"/><Relationship Id="rId74" Type="http://schemas.openxmlformats.org/officeDocument/2006/relationships/slideLayout" Target="../slideLayouts/slideLayout74.xml"/><Relationship Id="rId128" Type="http://schemas.openxmlformats.org/officeDocument/2006/relationships/slideLayout" Target="../slideLayouts/slideLayout128.xml"/><Relationship Id="rId149" Type="http://schemas.openxmlformats.org/officeDocument/2006/relationships/slideLayout" Target="../slideLayouts/slideLayout149.xml"/><Relationship Id="rId5" Type="http://schemas.openxmlformats.org/officeDocument/2006/relationships/slideLayout" Target="../slideLayouts/slideLayout5.xml"/><Relationship Id="rId95" Type="http://schemas.openxmlformats.org/officeDocument/2006/relationships/slideLayout" Target="../slideLayouts/slideLayout95.xml"/><Relationship Id="rId160" Type="http://schemas.openxmlformats.org/officeDocument/2006/relationships/slideLayout" Target="../slideLayouts/slideLayout160.xml"/><Relationship Id="rId181" Type="http://schemas.openxmlformats.org/officeDocument/2006/relationships/slideLayout" Target="../slideLayouts/slideLayout181.xml"/><Relationship Id="rId22" Type="http://schemas.openxmlformats.org/officeDocument/2006/relationships/slideLayout" Target="../slideLayouts/slideLayout22.xml"/><Relationship Id="rId43" Type="http://schemas.openxmlformats.org/officeDocument/2006/relationships/slideLayout" Target="../slideLayouts/slideLayout43.xml"/><Relationship Id="rId64" Type="http://schemas.openxmlformats.org/officeDocument/2006/relationships/slideLayout" Target="../slideLayouts/slideLayout64.xml"/><Relationship Id="rId118" Type="http://schemas.openxmlformats.org/officeDocument/2006/relationships/slideLayout" Target="../slideLayouts/slideLayout118.xml"/><Relationship Id="rId139" Type="http://schemas.openxmlformats.org/officeDocument/2006/relationships/slideLayout" Target="../slideLayouts/slideLayout139.xml"/><Relationship Id="rId85" Type="http://schemas.openxmlformats.org/officeDocument/2006/relationships/slideLayout" Target="../slideLayouts/slideLayout85.xml"/><Relationship Id="rId150" Type="http://schemas.openxmlformats.org/officeDocument/2006/relationships/slideLayout" Target="../slideLayouts/slideLayout150.xml"/><Relationship Id="rId171" Type="http://schemas.openxmlformats.org/officeDocument/2006/relationships/slideLayout" Target="../slideLayouts/slideLayout171.xml"/><Relationship Id="rId192" Type="http://schemas.openxmlformats.org/officeDocument/2006/relationships/slideLayout" Target="../slideLayouts/slideLayout192.xml"/><Relationship Id="rId12" Type="http://schemas.openxmlformats.org/officeDocument/2006/relationships/slideLayout" Target="../slideLayouts/slideLayout12.xml"/><Relationship Id="rId33" Type="http://schemas.openxmlformats.org/officeDocument/2006/relationships/slideLayout" Target="../slideLayouts/slideLayout33.xml"/><Relationship Id="rId108" Type="http://schemas.openxmlformats.org/officeDocument/2006/relationships/slideLayout" Target="../slideLayouts/slideLayout108.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5" Type="http://schemas.openxmlformats.org/officeDocument/2006/relationships/slideLayout" Target="../slideLayouts/slideLayout75.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61" Type="http://schemas.openxmlformats.org/officeDocument/2006/relationships/slideLayout" Target="../slideLayouts/slideLayout161.xml"/><Relationship Id="rId182" Type="http://schemas.openxmlformats.org/officeDocument/2006/relationships/slideLayout" Target="../slideLayouts/slideLayout182.xml"/><Relationship Id="rId6" Type="http://schemas.openxmlformats.org/officeDocument/2006/relationships/slideLayout" Target="../slideLayouts/slideLayout6.xml"/><Relationship Id="rId23" Type="http://schemas.openxmlformats.org/officeDocument/2006/relationships/slideLayout" Target="../slideLayouts/slideLayout23.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5" Type="http://schemas.openxmlformats.org/officeDocument/2006/relationships/slideLayout" Target="../slideLayouts/slideLayout65.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51" Type="http://schemas.openxmlformats.org/officeDocument/2006/relationships/slideLayout" Target="../slideLayouts/slideLayout151.xml"/><Relationship Id="rId172" Type="http://schemas.openxmlformats.org/officeDocument/2006/relationships/slideLayout" Target="../slideLayouts/slideLayout172.xml"/><Relationship Id="rId193" Type="http://schemas.openxmlformats.org/officeDocument/2006/relationships/slideLayout" Target="../slideLayouts/slideLayout193.xml"/><Relationship Id="rId13" Type="http://schemas.openxmlformats.org/officeDocument/2006/relationships/slideLayout" Target="../slideLayouts/slideLayout13.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20" Type="http://schemas.openxmlformats.org/officeDocument/2006/relationships/slideLayout" Target="../slideLayouts/slideLayout120.xml"/><Relationship Id="rId141" Type="http://schemas.openxmlformats.org/officeDocument/2006/relationships/slideLayout" Target="../slideLayouts/slideLayout14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162" Type="http://schemas.openxmlformats.org/officeDocument/2006/relationships/slideLayout" Target="../slideLayouts/slideLayout162.xml"/><Relationship Id="rId183" Type="http://schemas.openxmlformats.org/officeDocument/2006/relationships/slideLayout" Target="../slideLayouts/slideLayout183.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157" Type="http://schemas.openxmlformats.org/officeDocument/2006/relationships/slideLayout" Target="../slideLayouts/slideLayout157.xml"/><Relationship Id="rId178" Type="http://schemas.openxmlformats.org/officeDocument/2006/relationships/slideLayout" Target="../slideLayouts/slideLayout178.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52" Type="http://schemas.openxmlformats.org/officeDocument/2006/relationships/slideLayout" Target="../slideLayouts/slideLayout152.xml"/><Relationship Id="rId173" Type="http://schemas.openxmlformats.org/officeDocument/2006/relationships/slideLayout" Target="../slideLayouts/slideLayout173.xml"/><Relationship Id="rId194" Type="http://schemas.openxmlformats.org/officeDocument/2006/relationships/slideLayout" Target="../slideLayouts/slideLayout194.xml"/><Relationship Id="rId199" Type="http://schemas.openxmlformats.org/officeDocument/2006/relationships/oleObject" Target="../embeddings/oleObject1.bin"/><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147" Type="http://schemas.openxmlformats.org/officeDocument/2006/relationships/slideLayout" Target="../slideLayouts/slideLayout147.xml"/><Relationship Id="rId168" Type="http://schemas.openxmlformats.org/officeDocument/2006/relationships/slideLayout" Target="../slideLayouts/slideLayout16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slideLayout" Target="../slideLayouts/slideLayout142.xml"/><Relationship Id="rId163" Type="http://schemas.openxmlformats.org/officeDocument/2006/relationships/slideLayout" Target="../slideLayouts/slideLayout163.xml"/><Relationship Id="rId184" Type="http://schemas.openxmlformats.org/officeDocument/2006/relationships/slideLayout" Target="../slideLayouts/slideLayout184.xml"/><Relationship Id="rId189" Type="http://schemas.openxmlformats.org/officeDocument/2006/relationships/slideLayout" Target="../slideLayouts/slideLayout189.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158" Type="http://schemas.openxmlformats.org/officeDocument/2006/relationships/slideLayout" Target="../slideLayouts/slideLayout158.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3" Type="http://schemas.openxmlformats.org/officeDocument/2006/relationships/slideLayout" Target="../slideLayouts/slideLayout153.xml"/><Relationship Id="rId174" Type="http://schemas.openxmlformats.org/officeDocument/2006/relationships/slideLayout" Target="../slideLayouts/slideLayout174.xml"/><Relationship Id="rId179" Type="http://schemas.openxmlformats.org/officeDocument/2006/relationships/slideLayout" Target="../slideLayouts/slideLayout179.xml"/><Relationship Id="rId195" Type="http://schemas.openxmlformats.org/officeDocument/2006/relationships/slideLayout" Target="../slideLayouts/slideLayout195.xml"/><Relationship Id="rId190" Type="http://schemas.openxmlformats.org/officeDocument/2006/relationships/slideLayout" Target="../slideLayouts/slideLayout190.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slideLayout" Target="../slideLayouts/slideLayout143.xml"/><Relationship Id="rId148" Type="http://schemas.openxmlformats.org/officeDocument/2006/relationships/slideLayout" Target="../slideLayouts/slideLayout148.xml"/><Relationship Id="rId164" Type="http://schemas.openxmlformats.org/officeDocument/2006/relationships/slideLayout" Target="../slideLayouts/slideLayout164.xml"/><Relationship Id="rId169" Type="http://schemas.openxmlformats.org/officeDocument/2006/relationships/slideLayout" Target="../slideLayouts/slideLayout169.xml"/><Relationship Id="rId185" Type="http://schemas.openxmlformats.org/officeDocument/2006/relationships/slideLayout" Target="../slideLayouts/slideLayout185.xml"/><Relationship Id="rId4" Type="http://schemas.openxmlformats.org/officeDocument/2006/relationships/slideLayout" Target="../slideLayouts/slideLayout4.xml"/><Relationship Id="rId9" Type="http://schemas.openxmlformats.org/officeDocument/2006/relationships/slideLayout" Target="../slideLayouts/slideLayout9.xml"/><Relationship Id="rId180" Type="http://schemas.openxmlformats.org/officeDocument/2006/relationships/slideLayout" Target="../slideLayouts/slideLayout180.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54" Type="http://schemas.openxmlformats.org/officeDocument/2006/relationships/slideLayout" Target="../slideLayouts/slideLayout154.xml"/><Relationship Id="rId175" Type="http://schemas.openxmlformats.org/officeDocument/2006/relationships/slideLayout" Target="../slideLayouts/slideLayout175.xml"/><Relationship Id="rId196" Type="http://schemas.openxmlformats.org/officeDocument/2006/relationships/slideLayout" Target="../slideLayouts/slideLayout196.xml"/><Relationship Id="rId200" Type="http://schemas.openxmlformats.org/officeDocument/2006/relationships/image" Target="../media/image1.emf"/><Relationship Id="rId16" Type="http://schemas.openxmlformats.org/officeDocument/2006/relationships/slideLayout" Target="../slideLayouts/slideLayout16.xml"/><Relationship Id="rId37" Type="http://schemas.openxmlformats.org/officeDocument/2006/relationships/slideLayout" Target="../slideLayouts/slideLayout37.xml"/><Relationship Id="rId58" Type="http://schemas.openxmlformats.org/officeDocument/2006/relationships/slideLayout" Target="../slideLayouts/slideLayout58.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44" Type="http://schemas.openxmlformats.org/officeDocument/2006/relationships/slideLayout" Target="../slideLayouts/slideLayout144.xml"/><Relationship Id="rId90" Type="http://schemas.openxmlformats.org/officeDocument/2006/relationships/slideLayout" Target="../slideLayouts/slideLayout90.xml"/><Relationship Id="rId165" Type="http://schemas.openxmlformats.org/officeDocument/2006/relationships/slideLayout" Target="../slideLayouts/slideLayout165.xml"/><Relationship Id="rId186" Type="http://schemas.openxmlformats.org/officeDocument/2006/relationships/slideLayout" Target="../slideLayouts/slideLayout186.xml"/><Relationship Id="rId27" Type="http://schemas.openxmlformats.org/officeDocument/2006/relationships/slideLayout" Target="../slideLayouts/slideLayout27.xml"/><Relationship Id="rId48" Type="http://schemas.openxmlformats.org/officeDocument/2006/relationships/slideLayout" Target="../slideLayouts/slideLayout48.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34" Type="http://schemas.openxmlformats.org/officeDocument/2006/relationships/slideLayout" Target="../slideLayouts/slideLayout134.xml"/><Relationship Id="rId80" Type="http://schemas.openxmlformats.org/officeDocument/2006/relationships/slideLayout" Target="../slideLayouts/slideLayout80.xml"/><Relationship Id="rId155" Type="http://schemas.openxmlformats.org/officeDocument/2006/relationships/slideLayout" Target="../slideLayouts/slideLayout155.xml"/><Relationship Id="rId176" Type="http://schemas.openxmlformats.org/officeDocument/2006/relationships/slideLayout" Target="../slideLayouts/slideLayout176.xml"/><Relationship Id="rId197" Type="http://schemas.openxmlformats.org/officeDocument/2006/relationships/theme" Target="../theme/theme1.xml"/><Relationship Id="rId17" Type="http://schemas.openxmlformats.org/officeDocument/2006/relationships/slideLayout" Target="../slideLayouts/slideLayout17.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24" Type="http://schemas.openxmlformats.org/officeDocument/2006/relationships/slideLayout" Target="../slideLayouts/slideLayout124.xml"/><Relationship Id="rId70" Type="http://schemas.openxmlformats.org/officeDocument/2006/relationships/slideLayout" Target="../slideLayouts/slideLayout70.xml"/><Relationship Id="rId91" Type="http://schemas.openxmlformats.org/officeDocument/2006/relationships/slideLayout" Target="../slideLayouts/slideLayout91.xml"/><Relationship Id="rId145" Type="http://schemas.openxmlformats.org/officeDocument/2006/relationships/slideLayout" Target="../slideLayouts/slideLayout145.xml"/><Relationship Id="rId166" Type="http://schemas.openxmlformats.org/officeDocument/2006/relationships/slideLayout" Target="../slideLayouts/slideLayout166.xml"/><Relationship Id="rId187" Type="http://schemas.openxmlformats.org/officeDocument/2006/relationships/slideLayout" Target="../slideLayouts/slideLayout187.xml"/><Relationship Id="rId1" Type="http://schemas.openxmlformats.org/officeDocument/2006/relationships/slideLayout" Target="../slideLayouts/slideLayout1.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60" Type="http://schemas.openxmlformats.org/officeDocument/2006/relationships/slideLayout" Target="../slideLayouts/slideLayout60.xml"/><Relationship Id="rId81" Type="http://schemas.openxmlformats.org/officeDocument/2006/relationships/slideLayout" Target="../slideLayouts/slideLayout81.xml"/><Relationship Id="rId135" Type="http://schemas.openxmlformats.org/officeDocument/2006/relationships/slideLayout" Target="../slideLayouts/slideLayout135.xml"/><Relationship Id="rId156" Type="http://schemas.openxmlformats.org/officeDocument/2006/relationships/slideLayout" Target="../slideLayouts/slideLayout156.xml"/><Relationship Id="rId177" Type="http://schemas.openxmlformats.org/officeDocument/2006/relationships/slideLayout" Target="../slideLayouts/slideLayout177.xml"/><Relationship Id="rId198" Type="http://schemas.openxmlformats.org/officeDocument/2006/relationships/tags" Target="../tags/tag2.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50" Type="http://schemas.openxmlformats.org/officeDocument/2006/relationships/slideLayout" Target="../slideLayouts/slideLayout50.xml"/><Relationship Id="rId104" Type="http://schemas.openxmlformats.org/officeDocument/2006/relationships/slideLayout" Target="../slideLayouts/slideLayout104.xml"/><Relationship Id="rId125" Type="http://schemas.openxmlformats.org/officeDocument/2006/relationships/slideLayout" Target="../slideLayouts/slideLayout125.xml"/><Relationship Id="rId146" Type="http://schemas.openxmlformats.org/officeDocument/2006/relationships/slideLayout" Target="../slideLayouts/slideLayout146.xml"/><Relationship Id="rId167" Type="http://schemas.openxmlformats.org/officeDocument/2006/relationships/slideLayout" Target="../slideLayouts/slideLayout167.xml"/><Relationship Id="rId188" Type="http://schemas.openxmlformats.org/officeDocument/2006/relationships/slideLayout" Target="../slideLayouts/slideLayout18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4.xml"/><Relationship Id="rId13" Type="http://schemas.openxmlformats.org/officeDocument/2006/relationships/slideLayout" Target="../slideLayouts/slideLayout209.xml"/><Relationship Id="rId18" Type="http://schemas.openxmlformats.org/officeDocument/2006/relationships/slideLayout" Target="../slideLayouts/slideLayout214.xml"/><Relationship Id="rId26" Type="http://schemas.openxmlformats.org/officeDocument/2006/relationships/slideLayout" Target="../slideLayouts/slideLayout222.xml"/><Relationship Id="rId3" Type="http://schemas.openxmlformats.org/officeDocument/2006/relationships/slideLayout" Target="../slideLayouts/slideLayout199.xml"/><Relationship Id="rId21" Type="http://schemas.openxmlformats.org/officeDocument/2006/relationships/slideLayout" Target="../slideLayouts/slideLayout217.xml"/><Relationship Id="rId7" Type="http://schemas.openxmlformats.org/officeDocument/2006/relationships/slideLayout" Target="../slideLayouts/slideLayout203.xml"/><Relationship Id="rId12" Type="http://schemas.openxmlformats.org/officeDocument/2006/relationships/slideLayout" Target="../slideLayouts/slideLayout208.xml"/><Relationship Id="rId17" Type="http://schemas.openxmlformats.org/officeDocument/2006/relationships/slideLayout" Target="../slideLayouts/slideLayout213.xml"/><Relationship Id="rId25" Type="http://schemas.openxmlformats.org/officeDocument/2006/relationships/slideLayout" Target="../slideLayouts/slideLayout221.xml"/><Relationship Id="rId2" Type="http://schemas.openxmlformats.org/officeDocument/2006/relationships/slideLayout" Target="../slideLayouts/slideLayout198.xml"/><Relationship Id="rId16" Type="http://schemas.openxmlformats.org/officeDocument/2006/relationships/slideLayout" Target="../slideLayouts/slideLayout212.xml"/><Relationship Id="rId20" Type="http://schemas.openxmlformats.org/officeDocument/2006/relationships/slideLayout" Target="../slideLayouts/slideLayout216.xml"/><Relationship Id="rId29" Type="http://schemas.openxmlformats.org/officeDocument/2006/relationships/oleObject" Target="../embeddings/oleObject2.bin"/><Relationship Id="rId1" Type="http://schemas.openxmlformats.org/officeDocument/2006/relationships/slideLayout" Target="../slideLayouts/slideLayout197.xml"/><Relationship Id="rId6" Type="http://schemas.openxmlformats.org/officeDocument/2006/relationships/slideLayout" Target="../slideLayouts/slideLayout202.xml"/><Relationship Id="rId11" Type="http://schemas.openxmlformats.org/officeDocument/2006/relationships/slideLayout" Target="../slideLayouts/slideLayout207.xml"/><Relationship Id="rId24" Type="http://schemas.openxmlformats.org/officeDocument/2006/relationships/slideLayout" Target="../slideLayouts/slideLayout220.xml"/><Relationship Id="rId5" Type="http://schemas.openxmlformats.org/officeDocument/2006/relationships/slideLayout" Target="../slideLayouts/slideLayout201.xml"/><Relationship Id="rId15" Type="http://schemas.openxmlformats.org/officeDocument/2006/relationships/slideLayout" Target="../slideLayouts/slideLayout211.xml"/><Relationship Id="rId23" Type="http://schemas.openxmlformats.org/officeDocument/2006/relationships/slideLayout" Target="../slideLayouts/slideLayout219.xml"/><Relationship Id="rId28" Type="http://schemas.openxmlformats.org/officeDocument/2006/relationships/tags" Target="../tags/tag3.xml"/><Relationship Id="rId10" Type="http://schemas.openxmlformats.org/officeDocument/2006/relationships/slideLayout" Target="../slideLayouts/slideLayout206.xml"/><Relationship Id="rId19" Type="http://schemas.openxmlformats.org/officeDocument/2006/relationships/slideLayout" Target="../slideLayouts/slideLayout215.xml"/><Relationship Id="rId4" Type="http://schemas.openxmlformats.org/officeDocument/2006/relationships/slideLayout" Target="../slideLayouts/slideLayout200.xml"/><Relationship Id="rId9" Type="http://schemas.openxmlformats.org/officeDocument/2006/relationships/slideLayout" Target="../slideLayouts/slideLayout205.xml"/><Relationship Id="rId14" Type="http://schemas.openxmlformats.org/officeDocument/2006/relationships/slideLayout" Target="../slideLayouts/slideLayout210.xml"/><Relationship Id="rId22" Type="http://schemas.openxmlformats.org/officeDocument/2006/relationships/slideLayout" Target="../slideLayouts/slideLayout218.xml"/><Relationship Id="rId27" Type="http://schemas.openxmlformats.org/officeDocument/2006/relationships/theme" Target="../theme/theme2.xml"/><Relationship Id="rId30" Type="http://schemas.openxmlformats.org/officeDocument/2006/relationships/image" Target="../media/image1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DFAF5"/>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ACE5533-A498-49A6-D6DB-DFF52133340B}"/>
              </a:ext>
            </a:extLst>
          </p:cNvPr>
          <p:cNvGraphicFramePr>
            <a:graphicFrameLocks noChangeAspect="1"/>
          </p:cNvGraphicFramePr>
          <p:nvPr userDrawn="1">
            <p:custDataLst>
              <p:tags r:id="rId198"/>
            </p:custDataLst>
            <p:extLst>
              <p:ext uri="{D42A27DB-BD31-4B8C-83A1-F6EECF244321}">
                <p14:modId xmlns:p14="http://schemas.microsoft.com/office/powerpoint/2010/main" val="3385527870"/>
              </p:ext>
            </p:extLst>
          </p:nvPr>
        </p:nvGraphicFramePr>
        <p:xfrm>
          <a:off x="3177" y="3176"/>
          <a:ext cx="3176" cy="3176"/>
        </p:xfrm>
        <a:graphic>
          <a:graphicData uri="http://schemas.openxmlformats.org/presentationml/2006/ole">
            <mc:AlternateContent xmlns:mc="http://schemas.openxmlformats.org/markup-compatibility/2006">
              <mc:Choice xmlns:v="urn:schemas-microsoft-com:vml" Requires="v">
                <p:oleObj name="think-cell Slide" r:id="rId199" imgW="360" imgH="360" progId="TCLayout.ActiveDocument.1">
                  <p:embed/>
                </p:oleObj>
              </mc:Choice>
              <mc:Fallback>
                <p:oleObj name="think-cell Slide" r:id="rId199" imgW="360" imgH="360" progId="TCLayout.ActiveDocument.1">
                  <p:embed/>
                  <p:pic>
                    <p:nvPicPr>
                      <p:cNvPr id="7" name="think-cell data - do not delete" hidden="1">
                        <a:extLst>
                          <a:ext uri="{FF2B5EF4-FFF2-40B4-BE49-F238E27FC236}">
                            <a16:creationId xmlns:a16="http://schemas.microsoft.com/office/drawing/2014/main" id="{AACE5533-A498-49A6-D6DB-DFF52133340B}"/>
                          </a:ext>
                        </a:extLst>
                      </p:cNvPr>
                      <p:cNvPicPr/>
                      <p:nvPr/>
                    </p:nvPicPr>
                    <p:blipFill>
                      <a:blip r:embed="rId200"/>
                      <a:stretch>
                        <a:fillRect/>
                      </a:stretch>
                    </p:blipFill>
                    <p:spPr>
                      <a:xfrm>
                        <a:off x="3177" y="3176"/>
                        <a:ext cx="3176" cy="3176"/>
                      </a:xfrm>
                      <a:prstGeom prst="rect">
                        <a:avLst/>
                      </a:prstGeom>
                    </p:spPr>
                  </p:pic>
                </p:oleObj>
              </mc:Fallback>
            </mc:AlternateContent>
          </a:graphicData>
        </a:graphic>
      </p:graphicFrame>
      <p:sp>
        <p:nvSpPr>
          <p:cNvPr id="47" name="Title Placeholder 46">
            <a:extLst>
              <a:ext uri="{FF2B5EF4-FFF2-40B4-BE49-F238E27FC236}">
                <a16:creationId xmlns:a16="http://schemas.microsoft.com/office/drawing/2014/main" id="{38B800DD-B917-004A-B805-BE8812DC0DFF}"/>
              </a:ext>
            </a:extLst>
          </p:cNvPr>
          <p:cNvSpPr>
            <a:spLocks noGrp="1"/>
          </p:cNvSpPr>
          <p:nvPr>
            <p:ph type="title"/>
          </p:nvPr>
        </p:nvSpPr>
        <p:spPr>
          <a:xfrm>
            <a:off x="1468437" y="1374334"/>
            <a:ext cx="21259800" cy="1066800"/>
          </a:xfrm>
          <a:prstGeom prst="rect">
            <a:avLst/>
          </a:prstGeom>
        </p:spPr>
        <p:txBody>
          <a:bodyPr vert="horz" lIns="0" tIns="45720" rIns="0" bIns="45720" rtlCol="0" anchor="t" anchorCtr="0">
            <a:normAutofit/>
          </a:bodyPr>
          <a:lstStyle/>
          <a:p>
            <a:r>
              <a:rPr lang="en-US"/>
              <a:t>Enter slide title here  </a:t>
            </a:r>
          </a:p>
        </p:txBody>
      </p:sp>
      <p:sp>
        <p:nvSpPr>
          <p:cNvPr id="3" name="Text Placeholder 2"/>
          <p:cNvSpPr>
            <a:spLocks noGrp="1"/>
          </p:cNvSpPr>
          <p:nvPr>
            <p:ph type="body" idx="1"/>
          </p:nvPr>
        </p:nvSpPr>
        <p:spPr>
          <a:xfrm>
            <a:off x="1481140" y="2980884"/>
            <a:ext cx="21237923" cy="9592116"/>
          </a:xfrm>
          <a:prstGeom prst="rect">
            <a:avLst/>
          </a:prstGeom>
          <a:noFill/>
        </p:spPr>
        <p:txBody>
          <a:bodyPr vert="horz" lIns="0" tIns="45720" rIns="0" bIns="45720" rtlCol="0">
            <a:normAutofit/>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554699" y="12604751"/>
            <a:ext cx="5487114" cy="730250"/>
          </a:xfrm>
          <a:prstGeom prst="rect">
            <a:avLst/>
          </a:prstGeom>
        </p:spPr>
        <p:txBody>
          <a:bodyPr vert="horz" lIns="0" tIns="45720" rIns="0" bIns="45720" rtlCol="0" anchor="ctr"/>
          <a:lstStyle>
            <a:lvl1pPr algn="l">
              <a:defRPr sz="2400">
                <a:solidFill>
                  <a:schemeClr val="tx1">
                    <a:tint val="75000"/>
                  </a:schemeClr>
                </a:solidFill>
                <a:latin typeface="Community" panose="02000303040000020003" pitchFamily="2" charset="0"/>
              </a:defRPr>
            </a:lvl1pPr>
          </a:lstStyle>
          <a:p>
            <a:fld id="{906F046D-A3FE-4CF3-ABE2-EA600DD6A44A}" type="datetimeFigureOut">
              <a:rPr lang="en-IE" smtClean="0"/>
              <a:t>23/04/2026</a:t>
            </a:fld>
            <a:endParaRPr lang="en-IE"/>
          </a:p>
        </p:txBody>
      </p:sp>
      <p:sp>
        <p:nvSpPr>
          <p:cNvPr id="5" name="Footer Placeholder 4"/>
          <p:cNvSpPr>
            <a:spLocks noGrp="1"/>
          </p:cNvSpPr>
          <p:nvPr>
            <p:ph type="ftr" sz="quarter" idx="3"/>
          </p:nvPr>
        </p:nvSpPr>
        <p:spPr>
          <a:xfrm>
            <a:off x="8840787" y="12604751"/>
            <a:ext cx="6667500" cy="730250"/>
          </a:xfrm>
          <a:prstGeom prst="rect">
            <a:avLst/>
          </a:prstGeom>
        </p:spPr>
        <p:txBody>
          <a:bodyPr vert="horz" lIns="91440" tIns="45720" rIns="91440" bIns="45720" rtlCol="0" anchor="ctr"/>
          <a:lstStyle>
            <a:lvl1pPr algn="ctr">
              <a:defRPr sz="2400">
                <a:solidFill>
                  <a:schemeClr val="tx1">
                    <a:tint val="75000"/>
                  </a:schemeClr>
                </a:solidFill>
                <a:latin typeface="Community" panose="02000303040000020003" pitchFamily="2" charset="0"/>
              </a:defRPr>
            </a:lvl1pPr>
          </a:lstStyle>
          <a:p>
            <a:endParaRPr lang="en-IE"/>
          </a:p>
        </p:txBody>
      </p:sp>
      <p:sp>
        <p:nvSpPr>
          <p:cNvPr id="6" name="Slide Number Placeholder 5"/>
          <p:cNvSpPr>
            <a:spLocks noGrp="1"/>
          </p:cNvSpPr>
          <p:nvPr>
            <p:ph type="sldNum" sz="quarter" idx="4"/>
          </p:nvPr>
        </p:nvSpPr>
        <p:spPr>
          <a:xfrm>
            <a:off x="18083327" y="12604751"/>
            <a:ext cx="4702062" cy="730250"/>
          </a:xfrm>
          <a:prstGeom prst="rect">
            <a:avLst/>
          </a:prstGeom>
        </p:spPr>
        <p:txBody>
          <a:bodyPr vert="horz" lIns="91440" tIns="45720" rIns="91440" bIns="45720" rtlCol="0" anchor="ctr"/>
          <a:lstStyle>
            <a:lvl1pPr algn="r">
              <a:defRPr sz="2400">
                <a:solidFill>
                  <a:schemeClr val="tx1">
                    <a:tint val="75000"/>
                  </a:schemeClr>
                </a:solidFill>
                <a:latin typeface="Community" panose="02000303040000020003" pitchFamily="2" charset="0"/>
              </a:defRPr>
            </a:lvl1pPr>
          </a:lstStyle>
          <a:p>
            <a:fld id="{9BDE7867-873D-470F-A5A3-E9A991558D83}" type="slidenum">
              <a:rPr lang="en-IE" smtClean="0"/>
              <a:t>‹#›</a:t>
            </a:fld>
            <a:endParaRPr lang="en-IE"/>
          </a:p>
        </p:txBody>
      </p:sp>
    </p:spTree>
    <p:extLst>
      <p:ext uri="{BB962C8B-B14F-4D97-AF65-F5344CB8AC3E}">
        <p14:creationId xmlns:p14="http://schemas.microsoft.com/office/powerpoint/2010/main" val="3025474136"/>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 id="2147483780" r:id="rId18"/>
    <p:sldLayoutId id="2147483781" r:id="rId19"/>
    <p:sldLayoutId id="2147483782" r:id="rId20"/>
    <p:sldLayoutId id="2147483783" r:id="rId21"/>
    <p:sldLayoutId id="2147483784" r:id="rId22"/>
    <p:sldLayoutId id="2147483785" r:id="rId23"/>
    <p:sldLayoutId id="2147483786" r:id="rId24"/>
    <p:sldLayoutId id="2147483787" r:id="rId25"/>
    <p:sldLayoutId id="2147483788" r:id="rId26"/>
    <p:sldLayoutId id="2147483789" r:id="rId27"/>
    <p:sldLayoutId id="2147483790" r:id="rId28"/>
    <p:sldLayoutId id="2147483791" r:id="rId29"/>
    <p:sldLayoutId id="2147483792" r:id="rId30"/>
    <p:sldLayoutId id="2147483793" r:id="rId31"/>
    <p:sldLayoutId id="2147483794" r:id="rId32"/>
    <p:sldLayoutId id="2147483795" r:id="rId33"/>
    <p:sldLayoutId id="2147483796" r:id="rId34"/>
    <p:sldLayoutId id="2147483797" r:id="rId35"/>
    <p:sldLayoutId id="2147483798" r:id="rId36"/>
    <p:sldLayoutId id="2147483799" r:id="rId37"/>
    <p:sldLayoutId id="2147483800" r:id="rId38"/>
    <p:sldLayoutId id="2147483801" r:id="rId39"/>
    <p:sldLayoutId id="2147483802" r:id="rId40"/>
    <p:sldLayoutId id="2147483803" r:id="rId41"/>
    <p:sldLayoutId id="2147483804" r:id="rId42"/>
    <p:sldLayoutId id="2147483805" r:id="rId43"/>
    <p:sldLayoutId id="2147483806" r:id="rId44"/>
    <p:sldLayoutId id="2147483807" r:id="rId45"/>
    <p:sldLayoutId id="2147483808" r:id="rId46"/>
    <p:sldLayoutId id="2147483809" r:id="rId47"/>
    <p:sldLayoutId id="2147483810" r:id="rId48"/>
    <p:sldLayoutId id="2147483811" r:id="rId49"/>
    <p:sldLayoutId id="2147483812" r:id="rId50"/>
    <p:sldLayoutId id="2147483813" r:id="rId51"/>
    <p:sldLayoutId id="2147483814" r:id="rId52"/>
    <p:sldLayoutId id="2147483815" r:id="rId53"/>
    <p:sldLayoutId id="2147483816" r:id="rId54"/>
    <p:sldLayoutId id="2147483817" r:id="rId55"/>
    <p:sldLayoutId id="2147483818" r:id="rId56"/>
    <p:sldLayoutId id="2147483819" r:id="rId57"/>
    <p:sldLayoutId id="2147483820" r:id="rId58"/>
    <p:sldLayoutId id="2147483821" r:id="rId59"/>
    <p:sldLayoutId id="2147483822" r:id="rId60"/>
    <p:sldLayoutId id="2147483823" r:id="rId61"/>
    <p:sldLayoutId id="2147483824" r:id="rId62"/>
    <p:sldLayoutId id="2147483825" r:id="rId63"/>
    <p:sldLayoutId id="2147483826" r:id="rId64"/>
    <p:sldLayoutId id="2147483827" r:id="rId65"/>
    <p:sldLayoutId id="2147483828" r:id="rId66"/>
    <p:sldLayoutId id="2147483829" r:id="rId67"/>
    <p:sldLayoutId id="2147483830" r:id="rId68"/>
    <p:sldLayoutId id="2147483831" r:id="rId69"/>
    <p:sldLayoutId id="2147483832" r:id="rId70"/>
    <p:sldLayoutId id="2147483833" r:id="rId71"/>
    <p:sldLayoutId id="2147483834" r:id="rId72"/>
    <p:sldLayoutId id="2147483835" r:id="rId73"/>
    <p:sldLayoutId id="2147483836" r:id="rId74"/>
    <p:sldLayoutId id="2147483837" r:id="rId75"/>
    <p:sldLayoutId id="2147483838" r:id="rId76"/>
    <p:sldLayoutId id="2147483839" r:id="rId77"/>
    <p:sldLayoutId id="2147483840" r:id="rId78"/>
    <p:sldLayoutId id="2147483841" r:id="rId79"/>
    <p:sldLayoutId id="2147483842" r:id="rId80"/>
    <p:sldLayoutId id="2147483843" r:id="rId81"/>
    <p:sldLayoutId id="2147483844" r:id="rId82"/>
    <p:sldLayoutId id="2147483845" r:id="rId83"/>
    <p:sldLayoutId id="2147483846" r:id="rId84"/>
    <p:sldLayoutId id="2147483847" r:id="rId85"/>
    <p:sldLayoutId id="2147483848" r:id="rId86"/>
    <p:sldLayoutId id="2147483849" r:id="rId87"/>
    <p:sldLayoutId id="2147483850" r:id="rId88"/>
    <p:sldLayoutId id="2147483851" r:id="rId89"/>
    <p:sldLayoutId id="2147483852" r:id="rId90"/>
    <p:sldLayoutId id="2147483853" r:id="rId91"/>
    <p:sldLayoutId id="2147483854" r:id="rId92"/>
    <p:sldLayoutId id="2147483855" r:id="rId93"/>
    <p:sldLayoutId id="2147483856" r:id="rId94"/>
    <p:sldLayoutId id="2147483857" r:id="rId95"/>
    <p:sldLayoutId id="2147483858" r:id="rId96"/>
    <p:sldLayoutId id="2147483859" r:id="rId97"/>
    <p:sldLayoutId id="2147483860" r:id="rId98"/>
    <p:sldLayoutId id="2147483861" r:id="rId99"/>
    <p:sldLayoutId id="2147483862" r:id="rId100"/>
    <p:sldLayoutId id="2147483863" r:id="rId101"/>
    <p:sldLayoutId id="2147483864" r:id="rId102"/>
    <p:sldLayoutId id="2147483865" r:id="rId103"/>
    <p:sldLayoutId id="2147483866" r:id="rId104"/>
    <p:sldLayoutId id="2147483867" r:id="rId105"/>
    <p:sldLayoutId id="2147483868" r:id="rId106"/>
    <p:sldLayoutId id="2147483869" r:id="rId107"/>
    <p:sldLayoutId id="2147483870" r:id="rId108"/>
    <p:sldLayoutId id="2147483871" r:id="rId109"/>
    <p:sldLayoutId id="2147483872" r:id="rId110"/>
    <p:sldLayoutId id="2147483873" r:id="rId111"/>
    <p:sldLayoutId id="2147483874" r:id="rId112"/>
    <p:sldLayoutId id="2147483875" r:id="rId113"/>
    <p:sldLayoutId id="2147483876" r:id="rId114"/>
    <p:sldLayoutId id="2147483877" r:id="rId115"/>
    <p:sldLayoutId id="2147483878" r:id="rId116"/>
    <p:sldLayoutId id="2147483879" r:id="rId117"/>
    <p:sldLayoutId id="2147483880" r:id="rId118"/>
    <p:sldLayoutId id="2147483881" r:id="rId119"/>
    <p:sldLayoutId id="2147483882" r:id="rId120"/>
    <p:sldLayoutId id="2147483883" r:id="rId121"/>
    <p:sldLayoutId id="2147483884" r:id="rId122"/>
    <p:sldLayoutId id="2147483885" r:id="rId123"/>
    <p:sldLayoutId id="2147483886" r:id="rId124"/>
    <p:sldLayoutId id="2147483887" r:id="rId125"/>
    <p:sldLayoutId id="2147483888" r:id="rId126"/>
    <p:sldLayoutId id="2147483889" r:id="rId127"/>
    <p:sldLayoutId id="2147483890" r:id="rId128"/>
    <p:sldLayoutId id="2147483891" r:id="rId129"/>
    <p:sldLayoutId id="2147483892" r:id="rId130"/>
    <p:sldLayoutId id="2147483893" r:id="rId131"/>
    <p:sldLayoutId id="2147483894" r:id="rId132"/>
    <p:sldLayoutId id="2147483895" r:id="rId133"/>
    <p:sldLayoutId id="2147483896" r:id="rId134"/>
    <p:sldLayoutId id="2147483897" r:id="rId135"/>
    <p:sldLayoutId id="2147483898" r:id="rId136"/>
    <p:sldLayoutId id="2147483899" r:id="rId137"/>
    <p:sldLayoutId id="2147483900" r:id="rId138"/>
    <p:sldLayoutId id="2147483901" r:id="rId139"/>
    <p:sldLayoutId id="2147483902" r:id="rId140"/>
    <p:sldLayoutId id="2147483903" r:id="rId141"/>
    <p:sldLayoutId id="2147483904" r:id="rId142"/>
    <p:sldLayoutId id="2147483905" r:id="rId143"/>
    <p:sldLayoutId id="2147483906" r:id="rId144"/>
    <p:sldLayoutId id="2147483907" r:id="rId145"/>
    <p:sldLayoutId id="2147483908" r:id="rId146"/>
    <p:sldLayoutId id="2147483909" r:id="rId147"/>
    <p:sldLayoutId id="2147483910" r:id="rId148"/>
    <p:sldLayoutId id="2147483911" r:id="rId149"/>
    <p:sldLayoutId id="2147483912" r:id="rId150"/>
    <p:sldLayoutId id="2147483913" r:id="rId151"/>
    <p:sldLayoutId id="2147483914" r:id="rId152"/>
    <p:sldLayoutId id="2147483915" r:id="rId153"/>
    <p:sldLayoutId id="2147483916" r:id="rId154"/>
    <p:sldLayoutId id="2147483917" r:id="rId155"/>
    <p:sldLayoutId id="2147483918" r:id="rId156"/>
    <p:sldLayoutId id="2147483919" r:id="rId157"/>
    <p:sldLayoutId id="2147483920" r:id="rId158"/>
    <p:sldLayoutId id="2147483921" r:id="rId159"/>
    <p:sldLayoutId id="2147483922" r:id="rId160"/>
    <p:sldLayoutId id="2147483923" r:id="rId161"/>
    <p:sldLayoutId id="2147483924" r:id="rId162"/>
    <p:sldLayoutId id="2147483925" r:id="rId163"/>
    <p:sldLayoutId id="2147483926" r:id="rId164"/>
    <p:sldLayoutId id="2147483927" r:id="rId165"/>
    <p:sldLayoutId id="2147483928" r:id="rId166"/>
    <p:sldLayoutId id="2147483929" r:id="rId167"/>
    <p:sldLayoutId id="2147483930" r:id="rId168"/>
    <p:sldLayoutId id="2147483931" r:id="rId169"/>
    <p:sldLayoutId id="2147483932" r:id="rId170"/>
    <p:sldLayoutId id="2147483933" r:id="rId171"/>
    <p:sldLayoutId id="2147483934" r:id="rId172"/>
    <p:sldLayoutId id="2147483935" r:id="rId173"/>
    <p:sldLayoutId id="2147483936" r:id="rId174"/>
    <p:sldLayoutId id="2147483937" r:id="rId175"/>
    <p:sldLayoutId id="2147483938" r:id="rId176"/>
    <p:sldLayoutId id="2147483939" r:id="rId177"/>
    <p:sldLayoutId id="2147483940" r:id="rId178"/>
    <p:sldLayoutId id="2147483941" r:id="rId179"/>
    <p:sldLayoutId id="2147483942" r:id="rId180"/>
    <p:sldLayoutId id="2147483943" r:id="rId181"/>
    <p:sldLayoutId id="2147483944" r:id="rId182"/>
    <p:sldLayoutId id="2147483945" r:id="rId183"/>
    <p:sldLayoutId id="2147483946" r:id="rId184"/>
    <p:sldLayoutId id="2147483947" r:id="rId185"/>
    <p:sldLayoutId id="2147483948" r:id="rId186"/>
    <p:sldLayoutId id="2147483949" r:id="rId187"/>
    <p:sldLayoutId id="2147483950" r:id="rId188"/>
    <p:sldLayoutId id="2147483951" r:id="rId189"/>
    <p:sldLayoutId id="2147483952" r:id="rId190"/>
    <p:sldLayoutId id="2147483953" r:id="rId191"/>
    <p:sldLayoutId id="2147483954" r:id="rId192"/>
    <p:sldLayoutId id="2147483955" r:id="rId193"/>
    <p:sldLayoutId id="2147483956" r:id="rId194"/>
    <p:sldLayoutId id="2147483957" r:id="rId195"/>
    <p:sldLayoutId id="2147483958" r:id="rId196"/>
  </p:sldLayoutIdLst>
  <p:txStyles>
    <p:titleStyle>
      <a:lvl1pPr algn="l" defTabSz="914217" rtl="0" eaLnBrk="1" latinLnBrk="0" hangingPunct="1">
        <a:lnSpc>
          <a:spcPct val="90000"/>
        </a:lnSpc>
        <a:spcBef>
          <a:spcPct val="0"/>
        </a:spcBef>
        <a:buNone/>
        <a:defRPr sz="3299" kern="1200" baseline="0">
          <a:solidFill>
            <a:srgbClr val="915907"/>
          </a:solidFill>
          <a:latin typeface="Community Light" panose="02000303040000020003" pitchFamily="2" charset="0"/>
          <a:ea typeface="+mj-ea"/>
          <a:cs typeface="+mj-cs"/>
        </a:defRPr>
      </a:lvl1pPr>
    </p:titleStyle>
    <p:bodyStyle>
      <a:lvl1pPr marL="0" indent="0" algn="l" defTabSz="914217" rtl="0" eaLnBrk="1" latinLnBrk="0" hangingPunct="1">
        <a:lnSpc>
          <a:spcPct val="90000"/>
        </a:lnSpc>
        <a:spcBef>
          <a:spcPts val="1000"/>
        </a:spcBef>
        <a:buFont typeface="Arial" panose="020B0604020202020204" pitchFamily="34" charset="0"/>
        <a:buNone/>
        <a:defRPr sz="2799" kern="1200" baseline="0">
          <a:solidFill>
            <a:srgbClr val="56687A"/>
          </a:solidFill>
          <a:latin typeface="Community Light" panose="02000303040000020003" pitchFamily="2" charset="0"/>
          <a:ea typeface="+mn-ea"/>
          <a:cs typeface="+mn-cs"/>
        </a:defRPr>
      </a:lvl1pPr>
      <a:lvl2pPr marL="457109" indent="0" algn="l" defTabSz="914217" rtl="0" eaLnBrk="1" latinLnBrk="0" hangingPunct="1">
        <a:lnSpc>
          <a:spcPct val="90000"/>
        </a:lnSpc>
        <a:spcBef>
          <a:spcPts val="500"/>
        </a:spcBef>
        <a:buFont typeface="Arial" panose="020B0604020202020204" pitchFamily="34" charset="0"/>
        <a:buNone/>
        <a:defRPr sz="2400" kern="1200" baseline="0">
          <a:solidFill>
            <a:srgbClr val="56687A"/>
          </a:solidFill>
          <a:latin typeface="Community Light" panose="02000303040000020003" pitchFamily="2" charset="0"/>
          <a:ea typeface="+mn-ea"/>
          <a:cs typeface="+mn-cs"/>
        </a:defRPr>
      </a:lvl2pPr>
      <a:lvl3pPr marL="914217" indent="0" algn="l" defTabSz="914217" rtl="0" eaLnBrk="1" latinLnBrk="0" hangingPunct="1">
        <a:lnSpc>
          <a:spcPct val="90000"/>
        </a:lnSpc>
        <a:spcBef>
          <a:spcPts val="500"/>
        </a:spcBef>
        <a:buFont typeface="Arial" panose="020B0604020202020204" pitchFamily="34" charset="0"/>
        <a:buNone/>
        <a:defRPr sz="2000" kern="1200" baseline="0">
          <a:solidFill>
            <a:srgbClr val="56687A"/>
          </a:solidFill>
          <a:latin typeface="Community Light" panose="02000303040000020003" pitchFamily="2" charset="0"/>
          <a:ea typeface="+mn-ea"/>
          <a:cs typeface="+mn-cs"/>
        </a:defRPr>
      </a:lvl3pPr>
      <a:lvl4pPr marL="1371326" indent="0" algn="l" defTabSz="914217" rtl="0" eaLnBrk="1" latinLnBrk="0" hangingPunct="1">
        <a:lnSpc>
          <a:spcPct val="90000"/>
        </a:lnSpc>
        <a:spcBef>
          <a:spcPts val="500"/>
        </a:spcBef>
        <a:buFont typeface="Arial" panose="020B0604020202020204" pitchFamily="34" charset="0"/>
        <a:buNone/>
        <a:defRPr sz="1800" kern="1200" baseline="0">
          <a:solidFill>
            <a:srgbClr val="56687A"/>
          </a:solidFill>
          <a:latin typeface="Community Light" panose="02000303040000020003" pitchFamily="2" charset="0"/>
          <a:ea typeface="+mn-ea"/>
          <a:cs typeface="+mn-cs"/>
        </a:defRPr>
      </a:lvl4pPr>
      <a:lvl5pPr marL="1828434" indent="0" algn="l" defTabSz="914217" rtl="0" eaLnBrk="1" latinLnBrk="0" hangingPunct="1">
        <a:lnSpc>
          <a:spcPct val="90000"/>
        </a:lnSpc>
        <a:spcBef>
          <a:spcPts val="500"/>
        </a:spcBef>
        <a:buFont typeface="Arial" panose="020B0604020202020204" pitchFamily="34" charset="0"/>
        <a:buNone/>
        <a:defRPr sz="1800" kern="1200" baseline="0">
          <a:solidFill>
            <a:srgbClr val="56687A"/>
          </a:solidFill>
          <a:latin typeface="Community Light" panose="02000303040000020003" pitchFamily="2" charset="0"/>
          <a:ea typeface="+mn-ea"/>
          <a:cs typeface="+mn-cs"/>
        </a:defRPr>
      </a:lvl5pPr>
      <a:lvl6pPr marL="2514097"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206"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14"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423"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640" userDrawn="1">
          <p15:clr>
            <a:srgbClr val="F26B43"/>
          </p15:clr>
        </p15:guide>
        <p15:guide id="2" pos="15364" userDrawn="1">
          <p15:clr>
            <a:srgbClr val="F26B43"/>
          </p15:clr>
        </p15:guide>
        <p15:guide id="3" pos="1922" userDrawn="1">
          <p15:clr>
            <a:srgbClr val="F26B43"/>
          </p15:clr>
        </p15:guide>
        <p15:guide id="4" pos="28710" userDrawn="1">
          <p15:clr>
            <a:srgbClr val="F26B43"/>
          </p15:clr>
        </p15:guide>
        <p15:guide id="5" orient="horz" pos="15360" userDrawn="1">
          <p15:clr>
            <a:srgbClr val="F26B43"/>
          </p15:clr>
        </p15:guide>
        <p15:guide id="6" orient="horz" pos="1920" userDrawn="1">
          <p15:clr>
            <a:srgbClr val="F26B43"/>
          </p15:clr>
        </p15:guide>
        <p15:guide id="7" pos="19925" userDrawn="1">
          <p15:clr>
            <a:srgbClr val="A4A3A4"/>
          </p15:clr>
        </p15:guide>
        <p15:guide id="8" pos="20357" userDrawn="1">
          <p15:clr>
            <a:srgbClr val="A4A3A4"/>
          </p15:clr>
        </p15:guide>
        <p15:guide id="9" pos="19541" userDrawn="1">
          <p15:clr>
            <a:srgbClr val="A4A3A4"/>
          </p15:clr>
        </p15:guide>
        <p15:guide id="10" pos="10323" userDrawn="1">
          <p15:clr>
            <a:srgbClr val="A4A3A4"/>
          </p15:clr>
        </p15:guide>
        <p15:guide id="11" pos="10707" userDrawn="1">
          <p15:clr>
            <a:srgbClr val="A4A3A4"/>
          </p15:clr>
        </p15:guide>
        <p15:guide id="12" pos="11139" userDrawn="1">
          <p15:clr>
            <a:srgbClr val="A4A3A4"/>
          </p15:clr>
        </p15:guide>
        <p15:guide id="13" pos="15748" userDrawn="1">
          <p15:clr>
            <a:srgbClr val="A4A3A4"/>
          </p15:clr>
        </p15:guide>
        <p15:guide id="14" pos="14980"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128074CD-D4DA-7D93-44FD-345D5CB918DF}"/>
              </a:ext>
            </a:extLst>
          </p:cNvPr>
          <p:cNvSpPr/>
          <p:nvPr/>
        </p:nvSpPr>
        <p:spPr>
          <a:xfrm>
            <a:off x="508067" y="12937651"/>
            <a:ext cx="414858" cy="403700"/>
          </a:xfrm>
          <a:prstGeom prst="roundRect">
            <a:avLst>
              <a:gd name="adj" fmla="val 827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n>
                <a:solidFill>
                  <a:sysClr val="windowText" lastClr="000000"/>
                </a:solidFill>
              </a:ln>
              <a:latin typeface="Community Pro" panose="02000303040000020003"/>
            </a:endParaRPr>
          </a:p>
        </p:txBody>
      </p:sp>
      <p:sp>
        <p:nvSpPr>
          <p:cNvPr id="15" name="Component 2" descr="preencoded.png">
            <a:extLst>
              <a:ext uri="{FF2B5EF4-FFF2-40B4-BE49-F238E27FC236}">
                <a16:creationId xmlns:a16="http://schemas.microsoft.com/office/drawing/2014/main" id="{E9C7BFE3-AECF-5C74-754F-353FC385E799}"/>
              </a:ext>
            </a:extLst>
          </p:cNvPr>
          <p:cNvSpPr/>
          <p:nvPr/>
        </p:nvSpPr>
        <p:spPr>
          <a:xfrm>
            <a:off x="472601" y="12893200"/>
            <a:ext cx="477322" cy="477201"/>
          </a:xfrm>
          <a:custGeom>
            <a:avLst/>
            <a:gdLst>
              <a:gd name="connsiteX0" fmla="*/ 305038 w 357945"/>
              <a:gd name="connsiteY0" fmla="*/ 304993 h 357901"/>
              <a:gd name="connsiteX1" fmla="*/ 251995 w 357945"/>
              <a:gd name="connsiteY1" fmla="*/ 304993 h 357901"/>
              <a:gd name="connsiteX2" fmla="*/ 251995 w 357945"/>
              <a:gd name="connsiteY2" fmla="*/ 221947 h 357901"/>
              <a:gd name="connsiteX3" fmla="*/ 224402 w 357945"/>
              <a:gd name="connsiteY3" fmla="*/ 176629 h 357901"/>
              <a:gd name="connsiteX4" fmla="*/ 192524 w 357945"/>
              <a:gd name="connsiteY4" fmla="*/ 220518 h 357901"/>
              <a:gd name="connsiteX5" fmla="*/ 192524 w 357945"/>
              <a:gd name="connsiteY5" fmla="*/ 304993 h 357901"/>
              <a:gd name="connsiteX6" fmla="*/ 139481 w 357945"/>
              <a:gd name="connsiteY6" fmla="*/ 304993 h 357901"/>
              <a:gd name="connsiteX7" fmla="*/ 139481 w 357945"/>
              <a:gd name="connsiteY7" fmla="*/ 134168 h 357901"/>
              <a:gd name="connsiteX8" fmla="*/ 190425 w 357945"/>
              <a:gd name="connsiteY8" fmla="*/ 134168 h 357901"/>
              <a:gd name="connsiteX9" fmla="*/ 190425 w 357945"/>
              <a:gd name="connsiteY9" fmla="*/ 157520 h 357901"/>
              <a:gd name="connsiteX10" fmla="*/ 191140 w 357945"/>
              <a:gd name="connsiteY10" fmla="*/ 157520 h 357901"/>
              <a:gd name="connsiteX11" fmla="*/ 241369 w 357945"/>
              <a:gd name="connsiteY11" fmla="*/ 129927 h 357901"/>
              <a:gd name="connsiteX12" fmla="*/ 305083 w 357945"/>
              <a:gd name="connsiteY12" fmla="*/ 211276 h 357901"/>
              <a:gd name="connsiteX13" fmla="*/ 305083 w 357945"/>
              <a:gd name="connsiteY13" fmla="*/ 304949 h 357901"/>
              <a:gd name="connsiteX14" fmla="*/ 305038 w 357945"/>
              <a:gd name="connsiteY14" fmla="*/ 304993 h 357901"/>
              <a:gd name="connsiteX15" fmla="*/ 79653 w 357945"/>
              <a:gd name="connsiteY15" fmla="*/ 110817 h 357901"/>
              <a:gd name="connsiteX16" fmla="*/ 48890 w 357945"/>
              <a:gd name="connsiteY16" fmla="*/ 80010 h 357901"/>
              <a:gd name="connsiteX17" fmla="*/ 79653 w 357945"/>
              <a:gd name="connsiteY17" fmla="*/ 49247 h 357901"/>
              <a:gd name="connsiteX18" fmla="*/ 110416 w 357945"/>
              <a:gd name="connsiteY18" fmla="*/ 80010 h 357901"/>
              <a:gd name="connsiteX19" fmla="*/ 79653 w 357945"/>
              <a:gd name="connsiteY19" fmla="*/ 110817 h 357901"/>
              <a:gd name="connsiteX20" fmla="*/ 106173 w 357945"/>
              <a:gd name="connsiteY20" fmla="*/ 304993 h 357901"/>
              <a:gd name="connsiteX21" fmla="*/ 53087 w 357945"/>
              <a:gd name="connsiteY21" fmla="*/ 304993 h 357901"/>
              <a:gd name="connsiteX22" fmla="*/ 53087 w 357945"/>
              <a:gd name="connsiteY22" fmla="*/ 134168 h 357901"/>
              <a:gd name="connsiteX23" fmla="*/ 106173 w 357945"/>
              <a:gd name="connsiteY23" fmla="*/ 134168 h 357901"/>
              <a:gd name="connsiteX24" fmla="*/ 106173 w 357945"/>
              <a:gd name="connsiteY24" fmla="*/ 304993 h 357901"/>
              <a:gd name="connsiteX25" fmla="*/ 331470 w 357945"/>
              <a:gd name="connsiteY25" fmla="*/ 0 h 357901"/>
              <a:gd name="connsiteX26" fmla="*/ 26432 w 357945"/>
              <a:gd name="connsiteY26" fmla="*/ 0 h 357901"/>
              <a:gd name="connsiteX27" fmla="*/ 0 w 357945"/>
              <a:gd name="connsiteY27" fmla="*/ 25806 h 357901"/>
              <a:gd name="connsiteX28" fmla="*/ 0 w 357945"/>
              <a:gd name="connsiteY28" fmla="*/ 332095 h 357901"/>
              <a:gd name="connsiteX29" fmla="*/ 26432 w 357945"/>
              <a:gd name="connsiteY29" fmla="*/ 357902 h 357901"/>
              <a:gd name="connsiteX30" fmla="*/ 331470 w 357945"/>
              <a:gd name="connsiteY30" fmla="*/ 357902 h 357901"/>
              <a:gd name="connsiteX31" fmla="*/ 357946 w 357945"/>
              <a:gd name="connsiteY31" fmla="*/ 332095 h 357901"/>
              <a:gd name="connsiteX32" fmla="*/ 357946 w 357945"/>
              <a:gd name="connsiteY32" fmla="*/ 25806 h 357901"/>
              <a:gd name="connsiteX33" fmla="*/ 331470 w 357945"/>
              <a:gd name="connsiteY33" fmla="*/ 0 h 35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57945" h="357901">
                <a:moveTo>
                  <a:pt x="305038" y="304993"/>
                </a:moveTo>
                <a:lnTo>
                  <a:pt x="251995" y="304993"/>
                </a:lnTo>
                <a:lnTo>
                  <a:pt x="251995" y="221947"/>
                </a:lnTo>
                <a:cubicBezTo>
                  <a:pt x="251995" y="202123"/>
                  <a:pt x="251638" y="176629"/>
                  <a:pt x="224402" y="176629"/>
                </a:cubicBezTo>
                <a:cubicBezTo>
                  <a:pt x="197168" y="176629"/>
                  <a:pt x="192524" y="198194"/>
                  <a:pt x="192524" y="220518"/>
                </a:cubicBezTo>
                <a:lnTo>
                  <a:pt x="192524" y="304993"/>
                </a:lnTo>
                <a:lnTo>
                  <a:pt x="139481" y="304993"/>
                </a:lnTo>
                <a:lnTo>
                  <a:pt x="139481" y="134168"/>
                </a:lnTo>
                <a:lnTo>
                  <a:pt x="190425" y="134168"/>
                </a:lnTo>
                <a:lnTo>
                  <a:pt x="190425" y="157520"/>
                </a:lnTo>
                <a:lnTo>
                  <a:pt x="191140" y="157520"/>
                </a:lnTo>
                <a:cubicBezTo>
                  <a:pt x="198239" y="144080"/>
                  <a:pt x="215562" y="129927"/>
                  <a:pt x="241369" y="129927"/>
                </a:cubicBezTo>
                <a:cubicBezTo>
                  <a:pt x="295125" y="129927"/>
                  <a:pt x="305083" y="165288"/>
                  <a:pt x="305083" y="211276"/>
                </a:cubicBezTo>
                <a:lnTo>
                  <a:pt x="305083" y="304949"/>
                </a:lnTo>
                <a:lnTo>
                  <a:pt x="305038" y="304993"/>
                </a:lnTo>
                <a:close/>
                <a:moveTo>
                  <a:pt x="79653" y="110817"/>
                </a:moveTo>
                <a:cubicBezTo>
                  <a:pt x="62641" y="110817"/>
                  <a:pt x="48890" y="97021"/>
                  <a:pt x="48890" y="80010"/>
                </a:cubicBezTo>
                <a:cubicBezTo>
                  <a:pt x="48890" y="62998"/>
                  <a:pt x="62641" y="49247"/>
                  <a:pt x="79653" y="49247"/>
                </a:cubicBezTo>
                <a:cubicBezTo>
                  <a:pt x="96664" y="49247"/>
                  <a:pt x="110416" y="63043"/>
                  <a:pt x="110416" y="80010"/>
                </a:cubicBezTo>
                <a:cubicBezTo>
                  <a:pt x="110416" y="96976"/>
                  <a:pt x="96619" y="110817"/>
                  <a:pt x="79653" y="110817"/>
                </a:cubicBezTo>
                <a:close/>
                <a:moveTo>
                  <a:pt x="106173" y="304993"/>
                </a:moveTo>
                <a:lnTo>
                  <a:pt x="53087" y="304993"/>
                </a:lnTo>
                <a:lnTo>
                  <a:pt x="53087" y="134168"/>
                </a:lnTo>
                <a:lnTo>
                  <a:pt x="106173" y="134168"/>
                </a:lnTo>
                <a:lnTo>
                  <a:pt x="106173" y="304993"/>
                </a:lnTo>
                <a:close/>
                <a:moveTo>
                  <a:pt x="331470" y="0"/>
                </a:moveTo>
                <a:lnTo>
                  <a:pt x="26432" y="0"/>
                </a:lnTo>
                <a:cubicBezTo>
                  <a:pt x="11832" y="0"/>
                  <a:pt x="0" y="11563"/>
                  <a:pt x="0" y="25806"/>
                </a:cubicBezTo>
                <a:lnTo>
                  <a:pt x="0" y="332095"/>
                </a:lnTo>
                <a:cubicBezTo>
                  <a:pt x="0" y="346338"/>
                  <a:pt x="11832" y="357902"/>
                  <a:pt x="26432" y="357902"/>
                </a:cubicBezTo>
                <a:lnTo>
                  <a:pt x="331470" y="357902"/>
                </a:lnTo>
                <a:cubicBezTo>
                  <a:pt x="346070" y="357902"/>
                  <a:pt x="357946" y="346338"/>
                  <a:pt x="357946" y="332095"/>
                </a:cubicBezTo>
                <a:lnTo>
                  <a:pt x="357946" y="25806"/>
                </a:lnTo>
                <a:cubicBezTo>
                  <a:pt x="357946" y="11563"/>
                  <a:pt x="346070" y="0"/>
                  <a:pt x="331470" y="0"/>
                </a:cubicBezTo>
                <a:close/>
              </a:path>
            </a:pathLst>
          </a:custGeom>
          <a:solidFill>
            <a:srgbClr val="0A66C2"/>
          </a:solidFill>
          <a:ln w="9525" cap="flat">
            <a:noFill/>
            <a:prstDash val="solid"/>
            <a:miter/>
          </a:ln>
        </p:spPr>
        <p:txBody>
          <a:bodyPr rtlCol="0" anchor="ctr"/>
          <a:lstStyle/>
          <a:p>
            <a:endParaRPr lang="en-US" sz="2400">
              <a:latin typeface="Community Pro" panose="02000303040000020003"/>
            </a:endParaRPr>
          </a:p>
        </p:txBody>
      </p:sp>
      <p:sp>
        <p:nvSpPr>
          <p:cNvPr id="2" name="Title Placeholder 1">
            <a:extLst>
              <a:ext uri="{FF2B5EF4-FFF2-40B4-BE49-F238E27FC236}">
                <a16:creationId xmlns:a16="http://schemas.microsoft.com/office/drawing/2014/main" id="{98FFCAA1-EE77-521D-E8B5-631120C59346}"/>
              </a:ext>
            </a:extLst>
          </p:cNvPr>
          <p:cNvSpPr>
            <a:spLocks noGrp="1"/>
          </p:cNvSpPr>
          <p:nvPr>
            <p:ph type="title"/>
          </p:nvPr>
        </p:nvSpPr>
        <p:spPr>
          <a:xfrm>
            <a:off x="1676619" y="730251"/>
            <a:ext cx="21033938" cy="265218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A6797E-B8ED-8411-5F6E-A0F58DD95B5F}"/>
              </a:ext>
            </a:extLst>
          </p:cNvPr>
          <p:cNvSpPr>
            <a:spLocks noGrp="1"/>
          </p:cNvSpPr>
          <p:nvPr>
            <p:ph type="body" idx="1"/>
          </p:nvPr>
        </p:nvSpPr>
        <p:spPr>
          <a:xfrm>
            <a:off x="1676619" y="3651251"/>
            <a:ext cx="21033938" cy="87037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aphicFrame>
        <p:nvGraphicFramePr>
          <p:cNvPr id="4" name="think-cell data - do not delete" hidden="1">
            <a:extLst>
              <a:ext uri="{FF2B5EF4-FFF2-40B4-BE49-F238E27FC236}">
                <a16:creationId xmlns:a16="http://schemas.microsoft.com/office/drawing/2014/main" id="{F842FA29-95E8-2A0C-68A7-95008DE16A11}"/>
              </a:ext>
            </a:extLst>
          </p:cNvPr>
          <p:cNvGraphicFramePr>
            <a:graphicFrameLocks/>
          </p:cNvGraphicFramePr>
          <p:nvPr userDrawn="1">
            <p:custDataLst>
              <p:tags r:id="rId28"/>
            </p:custDataLst>
            <p:extLst>
              <p:ext uri="{D42A27DB-BD31-4B8C-83A1-F6EECF244321}">
                <p14:modId xmlns:p14="http://schemas.microsoft.com/office/powerpoint/2010/main" val="12548662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9" imgW="503" imgH="503" progId="TCLayout.ActiveDocument.1">
                  <p:embed/>
                </p:oleObj>
              </mc:Choice>
              <mc:Fallback>
                <p:oleObj name="think-cell Slide" r:id="rId29" imgW="503" imgH="503" progId="TCLayout.ActiveDocument.1">
                  <p:embed/>
                  <p:pic>
                    <p:nvPicPr>
                      <p:cNvPr id="4" name="think-cell data - do not delete" hidden="1">
                        <a:extLst>
                          <a:ext uri="{FF2B5EF4-FFF2-40B4-BE49-F238E27FC236}">
                            <a16:creationId xmlns:a16="http://schemas.microsoft.com/office/drawing/2014/main" id="{F842FA29-95E8-2A0C-68A7-95008DE16A11}"/>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5" name="name_00">
            <a:extLst>
              <a:ext uri="{FF2B5EF4-FFF2-40B4-BE49-F238E27FC236}">
                <a16:creationId xmlns:a16="http://schemas.microsoft.com/office/drawing/2014/main" id="{D7E8F2D3-69E4-F7D9-2441-7ABD4D9889C2}"/>
              </a:ext>
            </a:extLst>
          </p:cNvPr>
          <p:cNvSpPr/>
          <p:nvPr userDrawn="1"/>
        </p:nvSpPr>
        <p:spPr>
          <a:xfrm>
            <a:off x="22697855" y="12966700"/>
            <a:ext cx="1244762" cy="304800"/>
          </a:xfrm>
          <a:prstGeom prst="rect">
            <a:avLst/>
          </a:prstGeom>
          <a:noFill/>
          <a:ln/>
        </p:spPr>
        <p:txBody>
          <a:bodyPr wrap="square" lIns="0" tIns="0" rIns="0" bIns="0" rtlCol="0" anchor="t"/>
          <a:lstStyle/>
          <a:p>
            <a:pPr marL="0" indent="0" algn="r">
              <a:lnSpc>
                <a:spcPct val="100000"/>
              </a:lnSpc>
              <a:spcAft>
                <a:spcPts val="10000"/>
              </a:spcAft>
              <a:buNone/>
            </a:pPr>
            <a:fld id="{9C58DC4F-5EB9-F942-B3C9-60F718798FD4}" type="slidenum">
              <a:rPr lang="en-US" sz="1800" b="1" i="0" kern="0" spc="-100" smtClean="0">
                <a:solidFill>
                  <a:srgbClr val="004182"/>
                </a:solidFill>
                <a:latin typeface="Community Semibold" panose="02000303040000020003" pitchFamily="2" charset="0"/>
                <a:ea typeface="Community Pro Medium" pitchFamily="34" charset="-122"/>
                <a:cs typeface="Community Pro Medium" pitchFamily="34" charset="-120"/>
              </a:rPr>
              <a:pPr marL="0" indent="0" algn="r">
                <a:lnSpc>
                  <a:spcPct val="100000"/>
                </a:lnSpc>
                <a:spcAft>
                  <a:spcPts val="10000"/>
                </a:spcAft>
                <a:buNone/>
              </a:pPr>
              <a:t>‹#›</a:t>
            </a:fld>
            <a:endParaRPr lang="en-US" sz="1800" b="1" i="0">
              <a:latin typeface="Community Semibold" panose="02000303040000020003" pitchFamily="2" charset="0"/>
            </a:endParaRPr>
          </a:p>
        </p:txBody>
      </p:sp>
    </p:spTree>
    <p:extLst>
      <p:ext uri="{BB962C8B-B14F-4D97-AF65-F5344CB8AC3E}">
        <p14:creationId xmlns:p14="http://schemas.microsoft.com/office/powerpoint/2010/main" val="1046527958"/>
      </p:ext>
    </p:extLst>
  </p:cSld>
  <p:clrMap bg1="lt1" tx1="dk1" bg2="lt2" tx2="dk2" accent1="accent1" accent2="accent2" accent3="accent3" accent4="accent4" accent5="accent5" accent6="accent6" hlink="hlink" folHlink="folHlink"/>
  <p:sldLayoutIdLst>
    <p:sldLayoutId id="2147484555" r:id="rId1"/>
    <p:sldLayoutId id="2147484556" r:id="rId2"/>
    <p:sldLayoutId id="2147484557" r:id="rId3"/>
    <p:sldLayoutId id="2147484558" r:id="rId4"/>
    <p:sldLayoutId id="2147484559" r:id="rId5"/>
    <p:sldLayoutId id="2147484560" r:id="rId6"/>
    <p:sldLayoutId id="2147484561" r:id="rId7"/>
    <p:sldLayoutId id="2147484562" r:id="rId8"/>
    <p:sldLayoutId id="2147484563" r:id="rId9"/>
    <p:sldLayoutId id="2147484564" r:id="rId10"/>
    <p:sldLayoutId id="2147484565" r:id="rId11"/>
    <p:sldLayoutId id="2147484566" r:id="rId12"/>
    <p:sldLayoutId id="2147484567" r:id="rId13"/>
    <p:sldLayoutId id="2147484568" r:id="rId14"/>
    <p:sldLayoutId id="2147484569" r:id="rId15"/>
    <p:sldLayoutId id="2147484570" r:id="rId16"/>
    <p:sldLayoutId id="2147484573" r:id="rId17"/>
    <p:sldLayoutId id="2147484578" r:id="rId18"/>
    <p:sldLayoutId id="2147484648" r:id="rId19"/>
    <p:sldLayoutId id="2147484696" r:id="rId20"/>
    <p:sldLayoutId id="2147484697" r:id="rId21"/>
    <p:sldLayoutId id="2147484699" r:id="rId22"/>
    <p:sldLayoutId id="2147484704" r:id="rId23"/>
    <p:sldLayoutId id="2147484706" r:id="rId24"/>
    <p:sldLayoutId id="2147484707" r:id="rId25"/>
    <p:sldLayoutId id="2147484708" r:id="rId26"/>
  </p:sldLayoutIdLst>
  <p:hf hdr="0" ftr="0" dt="0"/>
  <p:txStyles>
    <p:titleStyle>
      <a:lvl1pPr algn="l" defTabSz="1219170" rtl="0" eaLnBrk="1" latinLnBrk="0" hangingPunct="1">
        <a:spcBef>
          <a:spcPct val="0"/>
        </a:spcBef>
        <a:buNone/>
        <a:defRPr sz="8000" b="1" kern="1200">
          <a:solidFill>
            <a:schemeClr val="tx2"/>
          </a:solidFill>
          <a:latin typeface="Community Pro" panose="02000303040000020003"/>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Layout" Target="../slideLayouts/slideLayout202.xml"/><Relationship Id="rId4" Type="http://schemas.openxmlformats.org/officeDocument/2006/relationships/image" Target="../media/image2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17.xml"/><Relationship Id="rId1" Type="http://schemas.openxmlformats.org/officeDocument/2006/relationships/tags" Target="../tags/tag4.xml"/><Relationship Id="rId5" Type="http://schemas.openxmlformats.org/officeDocument/2006/relationships/image" Target="../media/image11.emf"/><Relationship Id="rId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13.xml"/></Relationships>
</file>

<file path=ppt/slides/_rels/slide5.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tags" Target="../tags/tag22.xml"/><Relationship Id="rId26" Type="http://schemas.openxmlformats.org/officeDocument/2006/relationships/slideLayout" Target="../slideLayouts/slideLayout218.xml"/><Relationship Id="rId3" Type="http://schemas.openxmlformats.org/officeDocument/2006/relationships/tags" Target="../tags/tag7.xml"/><Relationship Id="rId21" Type="http://schemas.openxmlformats.org/officeDocument/2006/relationships/tags" Target="../tags/tag25.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tags" Target="../tags/tag21.xml"/><Relationship Id="rId25" Type="http://schemas.openxmlformats.org/officeDocument/2006/relationships/tags" Target="../tags/tag29.xml"/><Relationship Id="rId2" Type="http://schemas.openxmlformats.org/officeDocument/2006/relationships/tags" Target="../tags/tag6.xml"/><Relationship Id="rId16" Type="http://schemas.openxmlformats.org/officeDocument/2006/relationships/tags" Target="../tags/tag20.xml"/><Relationship Id="rId20" Type="http://schemas.openxmlformats.org/officeDocument/2006/relationships/tags" Target="../tags/tag24.xml"/><Relationship Id="rId29" Type="http://schemas.openxmlformats.org/officeDocument/2006/relationships/oleObject" Target="../embeddings/oleObject4.bin"/><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24" Type="http://schemas.openxmlformats.org/officeDocument/2006/relationships/tags" Target="../tags/tag28.xml"/><Relationship Id="rId5" Type="http://schemas.openxmlformats.org/officeDocument/2006/relationships/tags" Target="../tags/tag9.xml"/><Relationship Id="rId15" Type="http://schemas.openxmlformats.org/officeDocument/2006/relationships/tags" Target="../tags/tag19.xml"/><Relationship Id="rId23" Type="http://schemas.openxmlformats.org/officeDocument/2006/relationships/tags" Target="../tags/tag27.xml"/><Relationship Id="rId28" Type="http://schemas.microsoft.com/office/2018/10/relationships/comments" Target="../comments/modernComment_7FFFFAFE_EA9E41C7.xml"/><Relationship Id="rId10" Type="http://schemas.openxmlformats.org/officeDocument/2006/relationships/tags" Target="../tags/tag14.xml"/><Relationship Id="rId19" Type="http://schemas.openxmlformats.org/officeDocument/2006/relationships/tags" Target="../tags/tag23.xml"/><Relationship Id="rId31" Type="http://schemas.openxmlformats.org/officeDocument/2006/relationships/chart" Target="../charts/chart1.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 Id="rId22" Type="http://schemas.openxmlformats.org/officeDocument/2006/relationships/tags" Target="../tags/tag26.xml"/><Relationship Id="rId27" Type="http://schemas.openxmlformats.org/officeDocument/2006/relationships/notesSlide" Target="../notesSlides/notesSlide3.xml"/><Relationship Id="rId30" Type="http://schemas.openxmlformats.org/officeDocument/2006/relationships/image" Target="../media/image11.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23.png"/><Relationship Id="rId2" Type="http://schemas.openxmlformats.org/officeDocument/2006/relationships/slideLayout" Target="../slideLayouts/slideLayout218.xml"/><Relationship Id="rId1" Type="http://schemas.openxmlformats.org/officeDocument/2006/relationships/tags" Target="../tags/tag30.xml"/><Relationship Id="rId6" Type="http://schemas.openxmlformats.org/officeDocument/2006/relationships/image" Target="../media/image11.emf"/><Relationship Id="rId5" Type="http://schemas.openxmlformats.org/officeDocument/2006/relationships/oleObject" Target="../embeddings/oleObject5.bin"/><Relationship Id="rId4" Type="http://schemas.microsoft.com/office/2018/10/relationships/comments" Target="../comments/modernComment_7FFFFB40_A5A65758.xml"/></Relationships>
</file>

<file path=ppt/slides/_rels/slide7.xml.rels><?xml version="1.0" encoding="UTF-8" standalone="yes"?>
<Relationships xmlns="http://schemas.openxmlformats.org/package/2006/relationships"><Relationship Id="rId3" Type="http://schemas.microsoft.com/office/2018/10/relationships/comments" Target="../comments/modernComment_7FFFFB0E_F00A410D.xml"/><Relationship Id="rId2" Type="http://schemas.openxmlformats.org/officeDocument/2006/relationships/notesSlide" Target="../notesSlides/notesSlide5.xml"/><Relationship Id="rId1" Type="http://schemas.openxmlformats.org/officeDocument/2006/relationships/slideLayout" Target="../slideLayouts/slideLayout214.xml"/></Relationships>
</file>

<file path=ppt/slides/_rels/slide8.xml.rels><?xml version="1.0" encoding="UTF-8" standalone="yes"?>
<Relationships xmlns="http://schemas.openxmlformats.org/package/2006/relationships"><Relationship Id="rId3" Type="http://schemas.microsoft.com/office/2018/10/relationships/comments" Target="../comments/modernComment_7FFFFB3B_FD3D91A.xml"/><Relationship Id="rId2" Type="http://schemas.openxmlformats.org/officeDocument/2006/relationships/notesSlide" Target="../notesSlides/notesSlide6.xml"/><Relationship Id="rId1" Type="http://schemas.openxmlformats.org/officeDocument/2006/relationships/slideLayout" Target="../slideLayouts/slideLayout214.xml"/></Relationships>
</file>

<file path=ppt/slides/_rels/slide9.xml.rels><?xml version="1.0" encoding="UTF-8" standalone="yes"?>
<Relationships xmlns="http://schemas.openxmlformats.org/package/2006/relationships"><Relationship Id="rId3" Type="http://schemas.microsoft.com/office/2018/10/relationships/comments" Target="../comments/modernComment_7FFFFB0F_8603AA72.xml"/><Relationship Id="rId2" Type="http://schemas.openxmlformats.org/officeDocument/2006/relationships/notesSlide" Target="../notesSlides/notesSlide7.xml"/><Relationship Id="rId1" Type="http://schemas.openxmlformats.org/officeDocument/2006/relationships/slideLayout" Target="../slideLayouts/slideLayout214.xml"/></Relationships>
</file>

<file path=ppt/slides/_rels/slide10.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4.xml"/></Relationships>
</file>

<file path=ppt/slides/_rels/slide12.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18" Type="http://schemas.openxmlformats.org/officeDocument/2006/relationships/tags" Target="../tags/tag48.xml"/><Relationship Id="rId26" Type="http://schemas.openxmlformats.org/officeDocument/2006/relationships/notesSlide" Target="../notesSlides/notesSlide9.xml"/><Relationship Id="rId3" Type="http://schemas.openxmlformats.org/officeDocument/2006/relationships/tags" Target="../tags/tag33.xml"/><Relationship Id="rId21" Type="http://schemas.openxmlformats.org/officeDocument/2006/relationships/tags" Target="../tags/tag51.xml"/><Relationship Id="rId7" Type="http://schemas.openxmlformats.org/officeDocument/2006/relationships/tags" Target="../tags/tag37.xml"/><Relationship Id="rId12" Type="http://schemas.openxmlformats.org/officeDocument/2006/relationships/tags" Target="../tags/tag42.xml"/><Relationship Id="rId17" Type="http://schemas.openxmlformats.org/officeDocument/2006/relationships/tags" Target="../tags/tag47.xml"/><Relationship Id="rId25" Type="http://schemas.openxmlformats.org/officeDocument/2006/relationships/slideLayout" Target="../slideLayouts/slideLayout214.xml"/><Relationship Id="rId2" Type="http://schemas.openxmlformats.org/officeDocument/2006/relationships/tags" Target="../tags/tag32.xml"/><Relationship Id="rId16" Type="http://schemas.openxmlformats.org/officeDocument/2006/relationships/tags" Target="../tags/tag46.xml"/><Relationship Id="rId20" Type="http://schemas.openxmlformats.org/officeDocument/2006/relationships/tags" Target="../tags/tag50.xml"/><Relationship Id="rId29" Type="http://schemas.openxmlformats.org/officeDocument/2006/relationships/image" Target="../media/image24.emf"/><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24" Type="http://schemas.openxmlformats.org/officeDocument/2006/relationships/tags" Target="../tags/tag54.xml"/><Relationship Id="rId5" Type="http://schemas.openxmlformats.org/officeDocument/2006/relationships/tags" Target="../tags/tag35.xml"/><Relationship Id="rId15" Type="http://schemas.openxmlformats.org/officeDocument/2006/relationships/tags" Target="../tags/tag45.xml"/><Relationship Id="rId23" Type="http://schemas.openxmlformats.org/officeDocument/2006/relationships/tags" Target="../tags/tag53.xml"/><Relationship Id="rId28" Type="http://schemas.openxmlformats.org/officeDocument/2006/relationships/oleObject" Target="../embeddings/oleObject6.bin"/><Relationship Id="rId10" Type="http://schemas.openxmlformats.org/officeDocument/2006/relationships/tags" Target="../tags/tag40.xml"/><Relationship Id="rId19" Type="http://schemas.openxmlformats.org/officeDocument/2006/relationships/tags" Target="../tags/tag49.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 Id="rId22" Type="http://schemas.openxmlformats.org/officeDocument/2006/relationships/tags" Target="../tags/tag52.xml"/><Relationship Id="rId27" Type="http://schemas.microsoft.com/office/2018/10/relationships/comments" Target="../comments/modernComment_7FFFFB29_3B03E8.xml"/><Relationship Id="rId30" Type="http://schemas.openxmlformats.org/officeDocument/2006/relationships/chart" Target="../charts/chart2.xml"/></Relationships>
</file>

<file path=ppt/slides/_rels/slide13.xml.rels><?xml version="1.0" encoding="UTF-8" standalone="yes"?>
<Relationships xmlns="http://schemas.openxmlformats.org/package/2006/relationships"><Relationship Id="rId3" Type="http://schemas.openxmlformats.org/officeDocument/2006/relationships/hyperlink" Target="https://msit.powerbi.com/groups/me/apps/1d218c0f-efcc-4b1c-9c7e-15a29e897505/reports/86d3d4ac-e734-4dd8-9c5d-82b51b9a71f8/ReportSection557adcf7d8aba76e879b?ctid=72f988bf-86f1-41af-91ab-2d7cd011db47&amp;experience=power-bi" TargetMode="External"/><Relationship Id="rId2" Type="http://schemas.openxmlformats.org/officeDocument/2006/relationships/notesSlide" Target="../notesSlides/notesSlide10.xml"/><Relationship Id="rId1" Type="http://schemas.openxmlformats.org/officeDocument/2006/relationships/slideLayout" Target="../slideLayouts/slideLayout214.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2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22.xml"/><Relationship Id="rId1" Type="http://schemas.openxmlformats.org/officeDocument/2006/relationships/tags" Target="../tags/tag55.xml"/><Relationship Id="rId5" Type="http://schemas.openxmlformats.org/officeDocument/2006/relationships/image" Target="../media/image27.emf"/><Relationship Id="rId4" Type="http://schemas.openxmlformats.org/officeDocument/2006/relationships/oleObject" Target="../embeddings/oleObject7.bin"/></Relationships>
</file>

<file path=ppt/slides/_rels/slide16.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tags" Target="../tags/tag68.xml"/><Relationship Id="rId18" Type="http://schemas.openxmlformats.org/officeDocument/2006/relationships/oleObject" Target="../embeddings/oleObject8.bin"/><Relationship Id="rId3" Type="http://schemas.openxmlformats.org/officeDocument/2006/relationships/tags" Target="../tags/tag58.xml"/><Relationship Id="rId21" Type="http://schemas.openxmlformats.org/officeDocument/2006/relationships/image" Target="../media/image25.png"/><Relationship Id="rId7" Type="http://schemas.openxmlformats.org/officeDocument/2006/relationships/tags" Target="../tags/tag62.xml"/><Relationship Id="rId12" Type="http://schemas.openxmlformats.org/officeDocument/2006/relationships/tags" Target="../tags/tag67.xml"/><Relationship Id="rId17" Type="http://schemas.openxmlformats.org/officeDocument/2006/relationships/notesSlide" Target="../notesSlides/notesSlide13.xml"/><Relationship Id="rId2" Type="http://schemas.openxmlformats.org/officeDocument/2006/relationships/tags" Target="../tags/tag57.xml"/><Relationship Id="rId16" Type="http://schemas.openxmlformats.org/officeDocument/2006/relationships/slideLayout" Target="../slideLayouts/slideLayout215.xml"/><Relationship Id="rId20" Type="http://schemas.openxmlformats.org/officeDocument/2006/relationships/chart" Target="../charts/chart3.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5" Type="http://schemas.openxmlformats.org/officeDocument/2006/relationships/tags" Target="../tags/tag60.xml"/><Relationship Id="rId15" Type="http://schemas.openxmlformats.org/officeDocument/2006/relationships/tags" Target="../tags/tag70.xml"/><Relationship Id="rId10" Type="http://schemas.openxmlformats.org/officeDocument/2006/relationships/tags" Target="../tags/tag65.xml"/><Relationship Id="rId19" Type="http://schemas.openxmlformats.org/officeDocument/2006/relationships/image" Target="../media/image28.emf"/><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tags" Target="../tags/tag6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2.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7FFFFB3F_9CA3D2B4.xml"/><Relationship Id="rId2" Type="http://schemas.openxmlformats.org/officeDocument/2006/relationships/notesSlide" Target="../notesSlides/notesSlide15.xml"/><Relationship Id="rId1" Type="http://schemas.openxmlformats.org/officeDocument/2006/relationships/slideLayout" Target="../slideLayouts/slideLayout222.xml"/><Relationship Id="rId4" Type="http://schemas.openxmlformats.org/officeDocument/2006/relationships/hyperlink" Target="https://microsoft.sharepoint.com/:w:/t/ltsjobs/IQG7oCSGDgCSTrQBKQw5RljYASyEeBlycY_ct781Db7jSW0" TargetMode="External"/></Relationships>
</file>

<file path=ppt/slides/_rels/slide19.xml.rels><?xml version="1.0" encoding="UTF-8" standalone="yes"?>
<Relationships xmlns="http://schemas.openxmlformats.org/package/2006/relationships"><Relationship Id="rId2" Type="http://schemas.microsoft.com/office/2018/10/relationships/comments" Target="../comments/modernComment_7FFFFB27_66DF7F7.xml"/><Relationship Id="rId1" Type="http://schemas.openxmlformats.org/officeDocument/2006/relationships/slideLayout" Target="../slideLayouts/slideLayout2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2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2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19.xml"/><Relationship Id="rId1" Type="http://schemas.openxmlformats.org/officeDocument/2006/relationships/tags" Target="../tags/tag71.xml"/><Relationship Id="rId5" Type="http://schemas.openxmlformats.org/officeDocument/2006/relationships/image" Target="../media/image11.emf"/><Relationship Id="rId4" Type="http://schemas.openxmlformats.org/officeDocument/2006/relationships/oleObject" Target="../embeddings/oleObject9.bin"/></Relationships>
</file>

<file path=ppt/slides/_rels/slide27.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tags" Target="../tags/tag84.xml"/><Relationship Id="rId18" Type="http://schemas.openxmlformats.org/officeDocument/2006/relationships/tags" Target="../tags/tag89.xml"/><Relationship Id="rId26" Type="http://schemas.openxmlformats.org/officeDocument/2006/relationships/slideLayout" Target="../slideLayouts/slideLayout220.xml"/><Relationship Id="rId3" Type="http://schemas.openxmlformats.org/officeDocument/2006/relationships/tags" Target="../tags/tag74.xml"/><Relationship Id="rId21" Type="http://schemas.openxmlformats.org/officeDocument/2006/relationships/tags" Target="../tags/tag92.xml"/><Relationship Id="rId7" Type="http://schemas.openxmlformats.org/officeDocument/2006/relationships/tags" Target="../tags/tag78.xml"/><Relationship Id="rId12" Type="http://schemas.openxmlformats.org/officeDocument/2006/relationships/tags" Target="../tags/tag83.xml"/><Relationship Id="rId17" Type="http://schemas.openxmlformats.org/officeDocument/2006/relationships/tags" Target="../tags/tag88.xml"/><Relationship Id="rId25" Type="http://schemas.openxmlformats.org/officeDocument/2006/relationships/tags" Target="../tags/tag96.xml"/><Relationship Id="rId2" Type="http://schemas.openxmlformats.org/officeDocument/2006/relationships/tags" Target="../tags/tag73.xml"/><Relationship Id="rId16" Type="http://schemas.openxmlformats.org/officeDocument/2006/relationships/tags" Target="../tags/tag87.xml"/><Relationship Id="rId20" Type="http://schemas.openxmlformats.org/officeDocument/2006/relationships/tags" Target="../tags/tag91.xml"/><Relationship Id="rId29" Type="http://schemas.openxmlformats.org/officeDocument/2006/relationships/image" Target="../media/image11.emf"/><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tags" Target="../tags/tag82.xml"/><Relationship Id="rId24" Type="http://schemas.openxmlformats.org/officeDocument/2006/relationships/tags" Target="../tags/tag95.xml"/><Relationship Id="rId5" Type="http://schemas.openxmlformats.org/officeDocument/2006/relationships/tags" Target="../tags/tag76.xml"/><Relationship Id="rId15" Type="http://schemas.openxmlformats.org/officeDocument/2006/relationships/tags" Target="../tags/tag86.xml"/><Relationship Id="rId23" Type="http://schemas.openxmlformats.org/officeDocument/2006/relationships/tags" Target="../tags/tag94.xml"/><Relationship Id="rId28" Type="http://schemas.openxmlformats.org/officeDocument/2006/relationships/oleObject" Target="../embeddings/oleObject10.bin"/><Relationship Id="rId10" Type="http://schemas.openxmlformats.org/officeDocument/2006/relationships/tags" Target="../tags/tag81.xml"/><Relationship Id="rId19" Type="http://schemas.openxmlformats.org/officeDocument/2006/relationships/tags" Target="../tags/tag90.xml"/><Relationship Id="rId31" Type="http://schemas.openxmlformats.org/officeDocument/2006/relationships/chart" Target="../charts/chart5.xml"/><Relationship Id="rId4" Type="http://schemas.openxmlformats.org/officeDocument/2006/relationships/tags" Target="../tags/tag75.xml"/><Relationship Id="rId9" Type="http://schemas.openxmlformats.org/officeDocument/2006/relationships/tags" Target="../tags/tag80.xml"/><Relationship Id="rId14" Type="http://schemas.openxmlformats.org/officeDocument/2006/relationships/tags" Target="../tags/tag85.xml"/><Relationship Id="rId22" Type="http://schemas.openxmlformats.org/officeDocument/2006/relationships/tags" Target="../tags/tag93.xml"/><Relationship Id="rId27" Type="http://schemas.openxmlformats.org/officeDocument/2006/relationships/notesSlide" Target="../notesSlides/notesSlide21.xml"/><Relationship Id="rId30" Type="http://schemas.openxmlformats.org/officeDocument/2006/relationships/chart" Target="../charts/chart4.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16.xml"/><Relationship Id="rId1" Type="http://schemas.openxmlformats.org/officeDocument/2006/relationships/tags" Target="../tags/tag97.xml"/><Relationship Id="rId5" Type="http://schemas.openxmlformats.org/officeDocument/2006/relationships/image" Target="../media/image34.png"/><Relationship Id="rId4" Type="http://schemas.openxmlformats.org/officeDocument/2006/relationships/image" Target="../media/image3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8295F5D-69DA-AA27-059D-0BF698595EAD}"/>
              </a:ext>
            </a:extLst>
          </p:cNvPr>
          <p:cNvSpPr/>
          <p:nvPr/>
        </p:nvSpPr>
        <p:spPr>
          <a:xfrm>
            <a:off x="1585" y="0"/>
            <a:ext cx="24384001" cy="13716000"/>
          </a:xfrm>
          <a:prstGeom prst="rect">
            <a:avLst/>
          </a:prstGeom>
          <a:solidFill>
            <a:srgbClr val="0729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pic>
        <p:nvPicPr>
          <p:cNvPr id="2" name="Rectangle 142" descr="preencoded.png">
            <a:extLst>
              <a:ext uri="{FF2B5EF4-FFF2-40B4-BE49-F238E27FC236}">
                <a16:creationId xmlns:a16="http://schemas.microsoft.com/office/drawing/2014/main" id="{5D9DC97D-2D9D-5A1D-F3A1-B28F4580546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7857788" y="10769601"/>
            <a:ext cx="6134100" cy="2476500"/>
          </a:xfrm>
          <a:prstGeom prst="rect">
            <a:avLst/>
          </a:prstGeom>
        </p:spPr>
      </p:pic>
      <p:pic>
        <p:nvPicPr>
          <p:cNvPr id="3" name="LinkedIn_RGB_Blue 1" descr="preencoded.png">
            <a:extLst>
              <a:ext uri="{FF2B5EF4-FFF2-40B4-BE49-F238E27FC236}">
                <a16:creationId xmlns:a16="http://schemas.microsoft.com/office/drawing/2014/main" id="{B41BDDCC-9216-6417-7FFE-AB53882A1C9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8226087" y="11069705"/>
            <a:ext cx="5435600" cy="1917700"/>
          </a:xfrm>
          <a:prstGeom prst="rect">
            <a:avLst/>
          </a:prstGeom>
        </p:spPr>
      </p:pic>
      <p:pic>
        <p:nvPicPr>
          <p:cNvPr id="10" name="Rectangle 141" descr="preencoded.png">
            <a:extLst>
              <a:ext uri="{FF2B5EF4-FFF2-40B4-BE49-F238E27FC236}">
                <a16:creationId xmlns:a16="http://schemas.microsoft.com/office/drawing/2014/main" id="{369C3A7B-62CF-215B-DC5A-3F0D7B07208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95288" y="10769601"/>
            <a:ext cx="17208500" cy="2476500"/>
          </a:xfrm>
          <a:prstGeom prst="rect">
            <a:avLst/>
          </a:prstGeom>
        </p:spPr>
      </p:pic>
      <p:sp>
        <p:nvSpPr>
          <p:cNvPr id="6" name="Rounded Rectangle 5">
            <a:extLst>
              <a:ext uri="{FF2B5EF4-FFF2-40B4-BE49-F238E27FC236}">
                <a16:creationId xmlns:a16="http://schemas.microsoft.com/office/drawing/2014/main" id="{D950B5E1-BEC4-B3F4-C98B-58F038211E3E}"/>
              </a:ext>
            </a:extLst>
          </p:cNvPr>
          <p:cNvSpPr/>
          <p:nvPr/>
        </p:nvSpPr>
        <p:spPr>
          <a:xfrm>
            <a:off x="395288" y="406400"/>
            <a:ext cx="23596599" cy="10058400"/>
          </a:xfrm>
          <a:prstGeom prst="roundRect">
            <a:avLst>
              <a:gd name="adj" fmla="val 2474"/>
            </a:avLst>
          </a:prstGeom>
          <a:solidFill>
            <a:srgbClr val="0041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ommunity Pro" panose="02000303040000020003"/>
            </a:endParaRPr>
          </a:p>
        </p:txBody>
      </p:sp>
      <p:sp>
        <p:nvSpPr>
          <p:cNvPr id="8" name="Fuel Your Business Growth with Impactful Creative">
            <a:extLst>
              <a:ext uri="{FF2B5EF4-FFF2-40B4-BE49-F238E27FC236}">
                <a16:creationId xmlns:a16="http://schemas.microsoft.com/office/drawing/2014/main" id="{1411AF9E-1FFC-A5DB-3E05-3B6DFF5DCD71}"/>
              </a:ext>
            </a:extLst>
          </p:cNvPr>
          <p:cNvSpPr/>
          <p:nvPr/>
        </p:nvSpPr>
        <p:spPr>
          <a:xfrm>
            <a:off x="1589087" y="11754602"/>
            <a:ext cx="12725400" cy="546100"/>
          </a:xfrm>
          <a:prstGeom prst="rect">
            <a:avLst/>
          </a:prstGeom>
          <a:noFill/>
          <a:ln/>
        </p:spPr>
        <p:txBody>
          <a:bodyPr wrap="square" lIns="0" tIns="0" rIns="0" bIns="0" rtlCol="0" anchor="t"/>
          <a:lstStyle/>
          <a:p>
            <a:pPr>
              <a:spcAft>
                <a:spcPts val="10000"/>
              </a:spcAft>
            </a:pPr>
            <a:r>
              <a:rPr lang="en-US" sz="3500" b="1" kern="0">
                <a:solidFill>
                  <a:srgbClr val="FFFFFF"/>
                </a:solidFill>
                <a:latin typeface="Community Pro" panose="02000303040000020003"/>
                <a:ea typeface="Calibri"/>
                <a:cs typeface="Calibri"/>
              </a:rPr>
              <a:t>May 19, 2026</a:t>
            </a:r>
            <a:endParaRPr lang="en-US" sz="3500" b="1">
              <a:latin typeface="Community Pro" panose="02000303040000020003"/>
              <a:ea typeface="Calibri"/>
              <a:cs typeface="Calibri"/>
            </a:endParaRPr>
          </a:p>
        </p:txBody>
      </p:sp>
      <p:sp>
        <p:nvSpPr>
          <p:cNvPr id="9" name="Best Creative PracticesVideo Edition">
            <a:extLst>
              <a:ext uri="{FF2B5EF4-FFF2-40B4-BE49-F238E27FC236}">
                <a16:creationId xmlns:a16="http://schemas.microsoft.com/office/drawing/2014/main" id="{4CB1DAF0-DE4A-FB02-974B-AB4F1CD95A0F}"/>
              </a:ext>
            </a:extLst>
          </p:cNvPr>
          <p:cNvSpPr/>
          <p:nvPr/>
        </p:nvSpPr>
        <p:spPr>
          <a:xfrm>
            <a:off x="1271587" y="1358900"/>
            <a:ext cx="20421600" cy="7975600"/>
          </a:xfrm>
          <a:prstGeom prst="rect">
            <a:avLst/>
          </a:prstGeom>
          <a:noFill/>
          <a:ln/>
        </p:spPr>
        <p:txBody>
          <a:bodyPr wrap="square" lIns="0" tIns="0" rIns="0" bIns="0" rtlCol="0" anchor="t"/>
          <a:lstStyle/>
          <a:p>
            <a:pPr>
              <a:lnSpc>
                <a:spcPct val="78000"/>
              </a:lnSpc>
              <a:spcAft>
                <a:spcPts val="22702"/>
              </a:spcAft>
            </a:pPr>
            <a:r>
              <a:rPr lang="en-US" sz="21950" b="1" kern="0" spc="-900">
                <a:solidFill>
                  <a:srgbClr val="70B5F9"/>
                </a:solidFill>
                <a:latin typeface="Community Pro" panose="02000303040000020003"/>
                <a:ea typeface="Calibri"/>
                <a:cs typeface="Calibri"/>
              </a:rPr>
              <a:t>Pricing and GSA QBR: </a:t>
            </a:r>
            <a:br>
              <a:rPr lang="en-US" sz="21950" b="1" kern="0" spc="-900">
                <a:latin typeface="Community Pro" panose="02000303040000020003"/>
                <a:ea typeface="Calibri" panose="020F0502020204030204" pitchFamily="34" charset="0"/>
                <a:cs typeface="Calibri" panose="020F0502020204030204" pitchFamily="34" charset="0"/>
              </a:rPr>
            </a:br>
            <a:r>
              <a:rPr lang="en-US" sz="21950" b="1" kern="0" spc="-900">
                <a:solidFill>
                  <a:srgbClr val="70B5F9"/>
                </a:solidFill>
                <a:latin typeface="Community Pro" panose="02000303040000020003"/>
                <a:ea typeface="Calibri"/>
                <a:cs typeface="Calibri"/>
              </a:rPr>
              <a:t>Q4 FY26</a:t>
            </a:r>
          </a:p>
        </p:txBody>
      </p:sp>
    </p:spTree>
    <p:extLst>
      <p:ext uri="{BB962C8B-B14F-4D97-AF65-F5344CB8AC3E}">
        <p14:creationId xmlns:p14="http://schemas.microsoft.com/office/powerpoint/2010/main" val="3795269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DE2F2AA-ED38-AFC7-D0D8-D3D609DE55EA}"/>
              </a:ext>
            </a:extLst>
          </p:cNvPr>
          <p:cNvSpPr>
            <a:spLocks noGrp="1"/>
          </p:cNvSpPr>
          <p:nvPr>
            <p:ph type="body" sz="quarter" idx="12"/>
          </p:nvPr>
        </p:nvSpPr>
        <p:spPr>
          <a:xfrm>
            <a:off x="261293" y="451125"/>
            <a:ext cx="23450880" cy="1366159"/>
          </a:xfrm>
        </p:spPr>
        <p:txBody>
          <a:bodyPr/>
          <a:lstStyle/>
          <a:p>
            <a:r>
              <a:rPr lang="en-US"/>
              <a:t>Executive Summary</a:t>
            </a:r>
          </a:p>
        </p:txBody>
      </p:sp>
      <p:sp>
        <p:nvSpPr>
          <p:cNvPr id="21" name="TextBox 20">
            <a:extLst>
              <a:ext uri="{FF2B5EF4-FFF2-40B4-BE49-F238E27FC236}">
                <a16:creationId xmlns:a16="http://schemas.microsoft.com/office/drawing/2014/main" id="{9159E1AE-B4F1-B04D-D98B-71C68A8B26C0}"/>
              </a:ext>
            </a:extLst>
          </p:cNvPr>
          <p:cNvSpPr txBox="1"/>
          <p:nvPr/>
        </p:nvSpPr>
        <p:spPr>
          <a:xfrm>
            <a:off x="361256" y="7462165"/>
            <a:ext cx="10886290" cy="637097"/>
          </a:xfrm>
          <a:prstGeom prst="rect">
            <a:avLst/>
          </a:prstGeom>
          <a:noFill/>
        </p:spPr>
        <p:txBody>
          <a:bodyPr wrap="square" lIns="182880" tIns="91440" rIns="182880" bIns="91440" anchor="t">
            <a:spAutoFit/>
          </a:bodyPr>
          <a:lstStyle/>
          <a:p>
            <a:pPr>
              <a:lnSpc>
                <a:spcPct val="134408"/>
              </a:lnSpc>
              <a:defRPr/>
            </a:pPr>
            <a:r>
              <a:rPr lang="en-US" sz="2400" b="1" u="sng">
                <a:latin typeface="Community"/>
                <a:ea typeface="Community Pro Medium"/>
                <a:cs typeface="Community Devanagari" panose="020B0502040204020203" pitchFamily="2" charset="0"/>
              </a:rPr>
              <a:t>Enterprise Programs  Insights:</a:t>
            </a:r>
            <a:endParaRPr lang="en-US" sz="2400">
              <a:latin typeface="Community"/>
              <a:ea typeface="Community Pro Medium"/>
              <a:cs typeface="Community Devanagari" panose="020B0502040204020203" pitchFamily="2" charset="0"/>
            </a:endParaRPr>
          </a:p>
        </p:txBody>
      </p:sp>
      <p:sp>
        <p:nvSpPr>
          <p:cNvPr id="22" name="TextBox 21">
            <a:extLst>
              <a:ext uri="{FF2B5EF4-FFF2-40B4-BE49-F238E27FC236}">
                <a16:creationId xmlns:a16="http://schemas.microsoft.com/office/drawing/2014/main" id="{3BA14FAF-9E77-B8C0-C9B9-5335F1523288}"/>
              </a:ext>
            </a:extLst>
          </p:cNvPr>
          <p:cNvSpPr txBox="1"/>
          <p:nvPr/>
        </p:nvSpPr>
        <p:spPr>
          <a:xfrm>
            <a:off x="11615956" y="7462165"/>
            <a:ext cx="12046558" cy="637097"/>
          </a:xfrm>
          <a:prstGeom prst="rect">
            <a:avLst/>
          </a:prstGeom>
          <a:noFill/>
        </p:spPr>
        <p:txBody>
          <a:bodyPr wrap="square" lIns="182880" tIns="91440" rIns="182880" bIns="91440" anchor="t">
            <a:spAutoFit/>
          </a:bodyPr>
          <a:lstStyle/>
          <a:p>
            <a:pPr lvl="0">
              <a:lnSpc>
                <a:spcPct val="134408"/>
              </a:lnSpc>
              <a:defRPr/>
            </a:pPr>
            <a:r>
              <a:rPr lang="en-US" sz="2400" b="1" u="sng">
                <a:latin typeface="Community" panose="02000303040000020003" pitchFamily="50" charset="0"/>
                <a:ea typeface="Community Pro Medium"/>
                <a:cs typeface="Community Devanagari" panose="020B0502040204020203" pitchFamily="2" charset="0"/>
              </a:rPr>
              <a:t>Initiatives underway / action needed</a:t>
            </a:r>
            <a:endParaRPr lang="en-US" sz="2400">
              <a:latin typeface="Community" panose="02000303040000020003" pitchFamily="50" charset="0"/>
              <a:ea typeface="Community Pro Medium"/>
              <a:cs typeface="Community Devanagari" panose="020B0502040204020203" pitchFamily="2" charset="0"/>
            </a:endParaRPr>
          </a:p>
        </p:txBody>
      </p:sp>
      <p:sp>
        <p:nvSpPr>
          <p:cNvPr id="23" name="TextBox 22">
            <a:extLst>
              <a:ext uri="{FF2B5EF4-FFF2-40B4-BE49-F238E27FC236}">
                <a16:creationId xmlns:a16="http://schemas.microsoft.com/office/drawing/2014/main" id="{EEB2245B-CA71-1114-C8F0-76A85499D276}"/>
              </a:ext>
            </a:extLst>
          </p:cNvPr>
          <p:cNvSpPr txBox="1"/>
          <p:nvPr/>
        </p:nvSpPr>
        <p:spPr>
          <a:xfrm>
            <a:off x="429913" y="8100201"/>
            <a:ext cx="10790170" cy="2139047"/>
          </a:xfrm>
          <a:prstGeom prst="rect">
            <a:avLst/>
          </a:prstGeom>
          <a:noFill/>
        </p:spPr>
        <p:txBody>
          <a:bodyPr wrap="square" lIns="182880" tIns="91440" rIns="182880" bIns="91440" anchor="t">
            <a:spAutoFit/>
          </a:bodyPr>
          <a:lstStyle/>
          <a:p>
            <a:pPr marL="342900" indent="-342900">
              <a:lnSpc>
                <a:spcPct val="130000"/>
              </a:lnSpc>
              <a:spcAft>
                <a:spcPts val="600"/>
              </a:spcAft>
              <a:buFont typeface="Arial" panose="020B0604020202020204" pitchFamily="34" charset="0"/>
              <a:buChar char="•"/>
              <a:defRPr/>
            </a:pPr>
            <a:r>
              <a:rPr lang="en-IE" sz="2400" b="1" u="sng">
                <a:ea typeface="+mn-lt"/>
                <a:cs typeface="+mn-lt"/>
              </a:rPr>
              <a:t>Win Rates</a:t>
            </a:r>
            <a:r>
              <a:rPr lang="en-IE" sz="2400">
                <a:ea typeface="+mn-lt"/>
                <a:cs typeface="+mn-lt"/>
              </a:rPr>
              <a:t>: Pipeline volume is sufficient, but a ~9pp close-rate shortfall is compressing weighted coverage and creating. There is an opportunity to increase bookings by ~$1.5M</a:t>
            </a:r>
            <a:endParaRPr lang="en-US" sz="2400">
              <a:ea typeface="+mn-lt"/>
              <a:cs typeface="+mn-lt"/>
            </a:endParaRPr>
          </a:p>
          <a:p>
            <a:pPr marL="342900" indent="-342900">
              <a:lnSpc>
                <a:spcPct val="130000"/>
              </a:lnSpc>
              <a:spcAft>
                <a:spcPts val="600"/>
              </a:spcAft>
              <a:buFont typeface="Arial" panose="020B0604020202020204" pitchFamily="34" charset="0"/>
              <a:buChar char="•"/>
              <a:defRPr/>
            </a:pPr>
            <a:endParaRPr lang="en-US" sz="2400">
              <a:ea typeface="+mn-lt"/>
              <a:cs typeface="+mn-lt"/>
            </a:endParaRPr>
          </a:p>
        </p:txBody>
      </p:sp>
      <p:sp>
        <p:nvSpPr>
          <p:cNvPr id="25" name="Isosceles Triangle 24">
            <a:extLst>
              <a:ext uri="{FF2B5EF4-FFF2-40B4-BE49-F238E27FC236}">
                <a16:creationId xmlns:a16="http://schemas.microsoft.com/office/drawing/2014/main" id="{2D3F661C-97A0-C3E3-EEB4-E894F9C4DE5A}"/>
              </a:ext>
            </a:extLst>
          </p:cNvPr>
          <p:cNvSpPr/>
          <p:nvPr/>
        </p:nvSpPr>
        <p:spPr>
          <a:xfrm rot="5400000">
            <a:off x="11125570" y="8448775"/>
            <a:ext cx="668834" cy="323718"/>
          </a:xfrm>
          <a:prstGeom prst="triangle">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solidFill>
                <a:srgbClr val="EE0000"/>
              </a:solidFill>
              <a:latin typeface="Community" panose="02000303040000020003" pitchFamily="50" charset="0"/>
              <a:ea typeface="Community Pro Medium"/>
              <a:cs typeface="Community Devanagari" panose="020B0502040204020203" pitchFamily="2" charset="0"/>
            </a:endParaRPr>
          </a:p>
        </p:txBody>
      </p:sp>
      <p:sp>
        <p:nvSpPr>
          <p:cNvPr id="28" name="Isosceles Triangle 27">
            <a:extLst>
              <a:ext uri="{FF2B5EF4-FFF2-40B4-BE49-F238E27FC236}">
                <a16:creationId xmlns:a16="http://schemas.microsoft.com/office/drawing/2014/main" id="{180BA622-E6A6-6372-FD44-FE1CD5EE9C61}"/>
              </a:ext>
            </a:extLst>
          </p:cNvPr>
          <p:cNvSpPr/>
          <p:nvPr/>
        </p:nvSpPr>
        <p:spPr>
          <a:xfrm rot="5400000">
            <a:off x="11222315" y="10200281"/>
            <a:ext cx="668834" cy="323718"/>
          </a:xfrm>
          <a:prstGeom prst="triangle">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solidFill>
                <a:srgbClr val="EE0000"/>
              </a:solidFill>
              <a:latin typeface="Community" panose="02000303040000020003" pitchFamily="50" charset="0"/>
              <a:ea typeface="Community Pro Medium"/>
              <a:cs typeface="Community Devanagari" panose="020B0502040204020203" pitchFamily="2" charset="0"/>
            </a:endParaRPr>
          </a:p>
        </p:txBody>
      </p:sp>
      <p:sp>
        <p:nvSpPr>
          <p:cNvPr id="30" name="Isosceles Triangle 29">
            <a:extLst>
              <a:ext uri="{FF2B5EF4-FFF2-40B4-BE49-F238E27FC236}">
                <a16:creationId xmlns:a16="http://schemas.microsoft.com/office/drawing/2014/main" id="{5DF37953-FD7B-1B99-464D-46FBF70399DD}"/>
              </a:ext>
            </a:extLst>
          </p:cNvPr>
          <p:cNvSpPr/>
          <p:nvPr/>
        </p:nvSpPr>
        <p:spPr>
          <a:xfrm rot="5400000">
            <a:off x="11062380" y="3898151"/>
            <a:ext cx="668834" cy="323718"/>
          </a:xfrm>
          <a:prstGeom prst="triangle">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solidFill>
                <a:srgbClr val="EE0000"/>
              </a:solidFill>
              <a:latin typeface="Community" panose="02000303040000020003" pitchFamily="50" charset="0"/>
              <a:ea typeface="Community Pro Medium"/>
              <a:cs typeface="Community Devanagari" panose="020B0502040204020203" pitchFamily="2" charset="0"/>
            </a:endParaRPr>
          </a:p>
        </p:txBody>
      </p:sp>
      <p:sp>
        <p:nvSpPr>
          <p:cNvPr id="31" name="TextBox 30">
            <a:extLst>
              <a:ext uri="{FF2B5EF4-FFF2-40B4-BE49-F238E27FC236}">
                <a16:creationId xmlns:a16="http://schemas.microsoft.com/office/drawing/2014/main" id="{AEC176F7-F85C-B3DE-8C34-15BADA0C92D2}"/>
              </a:ext>
            </a:extLst>
          </p:cNvPr>
          <p:cNvSpPr txBox="1"/>
          <p:nvPr/>
        </p:nvSpPr>
        <p:spPr>
          <a:xfrm>
            <a:off x="361256" y="1300026"/>
            <a:ext cx="10886290" cy="637097"/>
          </a:xfrm>
          <a:prstGeom prst="rect">
            <a:avLst/>
          </a:prstGeom>
          <a:noFill/>
        </p:spPr>
        <p:txBody>
          <a:bodyPr wrap="square" lIns="182880" tIns="91440" rIns="182880" bIns="91440" anchor="t">
            <a:spAutoFit/>
          </a:bodyPr>
          <a:lstStyle/>
          <a:p>
            <a:pPr lvl="0">
              <a:lnSpc>
                <a:spcPct val="134408"/>
              </a:lnSpc>
              <a:defRPr/>
            </a:pPr>
            <a:r>
              <a:rPr lang="en-US" sz="2400" b="1" u="sng">
                <a:latin typeface="Community "/>
                <a:ea typeface="Community Pro Medium"/>
              </a:rPr>
              <a:t>A La Carte Highlights:</a:t>
            </a:r>
            <a:endParaRPr lang="en-US" sz="2400">
              <a:latin typeface="Community "/>
              <a:ea typeface="Community Pro Medium"/>
            </a:endParaRPr>
          </a:p>
        </p:txBody>
      </p:sp>
      <p:sp>
        <p:nvSpPr>
          <p:cNvPr id="32" name="TextBox 31">
            <a:extLst>
              <a:ext uri="{FF2B5EF4-FFF2-40B4-BE49-F238E27FC236}">
                <a16:creationId xmlns:a16="http://schemas.microsoft.com/office/drawing/2014/main" id="{D7508766-EE35-9682-CC9A-6D57153F3466}"/>
              </a:ext>
            </a:extLst>
          </p:cNvPr>
          <p:cNvSpPr txBox="1"/>
          <p:nvPr/>
        </p:nvSpPr>
        <p:spPr>
          <a:xfrm>
            <a:off x="11615956" y="1300026"/>
            <a:ext cx="12046558" cy="637097"/>
          </a:xfrm>
          <a:prstGeom prst="rect">
            <a:avLst/>
          </a:prstGeom>
          <a:noFill/>
        </p:spPr>
        <p:txBody>
          <a:bodyPr wrap="square" lIns="182880" tIns="91440" rIns="182880" bIns="91440" anchor="t">
            <a:spAutoFit/>
          </a:bodyPr>
          <a:lstStyle/>
          <a:p>
            <a:pPr lvl="0">
              <a:lnSpc>
                <a:spcPct val="134408"/>
              </a:lnSpc>
              <a:defRPr/>
            </a:pPr>
            <a:r>
              <a:rPr lang="en-US" sz="2400" b="1" u="sng">
                <a:latin typeface="Community "/>
                <a:ea typeface="Community Pro Medium"/>
              </a:rPr>
              <a:t>Initiatives underway / action needed</a:t>
            </a:r>
            <a:endParaRPr lang="en-US" sz="2400">
              <a:latin typeface="Community "/>
              <a:ea typeface="Community Pro Medium"/>
            </a:endParaRPr>
          </a:p>
        </p:txBody>
      </p:sp>
      <p:sp>
        <p:nvSpPr>
          <p:cNvPr id="33" name="TextBox 32">
            <a:extLst>
              <a:ext uri="{FF2B5EF4-FFF2-40B4-BE49-F238E27FC236}">
                <a16:creationId xmlns:a16="http://schemas.microsoft.com/office/drawing/2014/main" id="{5102CC2B-1286-9D6A-0DC7-7F7A039C4503}"/>
              </a:ext>
            </a:extLst>
          </p:cNvPr>
          <p:cNvSpPr txBox="1"/>
          <p:nvPr/>
        </p:nvSpPr>
        <p:spPr>
          <a:xfrm>
            <a:off x="436264" y="1947405"/>
            <a:ext cx="10712586" cy="4136517"/>
          </a:xfrm>
          <a:prstGeom prst="rect">
            <a:avLst/>
          </a:prstGeom>
          <a:noFill/>
        </p:spPr>
        <p:txBody>
          <a:bodyPr wrap="square" lIns="182880" tIns="91440" rIns="182880" bIns="91440" anchor="t">
            <a:spAutoFit/>
          </a:bodyPr>
          <a:lstStyle/>
          <a:p>
            <a:pPr marL="342900" indent="-342900">
              <a:lnSpc>
                <a:spcPct val="130000"/>
              </a:lnSpc>
              <a:spcAft>
                <a:spcPts val="600"/>
              </a:spcAft>
              <a:buFont typeface="Arial" panose="020B0604020202020204" pitchFamily="34" charset="0"/>
              <a:buChar char="•"/>
              <a:defRPr/>
            </a:pPr>
            <a:r>
              <a:rPr lang="en-US" sz="2400" b="1" u="sng">
                <a:latin typeface="Community" panose="02000303040000020003" pitchFamily="50" charset="0"/>
                <a:ea typeface="Community Pro Medium"/>
                <a:cs typeface="Community Devanagari" panose="020B0502040204020203" pitchFamily="2" charset="0"/>
              </a:rPr>
              <a:t>ALC RIG / Monetization Score:</a:t>
            </a:r>
            <a:r>
              <a:rPr lang="en-US" sz="2400" b="1">
                <a:latin typeface="Community" panose="02000303040000020003" pitchFamily="50" charset="0"/>
                <a:ea typeface="Community Pro Medium"/>
                <a:cs typeface="Community Devanagari" panose="020B0502040204020203" pitchFamily="2" charset="0"/>
              </a:rPr>
              <a:t> </a:t>
            </a:r>
            <a:r>
              <a:rPr lang="en-US" sz="2400">
                <a:latin typeface="Community Light" panose="02000303040000020003" pitchFamily="2" charset="0"/>
                <a:ea typeface="Community Pro Medium"/>
                <a:cs typeface="Community Devanagari" panose="020B0502040204020203" pitchFamily="2" charset="0"/>
              </a:rPr>
              <a:t>Originating ALC RIG in Q2 increased +2ppts QoQ and flat YoY at 0.81 with full logo churn offsetting benefits from price increase, </a:t>
            </a:r>
            <a:r>
              <a:rPr lang="en-US" sz="2400" err="1">
                <a:latin typeface="Community Light" panose="02000303040000020003" pitchFamily="2" charset="0"/>
                <a:ea typeface="Community Pro Medium"/>
                <a:cs typeface="Community Devanagari" panose="020B0502040204020203" pitchFamily="2" charset="0"/>
              </a:rPr>
              <a:t>LiHA</a:t>
            </a:r>
            <a:r>
              <a:rPr lang="en-US" sz="2400">
                <a:latin typeface="Community Light" panose="02000303040000020003" pitchFamily="2" charset="0"/>
                <a:ea typeface="Community Pro Medium"/>
                <a:cs typeface="Community Devanagari" panose="020B0502040204020203" pitchFamily="2" charset="0"/>
              </a:rPr>
              <a:t>, and HEP conversions</a:t>
            </a:r>
          </a:p>
          <a:p>
            <a:pPr marL="342900" indent="-342900">
              <a:lnSpc>
                <a:spcPct val="130000"/>
              </a:lnSpc>
              <a:spcAft>
                <a:spcPts val="600"/>
              </a:spcAft>
              <a:buFont typeface="Arial" panose="020B0604020202020204" pitchFamily="34" charset="0"/>
              <a:buChar char="•"/>
              <a:defRPr/>
            </a:pPr>
            <a:r>
              <a:rPr lang="en-US" sz="2400" b="1" u="sng">
                <a:latin typeface="Community" panose="02000303040000020003" pitchFamily="50" charset="0"/>
                <a:ea typeface="Community Pro Medium"/>
                <a:cs typeface="Community Devanagari" panose="020B0502040204020203" pitchFamily="2" charset="0"/>
              </a:rPr>
              <a:t>Pilot Performance:</a:t>
            </a:r>
            <a:r>
              <a:rPr lang="en-US" sz="2400" b="1">
                <a:latin typeface="Community" panose="02000303040000020003" pitchFamily="50" charset="0"/>
                <a:ea typeface="Community Pro Medium"/>
                <a:cs typeface="Community Devanagari" panose="020B0502040204020203" pitchFamily="2" charset="0"/>
              </a:rPr>
              <a:t> </a:t>
            </a:r>
            <a:r>
              <a:rPr lang="en-US" sz="2400">
                <a:latin typeface="Community Light" panose="02000303040000020003" pitchFamily="2" charset="0"/>
                <a:ea typeface="Community Pro Medium"/>
                <a:cs typeface="Community Devanagari" panose="020B0502040204020203" pitchFamily="2" charset="0"/>
              </a:rPr>
              <a:t>Discounting is down significantly QoQ and YoY while NAMER pilot usage is down significantly so far QTD due to a focus on selling healthier pilots coming off of continued low renewal RIG</a:t>
            </a:r>
          </a:p>
          <a:p>
            <a:pPr marL="342900" indent="-342900">
              <a:lnSpc>
                <a:spcPct val="130000"/>
              </a:lnSpc>
              <a:spcAft>
                <a:spcPts val="600"/>
              </a:spcAft>
              <a:buFont typeface="Arial" panose="020B0604020202020204" pitchFamily="34" charset="0"/>
              <a:buChar char="•"/>
              <a:defRPr/>
            </a:pPr>
            <a:r>
              <a:rPr lang="en-US" sz="2400" b="1" u="sng">
                <a:latin typeface="Community" panose="02000303040000020003" pitchFamily="50" charset="0"/>
                <a:ea typeface="Community Pro Medium"/>
                <a:cs typeface="Community Devanagari" panose="020B0502040204020203" pitchFamily="2" charset="0"/>
              </a:rPr>
              <a:t>Price Change Impact:</a:t>
            </a:r>
            <a:r>
              <a:rPr lang="en-US" sz="2400" b="1">
                <a:latin typeface="Community" panose="02000303040000020003" pitchFamily="50" charset="0"/>
                <a:ea typeface="Community Pro Medium"/>
                <a:cs typeface="Community Devanagari" panose="020B0502040204020203" pitchFamily="2" charset="0"/>
              </a:rPr>
              <a:t> </a:t>
            </a:r>
            <a:r>
              <a:rPr lang="en-US" sz="2400">
                <a:latin typeface="Community Light" panose="02000303040000020003" pitchFamily="2" charset="0"/>
                <a:ea typeface="Community Pro Medium"/>
                <a:cs typeface="Community Devanagari" panose="020B0502040204020203" pitchFamily="2" charset="0"/>
              </a:rPr>
              <a:t>Hiring drove $10.4M (115% attainment) in price change impact for H1FY26 in GSA, led by new business and HEP conversion strength</a:t>
            </a:r>
          </a:p>
        </p:txBody>
      </p:sp>
      <p:sp>
        <p:nvSpPr>
          <p:cNvPr id="34" name="TextBox 33">
            <a:extLst>
              <a:ext uri="{FF2B5EF4-FFF2-40B4-BE49-F238E27FC236}">
                <a16:creationId xmlns:a16="http://schemas.microsoft.com/office/drawing/2014/main" id="{ECED1B3F-F959-B951-03BE-E19B14B6858A}"/>
              </a:ext>
            </a:extLst>
          </p:cNvPr>
          <p:cNvSpPr txBox="1"/>
          <p:nvPr/>
        </p:nvSpPr>
        <p:spPr>
          <a:xfrm>
            <a:off x="11646272" y="1932891"/>
            <a:ext cx="12046558" cy="2696123"/>
          </a:xfrm>
          <a:prstGeom prst="rect">
            <a:avLst/>
          </a:prstGeom>
          <a:noFill/>
        </p:spPr>
        <p:txBody>
          <a:bodyPr wrap="square" lIns="182880" tIns="91440" rIns="182880" bIns="91440" anchor="t">
            <a:spAutoFit/>
          </a:bodyPr>
          <a:lstStyle/>
          <a:p>
            <a:pPr marL="342900" indent="-342900">
              <a:lnSpc>
                <a:spcPct val="130000"/>
              </a:lnSpc>
              <a:spcAft>
                <a:spcPts val="600"/>
              </a:spcAft>
              <a:buFont typeface="Arial" panose="020B0604020202020204" pitchFamily="34" charset="0"/>
              <a:buChar char="•"/>
              <a:defRPr/>
            </a:pPr>
            <a:r>
              <a:rPr lang="en-US" sz="2400" b="1" u="sng">
                <a:latin typeface="Community" panose="02000303040000020003" pitchFamily="50" charset="0"/>
                <a:ea typeface="Community Pro Medium"/>
                <a:cs typeface="Community Devanagari" panose="020B0502040204020203" pitchFamily="2" charset="0"/>
              </a:rPr>
              <a:t>MYD Discounting and RIG:</a:t>
            </a:r>
            <a:r>
              <a:rPr lang="en-US" sz="2400">
                <a:latin typeface="Community" panose="02000303040000020003" pitchFamily="50" charset="0"/>
                <a:ea typeface="Community Pro Medium"/>
                <a:cs typeface="Community Devanagari" panose="020B0502040204020203" pitchFamily="2" charset="0"/>
              </a:rPr>
              <a:t> </a:t>
            </a:r>
            <a:r>
              <a:rPr lang="en-US" sz="2400">
                <a:latin typeface="Community Light" panose="02000303040000020003" pitchFamily="2" charset="0"/>
                <a:ea typeface="Community Pro Medium"/>
                <a:cs typeface="Community Devanagari" panose="020B0502040204020203" pitchFamily="2" charset="0"/>
              </a:rPr>
              <a:t>Input on which GSA AD teams to integrate into MVP charter. Pricing to build scaled reporting available in Q4 and integrate into future GSA QBR</a:t>
            </a:r>
          </a:p>
          <a:p>
            <a:pPr marL="342900" indent="-342900">
              <a:lnSpc>
                <a:spcPct val="130000"/>
              </a:lnSpc>
              <a:spcAft>
                <a:spcPts val="600"/>
              </a:spcAft>
              <a:buFont typeface="Arial" panose="020B0604020202020204" pitchFamily="34" charset="0"/>
              <a:buChar char="•"/>
              <a:defRPr/>
            </a:pPr>
            <a:endParaRPr lang="en-US" sz="2400" b="1" u="sng">
              <a:latin typeface="Community" panose="02000303040000020003" pitchFamily="50" charset="0"/>
              <a:ea typeface="Community Pro Medium"/>
              <a:cs typeface="Community Devanagari" panose="020B0502040204020203" pitchFamily="2" charset="0"/>
            </a:endParaRPr>
          </a:p>
          <a:p>
            <a:pPr marL="342900" indent="-342900">
              <a:lnSpc>
                <a:spcPct val="130000"/>
              </a:lnSpc>
              <a:spcAft>
                <a:spcPts val="600"/>
              </a:spcAft>
              <a:buFont typeface="Arial" panose="020B0604020202020204" pitchFamily="34" charset="0"/>
              <a:buChar char="•"/>
              <a:defRPr/>
            </a:pPr>
            <a:r>
              <a:rPr lang="en-US" sz="2400" b="1" u="sng">
                <a:latin typeface="Community" panose="02000303040000020003" pitchFamily="50" charset="0"/>
                <a:ea typeface="Community Pro Medium"/>
                <a:cs typeface="Community Devanagari" panose="020B0502040204020203" pitchFamily="2" charset="0"/>
              </a:rPr>
              <a:t>Pilot Performance</a:t>
            </a:r>
            <a:r>
              <a:rPr lang="en-US" sz="2400">
                <a:latin typeface="Community" panose="02000303040000020003" pitchFamily="50" charset="0"/>
                <a:ea typeface="Community Pro Medium"/>
                <a:cs typeface="Community Devanagari" panose="020B0502040204020203" pitchFamily="2" charset="0"/>
              </a:rPr>
              <a:t>: </a:t>
            </a:r>
            <a:r>
              <a:rPr lang="en-US" sz="2400">
                <a:latin typeface="Community Light" panose="02000303040000020003" pitchFamily="2" charset="0"/>
                <a:ea typeface="Community Pro Medium"/>
                <a:cs typeface="Community Devanagari" panose="020B0502040204020203" pitchFamily="2" charset="0"/>
              </a:rPr>
              <a:t>Monitor renewal performance of Q3 pilots and understand patterns of low performing pilots</a:t>
            </a:r>
          </a:p>
        </p:txBody>
      </p:sp>
      <p:sp>
        <p:nvSpPr>
          <p:cNvPr id="35" name="Isosceles Triangle 34">
            <a:extLst>
              <a:ext uri="{FF2B5EF4-FFF2-40B4-BE49-F238E27FC236}">
                <a16:creationId xmlns:a16="http://schemas.microsoft.com/office/drawing/2014/main" id="{FE5F251F-BB11-F32F-85C6-A12C37D2560B}"/>
              </a:ext>
            </a:extLst>
          </p:cNvPr>
          <p:cNvSpPr/>
          <p:nvPr/>
        </p:nvSpPr>
        <p:spPr>
          <a:xfrm rot="5400000">
            <a:off x="11062380" y="2120176"/>
            <a:ext cx="668834" cy="323718"/>
          </a:xfrm>
          <a:prstGeom prst="triangle">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solidFill>
                <a:srgbClr val="EE0000"/>
              </a:solidFill>
              <a:latin typeface="Community" panose="02000303040000020003" pitchFamily="50" charset="0"/>
              <a:ea typeface="Community Pro Medium"/>
              <a:cs typeface="Community Devanagari" panose="020B0502040204020203" pitchFamily="2" charset="0"/>
            </a:endParaRPr>
          </a:p>
        </p:txBody>
      </p:sp>
      <p:sp>
        <p:nvSpPr>
          <p:cNvPr id="5" name="TextBox 4">
            <a:extLst>
              <a:ext uri="{FF2B5EF4-FFF2-40B4-BE49-F238E27FC236}">
                <a16:creationId xmlns:a16="http://schemas.microsoft.com/office/drawing/2014/main" id="{DDD90667-451A-9741-6823-856015CDC28A}"/>
              </a:ext>
            </a:extLst>
          </p:cNvPr>
          <p:cNvSpPr txBox="1"/>
          <p:nvPr/>
        </p:nvSpPr>
        <p:spPr>
          <a:xfrm>
            <a:off x="11991768" y="8100200"/>
            <a:ext cx="10886290" cy="1658916"/>
          </a:xfrm>
          <a:prstGeom prst="rect">
            <a:avLst/>
          </a:prstGeom>
          <a:noFill/>
        </p:spPr>
        <p:txBody>
          <a:bodyPr wrap="square" lIns="182880" tIns="91440" rIns="182880" bIns="91440" anchor="t">
            <a:spAutoFit/>
          </a:bodyPr>
          <a:lstStyle/>
          <a:p>
            <a:pPr marL="342900" indent="-342900">
              <a:lnSpc>
                <a:spcPct val="130000"/>
              </a:lnSpc>
              <a:spcAft>
                <a:spcPts val="600"/>
              </a:spcAft>
              <a:buFont typeface="Arial" panose="020B0604020202020204" pitchFamily="34" charset="0"/>
              <a:buChar char="•"/>
              <a:defRPr/>
            </a:pPr>
            <a:r>
              <a:rPr lang="en-IE" sz="2400" b="1" u="sng">
                <a:latin typeface="community light"/>
                <a:ea typeface="+mn-lt"/>
                <a:cs typeface="+mn-lt"/>
              </a:rPr>
              <a:t>Drive targeted execution</a:t>
            </a:r>
            <a:r>
              <a:rPr lang="en-IE" sz="2400" b="1">
                <a:latin typeface="community light"/>
                <a:ea typeface="+mn-lt"/>
                <a:cs typeface="+mn-lt"/>
              </a:rPr>
              <a:t> </a:t>
            </a:r>
            <a:r>
              <a:rPr lang="en-IE" sz="2400">
                <a:latin typeface="Community Light"/>
                <a:ea typeface="+mn-lt"/>
                <a:cs typeface="+mn-lt"/>
              </a:rPr>
              <a:t>on high-value mid- and late-stage opportunities to recover conversion and unlock the ~$1.5M  — without relying on incremental pipeline creation.</a:t>
            </a:r>
          </a:p>
          <a:p>
            <a:pPr marL="342900" indent="-342900">
              <a:lnSpc>
                <a:spcPct val="130000"/>
              </a:lnSpc>
              <a:spcAft>
                <a:spcPts val="600"/>
              </a:spcAft>
              <a:buFont typeface="Arial" panose="020B0604020202020204" pitchFamily="34" charset="0"/>
              <a:buChar char="•"/>
              <a:defRPr/>
            </a:pPr>
            <a:endParaRPr lang="en-US" sz="2400">
              <a:latin typeface="Community Light"/>
              <a:ea typeface="+mn-lt"/>
              <a:cs typeface="+mn-lt"/>
            </a:endParaRPr>
          </a:p>
        </p:txBody>
      </p:sp>
      <p:sp>
        <p:nvSpPr>
          <p:cNvPr id="6" name="TextBox 5">
            <a:extLst>
              <a:ext uri="{FF2B5EF4-FFF2-40B4-BE49-F238E27FC236}">
                <a16:creationId xmlns:a16="http://schemas.microsoft.com/office/drawing/2014/main" id="{12789A18-54AA-8B66-1625-63BE19002E64}"/>
              </a:ext>
            </a:extLst>
          </p:cNvPr>
          <p:cNvSpPr txBox="1"/>
          <p:nvPr/>
        </p:nvSpPr>
        <p:spPr>
          <a:xfrm>
            <a:off x="457266" y="9898795"/>
            <a:ext cx="10790170" cy="1101840"/>
          </a:xfrm>
          <a:prstGeom prst="rect">
            <a:avLst/>
          </a:prstGeom>
          <a:noFill/>
        </p:spPr>
        <p:txBody>
          <a:bodyPr wrap="square" lIns="182880" tIns="91440" rIns="182880" bIns="91440" anchor="t">
            <a:spAutoFit/>
          </a:bodyPr>
          <a:lstStyle/>
          <a:p>
            <a:pPr marL="342900" indent="-342900">
              <a:lnSpc>
                <a:spcPct val="130000"/>
              </a:lnSpc>
              <a:spcAft>
                <a:spcPts val="600"/>
              </a:spcAft>
              <a:buFont typeface="Arial" panose="020B0604020202020204" pitchFamily="34" charset="0"/>
              <a:buChar char="•"/>
              <a:defRPr/>
            </a:pPr>
            <a:r>
              <a:rPr lang="en-IE" sz="2400" b="1" u="sng">
                <a:ea typeface="+mn-lt"/>
                <a:cs typeface="+mn-lt"/>
              </a:rPr>
              <a:t>L6M </a:t>
            </a:r>
            <a:r>
              <a:rPr lang="en-IE" sz="2400" b="1" u="sng" err="1">
                <a:ea typeface="+mn-lt"/>
                <a:cs typeface="+mn-lt"/>
              </a:rPr>
              <a:t>Overutilization</a:t>
            </a:r>
            <a:r>
              <a:rPr lang="en-IE" sz="2400" b="1" err="1">
                <a:ea typeface="+mn-lt"/>
                <a:cs typeface="+mn-lt"/>
              </a:rPr>
              <a:t>:</a:t>
            </a:r>
            <a:r>
              <a:rPr lang="en-IE" sz="2400" err="1">
                <a:ea typeface="+mn-lt"/>
                <a:cs typeface="+mn-lt"/>
              </a:rPr>
              <a:t>is</a:t>
            </a:r>
            <a:r>
              <a:rPr lang="en-IE" sz="2400">
                <a:ea typeface="+mn-lt"/>
                <a:cs typeface="+mn-lt"/>
              </a:rPr>
              <a:t> resulting in ~$500K of unmonetized bookings, indicating opportunity leakage tied to sizing discipline</a:t>
            </a:r>
          </a:p>
        </p:txBody>
      </p:sp>
      <p:sp>
        <p:nvSpPr>
          <p:cNvPr id="7" name="TextBox 6">
            <a:extLst>
              <a:ext uri="{FF2B5EF4-FFF2-40B4-BE49-F238E27FC236}">
                <a16:creationId xmlns:a16="http://schemas.microsoft.com/office/drawing/2014/main" id="{F4F06954-B8BC-23E4-7703-488ACFBE210E}"/>
              </a:ext>
            </a:extLst>
          </p:cNvPr>
          <p:cNvSpPr txBox="1"/>
          <p:nvPr/>
        </p:nvSpPr>
        <p:spPr>
          <a:xfrm>
            <a:off x="11990189" y="9898794"/>
            <a:ext cx="10886290" cy="2062103"/>
          </a:xfrm>
          <a:prstGeom prst="rect">
            <a:avLst/>
          </a:prstGeom>
          <a:noFill/>
        </p:spPr>
        <p:txBody>
          <a:bodyPr wrap="square" lIns="182880" tIns="91440" rIns="182880" bIns="91440" anchor="t">
            <a:spAutoFit/>
          </a:bodyPr>
          <a:lstStyle/>
          <a:p>
            <a:pPr marL="342900" indent="-342900">
              <a:lnSpc>
                <a:spcPct val="130000"/>
              </a:lnSpc>
              <a:spcAft>
                <a:spcPts val="600"/>
              </a:spcAft>
              <a:buFont typeface="Arial" panose="020B0604020202020204" pitchFamily="34" charset="0"/>
              <a:buChar char="•"/>
              <a:defRPr/>
            </a:pPr>
            <a:r>
              <a:rPr lang="en-IE" sz="2400" b="1" u="sng">
                <a:latin typeface="community light"/>
                <a:ea typeface="+mn-lt"/>
                <a:cs typeface="+mn-lt"/>
              </a:rPr>
              <a:t>Sizing Guardrails</a:t>
            </a:r>
            <a:r>
              <a:rPr lang="en-IE" sz="2400">
                <a:latin typeface="Community Light"/>
                <a:ea typeface="+mn-lt"/>
                <a:cs typeface="+mn-lt"/>
              </a:rPr>
              <a:t>: </a:t>
            </a:r>
            <a:r>
              <a:rPr lang="en-IE" sz="2400">
                <a:ea typeface="+mn-lt"/>
                <a:cs typeface="+mn-lt"/>
              </a:rPr>
              <a:t>Refine and operationalize sizing guardrails by codifying best practices from tenured reps (“Moneyball” analysis) and scaling those </a:t>
            </a:r>
            <a:r>
              <a:rPr lang="en-IE" sz="2400" err="1">
                <a:ea typeface="+mn-lt"/>
                <a:cs typeface="+mn-lt"/>
              </a:rPr>
              <a:t>behaviors</a:t>
            </a:r>
            <a:r>
              <a:rPr lang="en-IE" sz="2400">
                <a:ea typeface="+mn-lt"/>
                <a:cs typeface="+mn-lt"/>
              </a:rPr>
              <a:t> across the team. Partner with GTME to strengthen enablement around EP positioning and deal sizing to ensure full monetization at close</a:t>
            </a:r>
            <a:r>
              <a:rPr lang="en-IE" sz="2400">
                <a:latin typeface="Community Light"/>
                <a:ea typeface="+mn-lt"/>
                <a:cs typeface="+mn-lt"/>
              </a:rPr>
              <a:t>.</a:t>
            </a:r>
          </a:p>
        </p:txBody>
      </p:sp>
      <p:sp>
        <p:nvSpPr>
          <p:cNvPr id="2" name="Rectangle 1">
            <a:extLst>
              <a:ext uri="{FF2B5EF4-FFF2-40B4-BE49-F238E27FC236}">
                <a16:creationId xmlns:a16="http://schemas.microsoft.com/office/drawing/2014/main" id="{F6C87C48-7223-8C41-A70B-019F100BF1DF}"/>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4000836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1CF72FA-DB5E-29BA-79EB-8FFC3EF65C9D}"/>
              </a:ext>
            </a:extLst>
          </p:cNvPr>
          <p:cNvGraphicFramePr>
            <a:graphicFrameLocks noChangeAspect="1"/>
          </p:cNvGraphicFramePr>
          <p:nvPr>
            <p:custDataLst>
              <p:tags r:id="rId1"/>
            </p:custDataLst>
            <p:extLst>
              <p:ext uri="{D42A27DB-BD31-4B8C-83A1-F6EECF244321}">
                <p14:modId xmlns:p14="http://schemas.microsoft.com/office/powerpoint/2010/main" val="27288565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3" imgH="503" progId="TCLayout.ActiveDocument.1">
                  <p:embed/>
                </p:oleObj>
              </mc:Choice>
              <mc:Fallback>
                <p:oleObj name="think-cell Slide" r:id="rId4" imgW="503" imgH="503" progId="TCLayout.ActiveDocument.1">
                  <p:embed/>
                  <p:pic>
                    <p:nvPicPr>
                      <p:cNvPr id="3" name="think-cell data - do not delete" hidden="1">
                        <a:extLst>
                          <a:ext uri="{FF2B5EF4-FFF2-40B4-BE49-F238E27FC236}">
                            <a16:creationId xmlns:a16="http://schemas.microsoft.com/office/drawing/2014/main" id="{E1CF72FA-DB5E-29BA-79EB-8FFC3EF65C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5" name="Table 15">
            <a:extLst>
              <a:ext uri="{FF2B5EF4-FFF2-40B4-BE49-F238E27FC236}">
                <a16:creationId xmlns:a16="http://schemas.microsoft.com/office/drawing/2014/main" id="{8334D427-E7B7-4C35-908C-79CDF890FC4E}"/>
              </a:ext>
            </a:extLst>
          </p:cNvPr>
          <p:cNvGraphicFramePr>
            <a:graphicFrameLocks noGrp="1"/>
          </p:cNvGraphicFramePr>
          <p:nvPr>
            <p:ph type="tbl" sz="quarter" idx="18"/>
            <p:extLst>
              <p:ext uri="{D42A27DB-BD31-4B8C-83A1-F6EECF244321}">
                <p14:modId xmlns:p14="http://schemas.microsoft.com/office/powerpoint/2010/main" val="208827998"/>
              </p:ext>
            </p:extLst>
          </p:nvPr>
        </p:nvGraphicFramePr>
        <p:xfrm>
          <a:off x="7363188" y="1764963"/>
          <a:ext cx="16801772" cy="7914086"/>
        </p:xfrm>
        <a:graphic>
          <a:graphicData uri="http://schemas.openxmlformats.org/drawingml/2006/table">
            <a:tbl>
              <a:tblPr firstRow="1" bandRow="1">
                <a:tableStyleId>{2D5ABB26-0587-4C30-8999-92F81FD0307C}</a:tableStyleId>
              </a:tblPr>
              <a:tblGrid>
                <a:gridCol w="3625454">
                  <a:extLst>
                    <a:ext uri="{9D8B030D-6E8A-4147-A177-3AD203B41FA5}">
                      <a16:colId xmlns:a16="http://schemas.microsoft.com/office/drawing/2014/main" val="1336510685"/>
                    </a:ext>
                  </a:extLst>
                </a:gridCol>
                <a:gridCol w="13176318">
                  <a:extLst>
                    <a:ext uri="{9D8B030D-6E8A-4147-A177-3AD203B41FA5}">
                      <a16:colId xmlns:a16="http://schemas.microsoft.com/office/drawing/2014/main" val="4152140806"/>
                    </a:ext>
                  </a:extLst>
                </a:gridCol>
              </a:tblGrid>
              <a:tr h="2122886">
                <a:tc>
                  <a:txBody>
                    <a:bodyPr/>
                    <a:lstStyle/>
                    <a:p>
                      <a:pPr algn="ctr"/>
                      <a:r>
                        <a:rPr lang="en-US" sz="9600" b="1">
                          <a:solidFill>
                            <a:schemeClr val="tx2"/>
                          </a:solidFill>
                          <a:latin typeface="Community Pro Devanagari"/>
                        </a:rPr>
                        <a:t>1</a:t>
                      </a:r>
                    </a:p>
                  </a:txBody>
                  <a:tcPr anchor="ct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7200" b="1">
                          <a:solidFill>
                            <a:schemeClr val="tx2"/>
                          </a:solidFill>
                          <a:latin typeface="Community Pro Devanagari"/>
                        </a:rPr>
                        <a:t>Introduction (2 mins)</a:t>
                      </a:r>
                    </a:p>
                  </a:txBody>
                  <a:tcPr anchor="ctr"/>
                </a:tc>
                <a:extLst>
                  <a:ext uri="{0D108BD9-81ED-4DB2-BD59-A6C34878D82A}">
                    <a16:rowId xmlns:a16="http://schemas.microsoft.com/office/drawing/2014/main" val="3316871050"/>
                  </a:ext>
                </a:extLst>
              </a:tr>
              <a:tr h="3139440">
                <a:tc>
                  <a:txBody>
                    <a:bodyPr/>
                    <a:lstStyle/>
                    <a:p>
                      <a:pPr algn="ctr"/>
                      <a:r>
                        <a:rPr lang="en-US" sz="9600" b="1">
                          <a:solidFill>
                            <a:schemeClr val="tx2"/>
                          </a:solidFill>
                          <a:latin typeface="Community Pro Devanagari"/>
                        </a:rPr>
                        <a:t>2</a:t>
                      </a:r>
                    </a:p>
                  </a:txBody>
                  <a:tcPr anchor="ct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7200" b="1">
                          <a:solidFill>
                            <a:schemeClr val="tx2"/>
                          </a:solidFill>
                          <a:latin typeface="Community Pro Devanagari"/>
                        </a:rPr>
                        <a:t>A La Carte Programs (20 mins)</a:t>
                      </a:r>
                    </a:p>
                    <a:p>
                      <a:pPr marL="342900" marR="0" lvl="0" indent="-342900" algn="l" defTabSz="1828800" rtl="0" eaLnBrk="1" fontAlgn="auto" latinLnBrk="0" hangingPunct="1">
                        <a:lnSpc>
                          <a:spcPct val="100000"/>
                        </a:lnSpc>
                        <a:spcBef>
                          <a:spcPts val="0"/>
                        </a:spcBef>
                        <a:spcAft>
                          <a:spcPts val="0"/>
                        </a:spcAft>
                        <a:buClrTx/>
                        <a:buSzTx/>
                        <a:buFontTx/>
                        <a:buAutoNum type="alphaLcParenR"/>
                        <a:tabLst/>
                        <a:defRPr/>
                      </a:pPr>
                      <a:r>
                        <a:rPr lang="en-GB" sz="3200" b="0" kern="1200">
                          <a:solidFill>
                            <a:schemeClr val="tx2"/>
                          </a:solidFill>
                          <a:latin typeface="Community Pro Devanagari"/>
                          <a:ea typeface="+mn-ea"/>
                          <a:cs typeface="+mn-cs"/>
                        </a:rPr>
                        <a:t>RIG / Monetization Score</a:t>
                      </a:r>
                    </a:p>
                    <a:p>
                      <a:pPr marL="342900" marR="0" lvl="0" indent="-342900" algn="l" defTabSz="1828800" rtl="0" eaLnBrk="1" fontAlgn="auto" latinLnBrk="0" hangingPunct="1">
                        <a:lnSpc>
                          <a:spcPct val="100000"/>
                        </a:lnSpc>
                        <a:spcBef>
                          <a:spcPts val="0"/>
                        </a:spcBef>
                        <a:spcAft>
                          <a:spcPts val="0"/>
                        </a:spcAft>
                        <a:buClrTx/>
                        <a:buSzTx/>
                        <a:buFontTx/>
                        <a:buAutoNum type="alphaLcParenR"/>
                        <a:tabLst/>
                        <a:defRPr/>
                      </a:pPr>
                      <a:r>
                        <a:rPr lang="en-GB" sz="3200" b="0" kern="1200">
                          <a:solidFill>
                            <a:schemeClr val="tx2"/>
                          </a:solidFill>
                          <a:latin typeface="Community Pro Devanagari"/>
                          <a:ea typeface="+mn-ea"/>
                          <a:cs typeface="+mn-cs"/>
                        </a:rPr>
                        <a:t>Pilot Performance</a:t>
                      </a:r>
                    </a:p>
                    <a:p>
                      <a:pPr marL="342900" marR="0" lvl="0" indent="-342900" algn="l" defTabSz="1828800" rtl="0" eaLnBrk="1" fontAlgn="auto" latinLnBrk="0" hangingPunct="1">
                        <a:lnSpc>
                          <a:spcPct val="100000"/>
                        </a:lnSpc>
                        <a:spcBef>
                          <a:spcPts val="0"/>
                        </a:spcBef>
                        <a:spcAft>
                          <a:spcPts val="0"/>
                        </a:spcAft>
                        <a:buClrTx/>
                        <a:buSzTx/>
                        <a:buFontTx/>
                        <a:buAutoNum type="alphaLcParenR"/>
                        <a:tabLst/>
                        <a:defRPr/>
                      </a:pPr>
                      <a:r>
                        <a:rPr lang="en-US" sz="3200" b="0" kern="1200">
                          <a:solidFill>
                            <a:schemeClr val="tx2"/>
                          </a:solidFill>
                          <a:latin typeface="Community Pro Devanagari"/>
                          <a:ea typeface="+mn-ea"/>
                          <a:cs typeface="+mn-cs"/>
                        </a:rPr>
                        <a:t>Price Change Performance</a:t>
                      </a:r>
                    </a:p>
                    <a:p>
                      <a:pPr marL="0" marR="0" lvl="0" indent="0" algn="l" defTabSz="1828800" rtl="0" eaLnBrk="1" fontAlgn="auto" latinLnBrk="0" hangingPunct="1">
                        <a:lnSpc>
                          <a:spcPct val="100000"/>
                        </a:lnSpc>
                        <a:spcBef>
                          <a:spcPts val="0"/>
                        </a:spcBef>
                        <a:spcAft>
                          <a:spcPts val="0"/>
                        </a:spcAft>
                        <a:buClrTx/>
                        <a:buSzTx/>
                        <a:buFontTx/>
                        <a:buNone/>
                        <a:tabLst/>
                        <a:defRPr/>
                      </a:pPr>
                      <a:endParaRPr lang="en-GB" sz="3200" b="1" kern="1200">
                        <a:solidFill>
                          <a:schemeClr val="tx2"/>
                        </a:solidFill>
                        <a:latin typeface="Community Pro Devanagari"/>
                        <a:ea typeface="+mn-ea"/>
                        <a:cs typeface="+mn-cs"/>
                      </a:endParaRPr>
                    </a:p>
                  </a:txBody>
                  <a:tcPr anchor="ctr"/>
                </a:tc>
                <a:extLst>
                  <a:ext uri="{0D108BD9-81ED-4DB2-BD59-A6C34878D82A}">
                    <a16:rowId xmlns:a16="http://schemas.microsoft.com/office/drawing/2014/main" val="1309129417"/>
                  </a:ext>
                </a:extLst>
              </a:tr>
              <a:tr h="2651760">
                <a:tc>
                  <a:txBody>
                    <a:bodyPr/>
                    <a:lstStyle/>
                    <a:p>
                      <a:pPr algn="ctr"/>
                      <a:r>
                        <a:rPr lang="en-US" sz="9600" b="1" kern="1200">
                          <a:solidFill>
                            <a:schemeClr val="tx2"/>
                          </a:solidFill>
                          <a:latin typeface="Community Pro Devanagari"/>
                          <a:ea typeface="+mn-ea"/>
                          <a:cs typeface="+mn-cs"/>
                        </a:rPr>
                        <a:t>3</a:t>
                      </a:r>
                    </a:p>
                  </a:txBody>
                  <a:tcPr anchor="ct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US" sz="7200" b="1" kern="1200">
                          <a:solidFill>
                            <a:schemeClr val="tx2"/>
                          </a:solidFill>
                          <a:latin typeface="Community Pro Devanagari"/>
                          <a:ea typeface="+mn-ea"/>
                          <a:cs typeface="+mn-cs"/>
                        </a:rPr>
                        <a:t>Enterprise Programs (</a:t>
                      </a:r>
                      <a:r>
                        <a:rPr lang="en-GB" sz="7200" b="1" kern="1200">
                          <a:solidFill>
                            <a:schemeClr val="tx2"/>
                          </a:solidFill>
                          <a:latin typeface="Community Pro Devanagari"/>
                          <a:ea typeface="+mn-ea"/>
                          <a:cs typeface="+mn-cs"/>
                        </a:rPr>
                        <a:t>25</a:t>
                      </a:r>
                      <a:r>
                        <a:rPr lang="en-US" sz="7200" b="1" kern="1200">
                          <a:solidFill>
                            <a:schemeClr val="tx2"/>
                          </a:solidFill>
                          <a:latin typeface="Community Pro Devanagari"/>
                          <a:ea typeface="+mn-ea"/>
                          <a:cs typeface="+mn-cs"/>
                        </a:rPr>
                        <a:t> mins)</a:t>
                      </a:r>
                    </a:p>
                    <a:p>
                      <a:pPr marL="342900" marR="0" lvl="0" indent="-342900" algn="l" rtl="0" eaLnBrk="1" fontAlgn="auto" latinLnBrk="0" hangingPunct="1">
                        <a:lnSpc>
                          <a:spcPct val="100000"/>
                        </a:lnSpc>
                        <a:spcBef>
                          <a:spcPts val="0"/>
                        </a:spcBef>
                        <a:spcAft>
                          <a:spcPts val="0"/>
                        </a:spcAft>
                        <a:buClrTx/>
                        <a:buSzTx/>
                        <a:buFontTx/>
                        <a:buAutoNum type="alphaLcParenR"/>
                      </a:pPr>
                      <a:r>
                        <a:rPr lang="en-GB" sz="3200" b="0" kern="1200">
                          <a:solidFill>
                            <a:schemeClr val="tx2"/>
                          </a:solidFill>
                          <a:latin typeface="Community Pro Devanagari"/>
                          <a:ea typeface="+mn-ea"/>
                          <a:cs typeface="+mn-cs"/>
                        </a:rPr>
                        <a:t>H1 Lookback</a:t>
                      </a:r>
                    </a:p>
                    <a:p>
                      <a:pPr marL="342900" marR="0" lvl="0" indent="-342900" algn="l" rtl="0" eaLnBrk="1" fontAlgn="auto" latinLnBrk="0" hangingPunct="1">
                        <a:lnSpc>
                          <a:spcPct val="100000"/>
                        </a:lnSpc>
                        <a:spcBef>
                          <a:spcPts val="0"/>
                        </a:spcBef>
                        <a:spcAft>
                          <a:spcPts val="0"/>
                        </a:spcAft>
                        <a:buClrTx/>
                        <a:buSzTx/>
                        <a:buFontTx/>
                        <a:buAutoNum type="alphaLcParenR"/>
                      </a:pPr>
                      <a:r>
                        <a:rPr lang="en-GB" sz="3200" b="0" kern="1200">
                          <a:solidFill>
                            <a:schemeClr val="tx2"/>
                          </a:solidFill>
                          <a:latin typeface="Community Pro Devanagari"/>
                          <a:ea typeface="+mn-ea"/>
                          <a:cs typeface="+mn-cs"/>
                        </a:rPr>
                        <a:t>Q3TD</a:t>
                      </a:r>
                    </a:p>
                    <a:p>
                      <a:pPr marL="342900" marR="0" lvl="0" indent="-342900" algn="l">
                        <a:lnSpc>
                          <a:spcPct val="100000"/>
                        </a:lnSpc>
                        <a:spcBef>
                          <a:spcPts val="0"/>
                        </a:spcBef>
                        <a:spcAft>
                          <a:spcPts val="0"/>
                        </a:spcAft>
                        <a:buClrTx/>
                        <a:buSzTx/>
                        <a:buFontTx/>
                        <a:buAutoNum type="alphaLcParenR"/>
                      </a:pPr>
                      <a:r>
                        <a:rPr lang="en-GB" sz="3200" b="0" kern="1200">
                          <a:solidFill>
                            <a:schemeClr val="tx2"/>
                          </a:solidFill>
                          <a:latin typeface="Community Pro Devanagari"/>
                          <a:ea typeface="+mn-ea"/>
                          <a:cs typeface="+mn-cs"/>
                        </a:rPr>
                        <a:t>Account Utilisation Deep Dive</a:t>
                      </a:r>
                    </a:p>
                  </a:txBody>
                  <a:tcPr anchor="ctr"/>
                </a:tc>
                <a:extLst>
                  <a:ext uri="{0D108BD9-81ED-4DB2-BD59-A6C34878D82A}">
                    <a16:rowId xmlns:a16="http://schemas.microsoft.com/office/drawing/2014/main" val="1728451612"/>
                  </a:ext>
                </a:extLst>
              </a:tr>
            </a:tbl>
          </a:graphicData>
        </a:graphic>
      </p:graphicFrame>
      <p:sp>
        <p:nvSpPr>
          <p:cNvPr id="5" name="Title 4">
            <a:extLst>
              <a:ext uri="{FF2B5EF4-FFF2-40B4-BE49-F238E27FC236}">
                <a16:creationId xmlns:a16="http://schemas.microsoft.com/office/drawing/2014/main" id="{61537C9F-E34C-EF44-AFB0-ECD058571CD8}"/>
              </a:ext>
            </a:extLst>
          </p:cNvPr>
          <p:cNvSpPr>
            <a:spLocks noGrp="1"/>
          </p:cNvSpPr>
          <p:nvPr>
            <p:ph type="title"/>
          </p:nvPr>
        </p:nvSpPr>
        <p:spPr/>
        <p:txBody>
          <a:bodyPr vert="horz"/>
          <a:lstStyle/>
          <a:p>
            <a:r>
              <a:rPr lang="en-US" b="1">
                <a:solidFill>
                  <a:schemeClr val="accent1"/>
                </a:solidFill>
                <a:latin typeface="Community Pro Devanagari"/>
                <a:ea typeface="Community Pro Medium"/>
              </a:rPr>
              <a:t>Agenda</a:t>
            </a:r>
          </a:p>
        </p:txBody>
      </p:sp>
      <p:sp>
        <p:nvSpPr>
          <p:cNvPr id="2" name="Slide Number Placeholder 1">
            <a:extLst>
              <a:ext uri="{FF2B5EF4-FFF2-40B4-BE49-F238E27FC236}">
                <a16:creationId xmlns:a16="http://schemas.microsoft.com/office/drawing/2014/main" id="{04EB8AB4-8407-3490-25B0-BA00A9A9022B}"/>
              </a:ext>
            </a:extLst>
          </p:cNvPr>
          <p:cNvSpPr>
            <a:spLocks noGrp="1"/>
          </p:cNvSpPr>
          <p:nvPr>
            <p:ph type="sldNum" sz="quarter" idx="13"/>
          </p:nvPr>
        </p:nvSpPr>
        <p:spPr/>
        <p:txBody>
          <a:bodyPr/>
          <a:lstStyle/>
          <a:p>
            <a:fld id="{78844C01-219E-3342-9BDB-DBCB9E29B672}" type="slidenum">
              <a:rPr lang="en-US" smtClean="0"/>
              <a:pPr/>
              <a:t>3</a:t>
            </a:fld>
            <a:endParaRPr lang="en-US"/>
          </a:p>
        </p:txBody>
      </p:sp>
      <p:sp>
        <p:nvSpPr>
          <p:cNvPr id="6" name="Rectangle 5">
            <a:extLst>
              <a:ext uri="{FF2B5EF4-FFF2-40B4-BE49-F238E27FC236}">
                <a16:creationId xmlns:a16="http://schemas.microsoft.com/office/drawing/2014/main" id="{BD8EB16A-41D9-3BF1-A47B-0BDE63E8A3C1}"/>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2957487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508F2-C621-450E-26AB-C4ECC0D8A3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94CC448-647F-1D95-DDF4-5E5BAFA2FB3A}"/>
              </a:ext>
            </a:extLst>
          </p:cNvPr>
          <p:cNvSpPr>
            <a:spLocks noGrp="1"/>
          </p:cNvSpPr>
          <p:nvPr>
            <p:ph type="body" sz="quarter" idx="15"/>
          </p:nvPr>
        </p:nvSpPr>
        <p:spPr/>
        <p:txBody>
          <a:bodyPr/>
          <a:lstStyle/>
          <a:p>
            <a:r>
              <a:rPr lang="en-US"/>
              <a:t>ALC RIG /Monetization Score</a:t>
            </a:r>
          </a:p>
        </p:txBody>
      </p:sp>
      <p:sp>
        <p:nvSpPr>
          <p:cNvPr id="4" name="Text Placeholder 3">
            <a:extLst>
              <a:ext uri="{FF2B5EF4-FFF2-40B4-BE49-F238E27FC236}">
                <a16:creationId xmlns:a16="http://schemas.microsoft.com/office/drawing/2014/main" id="{65E7DBD7-F183-C19F-63CE-76E2AFBF7664}"/>
              </a:ext>
            </a:extLst>
          </p:cNvPr>
          <p:cNvSpPr>
            <a:spLocks noGrp="1"/>
          </p:cNvSpPr>
          <p:nvPr>
            <p:ph type="body" sz="quarter" idx="17"/>
          </p:nvPr>
        </p:nvSpPr>
        <p:spPr/>
        <p:txBody>
          <a:bodyPr/>
          <a:lstStyle/>
          <a:p>
            <a:r>
              <a:rPr lang="en-US"/>
              <a:t>Pilot Performance</a:t>
            </a:r>
          </a:p>
        </p:txBody>
      </p:sp>
      <p:sp>
        <p:nvSpPr>
          <p:cNvPr id="5" name="Text Placeholder 4">
            <a:extLst>
              <a:ext uri="{FF2B5EF4-FFF2-40B4-BE49-F238E27FC236}">
                <a16:creationId xmlns:a16="http://schemas.microsoft.com/office/drawing/2014/main" id="{A125EF61-CA1F-F819-2B72-09B9E494EE67}"/>
              </a:ext>
            </a:extLst>
          </p:cNvPr>
          <p:cNvSpPr>
            <a:spLocks noGrp="1"/>
          </p:cNvSpPr>
          <p:nvPr>
            <p:ph type="body" sz="quarter" idx="18"/>
          </p:nvPr>
        </p:nvSpPr>
        <p:spPr/>
        <p:txBody>
          <a:bodyPr/>
          <a:lstStyle/>
          <a:p>
            <a:r>
              <a:rPr lang="en-US"/>
              <a:t>Price Change Performance</a:t>
            </a:r>
          </a:p>
        </p:txBody>
      </p:sp>
      <p:sp>
        <p:nvSpPr>
          <p:cNvPr id="8" name="Text Placeholder 7">
            <a:extLst>
              <a:ext uri="{FF2B5EF4-FFF2-40B4-BE49-F238E27FC236}">
                <a16:creationId xmlns:a16="http://schemas.microsoft.com/office/drawing/2014/main" id="{EAC0A711-E734-30CC-02AC-0E44BD68844E}"/>
              </a:ext>
            </a:extLst>
          </p:cNvPr>
          <p:cNvSpPr>
            <a:spLocks noGrp="1"/>
          </p:cNvSpPr>
          <p:nvPr>
            <p:ph type="body" sz="quarter" idx="10"/>
          </p:nvPr>
        </p:nvSpPr>
        <p:spPr/>
        <p:txBody>
          <a:bodyPr vert="horz" lIns="91440" tIns="45720" rIns="91440" bIns="45720" rtlCol="0" anchor="t">
            <a:normAutofit lnSpcReduction="10000"/>
          </a:bodyPr>
          <a:lstStyle/>
          <a:p>
            <a:r>
              <a:rPr lang="en-US" sz="1700">
                <a:latin typeface="Community Pro"/>
              </a:rPr>
              <a:t>A la Carte</a:t>
            </a:r>
            <a:endParaRPr lang="en-US"/>
          </a:p>
        </p:txBody>
      </p:sp>
      <p:sp>
        <p:nvSpPr>
          <p:cNvPr id="10" name="Text Placeholder 9">
            <a:extLst>
              <a:ext uri="{FF2B5EF4-FFF2-40B4-BE49-F238E27FC236}">
                <a16:creationId xmlns:a16="http://schemas.microsoft.com/office/drawing/2014/main" id="{4FEEE49A-6395-0AC7-D4FD-D41BDA65E2A1}"/>
              </a:ext>
            </a:extLst>
          </p:cNvPr>
          <p:cNvSpPr>
            <a:spLocks noGrp="1"/>
          </p:cNvSpPr>
          <p:nvPr>
            <p:ph type="body" sz="quarter" idx="12"/>
          </p:nvPr>
        </p:nvSpPr>
        <p:spPr/>
        <p:txBody>
          <a:bodyPr/>
          <a:lstStyle/>
          <a:p>
            <a:r>
              <a:rPr lang="en-US">
                <a:solidFill>
                  <a:schemeClr val="bg2"/>
                </a:solidFill>
              </a:rPr>
              <a:t>A la Carte</a:t>
            </a:r>
          </a:p>
          <a:p>
            <a:r>
              <a:rPr lang="en-US"/>
              <a:t>Agenda</a:t>
            </a:r>
          </a:p>
        </p:txBody>
      </p:sp>
      <p:pic>
        <p:nvPicPr>
          <p:cNvPr id="12" name="Arrow Up Left" descr="preencoded.png">
            <a:extLst>
              <a:ext uri="{FF2B5EF4-FFF2-40B4-BE49-F238E27FC236}">
                <a16:creationId xmlns:a16="http://schemas.microsoft.com/office/drawing/2014/main" id="{E720CD1C-596E-96F3-6A2E-717816BBF5C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2696487" y="2730504"/>
            <a:ext cx="762000" cy="761993"/>
          </a:xfrm>
          <a:prstGeom prst="rect">
            <a:avLst/>
          </a:prstGeom>
        </p:spPr>
      </p:pic>
      <p:pic>
        <p:nvPicPr>
          <p:cNvPr id="13" name="Arrow Up Left" descr="preencoded.png">
            <a:extLst>
              <a:ext uri="{FF2B5EF4-FFF2-40B4-BE49-F238E27FC236}">
                <a16:creationId xmlns:a16="http://schemas.microsoft.com/office/drawing/2014/main" id="{F52A82BD-1741-3BF1-E690-9ABA7614BED5}"/>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2696487" y="4622804"/>
            <a:ext cx="762000" cy="761993"/>
          </a:xfrm>
          <a:prstGeom prst="rect">
            <a:avLst/>
          </a:prstGeom>
        </p:spPr>
      </p:pic>
      <p:pic>
        <p:nvPicPr>
          <p:cNvPr id="17" name="Arrow Up Left" descr="preencoded.png">
            <a:extLst>
              <a:ext uri="{FF2B5EF4-FFF2-40B4-BE49-F238E27FC236}">
                <a16:creationId xmlns:a16="http://schemas.microsoft.com/office/drawing/2014/main" id="{226B1C35-DD3A-F417-A761-B1E74F1D3BD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2696487" y="838204"/>
            <a:ext cx="762000" cy="761993"/>
          </a:xfrm>
          <a:prstGeom prst="rect">
            <a:avLst/>
          </a:prstGeom>
        </p:spPr>
      </p:pic>
      <p:sp>
        <p:nvSpPr>
          <p:cNvPr id="25" name="Rectangle 24">
            <a:extLst>
              <a:ext uri="{FF2B5EF4-FFF2-40B4-BE49-F238E27FC236}">
                <a16:creationId xmlns:a16="http://schemas.microsoft.com/office/drawing/2014/main" id="{873A4CA6-183E-A69F-6F1C-C786EF67BB2E}"/>
              </a:ext>
            </a:extLst>
          </p:cNvPr>
          <p:cNvSpPr/>
          <p:nvPr/>
        </p:nvSpPr>
        <p:spPr>
          <a:xfrm>
            <a:off x="22439086" y="6444343"/>
            <a:ext cx="1364343" cy="5413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13572AC-EA67-09AA-57A0-B4FE1A9DE6E8}"/>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4007877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5A4C6-009B-4193-FFF6-75997CB15620}"/>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279EA52-DA3A-2EEF-527F-ACA78832E5A7}"/>
              </a:ext>
            </a:extLst>
          </p:cNvPr>
          <p:cNvGraphicFramePr>
            <a:graphicFrameLocks noChangeAspect="1"/>
          </p:cNvGraphicFramePr>
          <p:nvPr>
            <p:custDataLst>
              <p:tags r:id="rId1"/>
            </p:custDataLst>
            <p:extLst>
              <p:ext uri="{D42A27DB-BD31-4B8C-83A1-F6EECF244321}">
                <p14:modId xmlns:p14="http://schemas.microsoft.com/office/powerpoint/2010/main" val="4083302485"/>
              </p:ext>
            </p:extLst>
          </p:nvPr>
        </p:nvGraphicFramePr>
        <p:xfrm>
          <a:off x="4763" y="3176"/>
          <a:ext cx="3176" cy="3176"/>
        </p:xfrm>
        <a:graphic>
          <a:graphicData uri="http://schemas.openxmlformats.org/presentationml/2006/ole">
            <mc:AlternateContent xmlns:mc="http://schemas.openxmlformats.org/markup-compatibility/2006">
              <mc:Choice xmlns:v="urn:schemas-microsoft-com:vml" Requires="v">
                <p:oleObj name="think-cell Slide" r:id="rId29" imgW="360" imgH="360" progId="TCLayout.ActiveDocument.1">
                  <p:embed/>
                </p:oleObj>
              </mc:Choice>
              <mc:Fallback>
                <p:oleObj name="think-cell Slide" r:id="rId29" imgW="360" imgH="360" progId="TCLayout.ActiveDocument.1">
                  <p:embed/>
                  <p:pic>
                    <p:nvPicPr>
                      <p:cNvPr id="7" name="think-cell data - do not delete" hidden="1">
                        <a:extLst>
                          <a:ext uri="{FF2B5EF4-FFF2-40B4-BE49-F238E27FC236}">
                            <a16:creationId xmlns:a16="http://schemas.microsoft.com/office/drawing/2014/main" id="{C279EA52-DA3A-2EEF-527F-ACA78832E5A7}"/>
                          </a:ext>
                        </a:extLst>
                      </p:cNvPr>
                      <p:cNvPicPr/>
                      <p:nvPr/>
                    </p:nvPicPr>
                    <p:blipFill>
                      <a:blip r:embed="rId30"/>
                      <a:stretch>
                        <a:fillRect/>
                      </a:stretch>
                    </p:blipFill>
                    <p:spPr>
                      <a:xfrm>
                        <a:off x="4763" y="3176"/>
                        <a:ext cx="3176" cy="3176"/>
                      </a:xfrm>
                      <a:prstGeom prst="rect">
                        <a:avLst/>
                      </a:prstGeom>
                    </p:spPr>
                  </p:pic>
                </p:oleObj>
              </mc:Fallback>
            </mc:AlternateContent>
          </a:graphicData>
        </a:graphic>
      </p:graphicFrame>
      <p:sp>
        <p:nvSpPr>
          <p:cNvPr id="60" name="TextBox 59">
            <a:extLst>
              <a:ext uri="{FF2B5EF4-FFF2-40B4-BE49-F238E27FC236}">
                <a16:creationId xmlns:a16="http://schemas.microsoft.com/office/drawing/2014/main" id="{484A6ED6-AA94-3183-ED9C-0BAAE7FA87EB}"/>
              </a:ext>
            </a:extLst>
          </p:cNvPr>
          <p:cNvSpPr txBox="1"/>
          <p:nvPr/>
        </p:nvSpPr>
        <p:spPr>
          <a:xfrm>
            <a:off x="661987" y="8277225"/>
            <a:ext cx="673327" cy="441325"/>
          </a:xfrm>
          <a:prstGeom prst="rect">
            <a:avLst/>
          </a:prstGeom>
          <a:noFill/>
        </p:spPr>
        <p:txBody>
          <a:bodyPr wrap="square" lIns="0" tIns="0" rIns="0" bIns="0" rtlCol="0">
            <a:noAutofit/>
          </a:bodyPr>
          <a:lstStyle/>
          <a:p>
            <a:pPr defTabSz="1828800">
              <a:defRPr/>
            </a:pPr>
            <a:r>
              <a:rPr lang="en-US" sz="2800" b="1">
                <a:solidFill>
                  <a:srgbClr val="000000"/>
                </a:solidFill>
                <a:latin typeface="Community Light" panose="02000303040000020003" pitchFamily="2" charset="0"/>
              </a:rPr>
              <a:t>YoY</a:t>
            </a:r>
          </a:p>
        </p:txBody>
      </p:sp>
      <p:sp>
        <p:nvSpPr>
          <p:cNvPr id="215" name="TextBox 214">
            <a:extLst>
              <a:ext uri="{FF2B5EF4-FFF2-40B4-BE49-F238E27FC236}">
                <a16:creationId xmlns:a16="http://schemas.microsoft.com/office/drawing/2014/main" id="{DF21AD74-4438-EF0C-64F3-AB209A1018BE}"/>
              </a:ext>
            </a:extLst>
          </p:cNvPr>
          <p:cNvSpPr txBox="1"/>
          <p:nvPr/>
        </p:nvSpPr>
        <p:spPr>
          <a:xfrm>
            <a:off x="455612" y="2163763"/>
            <a:ext cx="8478838" cy="720725"/>
          </a:xfrm>
          <a:prstGeom prst="rect">
            <a:avLst/>
          </a:prstGeom>
          <a:noFill/>
        </p:spPr>
        <p:txBody>
          <a:bodyPr wrap="square" lIns="0" tIns="0" rIns="0" bIns="0" rtlCol="0">
            <a:noAutofit/>
          </a:bodyPr>
          <a:lstStyle/>
          <a:p>
            <a:pPr defTabSz="1828800">
              <a:defRPr/>
            </a:pPr>
            <a:r>
              <a:rPr lang="en-US" sz="2800" b="1">
                <a:solidFill>
                  <a:srgbClr val="000000"/>
                </a:solidFill>
                <a:latin typeface="Community Light" panose="02000303040000020003" pitchFamily="2" charset="0"/>
              </a:rPr>
              <a:t>GSA Hiring Originating ALC RIG (Q2 FY26)</a:t>
            </a:r>
          </a:p>
        </p:txBody>
      </p:sp>
      <p:sp>
        <p:nvSpPr>
          <p:cNvPr id="216" name="Rectangle: Rounded Corners 215">
            <a:extLst>
              <a:ext uri="{FF2B5EF4-FFF2-40B4-BE49-F238E27FC236}">
                <a16:creationId xmlns:a16="http://schemas.microsoft.com/office/drawing/2014/main" id="{1720E8D2-D1F0-E6A6-F0F0-9CAD84487B01}"/>
              </a:ext>
            </a:extLst>
          </p:cNvPr>
          <p:cNvSpPr/>
          <p:nvPr/>
        </p:nvSpPr>
        <p:spPr>
          <a:xfrm>
            <a:off x="478976" y="8919275"/>
            <a:ext cx="23233197" cy="2307524"/>
          </a:xfrm>
          <a:prstGeom prst="roundRect">
            <a:avLst>
              <a:gd name="adj" fmla="val 950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t"/>
          <a:lstStyle/>
          <a:p>
            <a:pPr defTabSz="1828800">
              <a:defRPr/>
            </a:pPr>
            <a:r>
              <a:rPr lang="en-US" sz="2400" b="1">
                <a:solidFill>
                  <a:srgbClr val="D2E9FF">
                    <a:lumMod val="10000"/>
                  </a:srgbClr>
                </a:solidFill>
                <a:latin typeface="Community"/>
              </a:rPr>
              <a:t>Key Insights</a:t>
            </a:r>
            <a:endParaRPr lang="en-US" sz="2400">
              <a:solidFill>
                <a:srgbClr val="FFFFFF">
                  <a:lumMod val="10000"/>
                </a:srgbClr>
              </a:solidFill>
              <a:latin typeface="Community Light" panose="02000303040000020003" pitchFamily="2" charset="0"/>
            </a:endParaRPr>
          </a:p>
          <a:p>
            <a:pPr marL="365760" indent="-365760" defTabSz="1828892">
              <a:spcAft>
                <a:spcPts val="600"/>
              </a:spcAft>
              <a:buFont typeface="Arial" panose="020B0604020202020204" pitchFamily="34" charset="0"/>
              <a:buChar char="•"/>
              <a:defRPr/>
            </a:pPr>
            <a:r>
              <a:rPr lang="en-US" sz="2400">
                <a:solidFill>
                  <a:srgbClr val="FFFFFF">
                    <a:lumMod val="10000"/>
                  </a:srgbClr>
                </a:solidFill>
                <a:latin typeface="Community Light" panose="02000303040000020003" pitchFamily="2" charset="0"/>
              </a:rPr>
              <a:t>Strong capture rate from the price increase offset the 3% YoY increase in unit churn that was driven by non-pricing factors, contributing to net +$0.4M</a:t>
            </a:r>
          </a:p>
          <a:p>
            <a:pPr marL="365760" indent="-365760" defTabSz="1828892">
              <a:spcAft>
                <a:spcPts val="600"/>
              </a:spcAft>
              <a:buFont typeface="Arial" panose="020B0604020202020204" pitchFamily="34" charset="0"/>
              <a:buChar char="•"/>
              <a:defRPr/>
            </a:pPr>
            <a:r>
              <a:rPr lang="en-US" sz="2400">
                <a:solidFill>
                  <a:srgbClr val="FFFFFF">
                    <a:lumMod val="10000"/>
                  </a:srgbClr>
                </a:solidFill>
                <a:latin typeface="Community Light" panose="02000303040000020003" pitchFamily="2" charset="0"/>
              </a:rPr>
              <a:t>Full churn is the biggest driver of ALC RIG &lt; 1, comprising 23% of Hiring RTA</a:t>
            </a:r>
          </a:p>
          <a:p>
            <a:pPr marL="365760" indent="-365760" defTabSz="1828892">
              <a:spcAft>
                <a:spcPts val="600"/>
              </a:spcAft>
              <a:buFont typeface="Arial" panose="020B0604020202020204" pitchFamily="34" charset="0"/>
              <a:buChar char="•"/>
              <a:defRPr/>
            </a:pPr>
            <a:r>
              <a:rPr lang="en-US" sz="2400">
                <a:solidFill>
                  <a:srgbClr val="FFFFFF">
                    <a:lumMod val="10000"/>
                  </a:srgbClr>
                </a:solidFill>
                <a:latin typeface="Community Light" panose="02000303040000020003" pitchFamily="2" charset="0"/>
              </a:rPr>
              <a:t>Unit churn for originating MYD and SYD is similar (2ppt differential), indicating that there are pressures distinct from demand weaknesses driving down growth</a:t>
            </a:r>
          </a:p>
          <a:p>
            <a:pPr marL="749300" lvl="1" indent="-365125" defTabSz="1828892">
              <a:spcAft>
                <a:spcPts val="600"/>
              </a:spcAft>
              <a:buFont typeface="Arial" panose="020B0604020202020204" pitchFamily="34" charset="0"/>
              <a:buChar char="•"/>
              <a:defRPr/>
            </a:pPr>
            <a:r>
              <a:rPr lang="en-US" sz="2400">
                <a:solidFill>
                  <a:srgbClr val="FFFFFF">
                    <a:lumMod val="10000"/>
                  </a:srgbClr>
                </a:solidFill>
                <a:latin typeface="Community Light" panose="02000303040000020003" pitchFamily="2" charset="0"/>
              </a:rPr>
              <a:t>In contrast, NAMER originating MYDs decreased 7 ppt more than originating SYDs</a:t>
            </a:r>
            <a:endParaRPr lang="en-US" sz="2400">
              <a:solidFill>
                <a:srgbClr val="D2E9FF">
                  <a:lumMod val="10000"/>
                </a:srgbClr>
              </a:solidFill>
              <a:latin typeface="Community"/>
            </a:endParaRPr>
          </a:p>
        </p:txBody>
      </p:sp>
      <p:cxnSp>
        <p:nvCxnSpPr>
          <p:cNvPr id="71" name="Straight Connector 70">
            <a:extLst>
              <a:ext uri="{FF2B5EF4-FFF2-40B4-BE49-F238E27FC236}">
                <a16:creationId xmlns:a16="http://schemas.microsoft.com/office/drawing/2014/main" id="{4D151B87-02EC-6CFC-1E30-CB146FD2AF5E}"/>
              </a:ext>
            </a:extLst>
          </p:cNvPr>
          <p:cNvCxnSpPr/>
          <p:nvPr>
            <p:custDataLst>
              <p:tags r:id="rId2"/>
            </p:custDataLst>
          </p:nvPr>
        </p:nvCxnSpPr>
        <p:spPr bwMode="auto">
          <a:xfrm>
            <a:off x="3462338" y="3105150"/>
            <a:ext cx="12160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469B6488-FCAA-0688-CA0F-1CFA9B207C37}"/>
              </a:ext>
            </a:extLst>
          </p:cNvPr>
          <p:cNvCxnSpPr/>
          <p:nvPr>
            <p:custDataLst>
              <p:tags r:id="rId3"/>
            </p:custDataLst>
          </p:nvPr>
        </p:nvCxnSpPr>
        <p:spPr bwMode="auto">
          <a:xfrm>
            <a:off x="6199188" y="4029075"/>
            <a:ext cx="1214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51AFCAB6-6049-4C3B-9224-CCB6FA9F3776}"/>
              </a:ext>
            </a:extLst>
          </p:cNvPr>
          <p:cNvCxnSpPr/>
          <p:nvPr>
            <p:custDataLst>
              <p:tags r:id="rId4"/>
            </p:custDataLst>
          </p:nvPr>
        </p:nvCxnSpPr>
        <p:spPr bwMode="auto">
          <a:xfrm>
            <a:off x="8934450" y="4151313"/>
            <a:ext cx="1214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131E3FB2-662B-AB22-3F86-B44D8B4600A4}"/>
              </a:ext>
            </a:extLst>
          </p:cNvPr>
          <p:cNvCxnSpPr/>
          <p:nvPr>
            <p:custDataLst>
              <p:tags r:id="rId5"/>
            </p:custDataLst>
          </p:nvPr>
        </p:nvCxnSpPr>
        <p:spPr bwMode="auto">
          <a:xfrm>
            <a:off x="11669713" y="4002088"/>
            <a:ext cx="1214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438982A5-232F-8ED6-91B9-DD05E07FF2EC}"/>
              </a:ext>
            </a:extLst>
          </p:cNvPr>
          <p:cNvCxnSpPr/>
          <p:nvPr>
            <p:custDataLst>
              <p:tags r:id="rId6"/>
            </p:custDataLst>
          </p:nvPr>
        </p:nvCxnSpPr>
        <p:spPr bwMode="auto">
          <a:xfrm>
            <a:off x="14404975" y="3981450"/>
            <a:ext cx="12160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F228BEE5-FEB9-1C37-C9EB-193B2A37AC4D}"/>
              </a:ext>
            </a:extLst>
          </p:cNvPr>
          <p:cNvCxnSpPr/>
          <p:nvPr>
            <p:custDataLst>
              <p:tags r:id="rId7"/>
            </p:custDataLst>
          </p:nvPr>
        </p:nvCxnSpPr>
        <p:spPr bwMode="auto">
          <a:xfrm>
            <a:off x="17141825" y="3768725"/>
            <a:ext cx="1214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EC0D8EC8-F0E4-EB6C-5A7A-D138087BC6E6}"/>
              </a:ext>
            </a:extLst>
          </p:cNvPr>
          <p:cNvCxnSpPr/>
          <p:nvPr>
            <p:custDataLst>
              <p:tags r:id="rId8"/>
            </p:custDataLst>
          </p:nvPr>
        </p:nvCxnSpPr>
        <p:spPr bwMode="auto">
          <a:xfrm>
            <a:off x="19877088" y="3841750"/>
            <a:ext cx="1214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26" name="Chart 225">
            <a:extLst>
              <a:ext uri="{FF2B5EF4-FFF2-40B4-BE49-F238E27FC236}">
                <a16:creationId xmlns:a16="http://schemas.microsoft.com/office/drawing/2014/main" id="{64A3CBDD-554B-2B3B-C21D-B59ECB4FEDAB}"/>
              </a:ext>
            </a:extLst>
          </p:cNvPr>
          <p:cNvGraphicFramePr/>
          <p:nvPr>
            <p:custDataLst>
              <p:tags r:id="rId9"/>
            </p:custDataLst>
            <p:extLst>
              <p:ext uri="{D42A27DB-BD31-4B8C-83A1-F6EECF244321}">
                <p14:modId xmlns:p14="http://schemas.microsoft.com/office/powerpoint/2010/main" val="4124308989"/>
              </p:ext>
            </p:extLst>
          </p:nvPr>
        </p:nvGraphicFramePr>
        <p:xfrm>
          <a:off x="1252538" y="3022600"/>
          <a:ext cx="22050375" cy="4184650"/>
        </p:xfrm>
        <a:graphic>
          <a:graphicData uri="http://schemas.openxmlformats.org/drawingml/2006/chart">
            <c:chart xmlns:c="http://schemas.openxmlformats.org/drawingml/2006/chart" xmlns:r="http://schemas.openxmlformats.org/officeDocument/2006/relationships" r:id="rId31"/>
          </a:graphicData>
        </a:graphic>
      </p:graphicFrame>
      <p:sp>
        <p:nvSpPr>
          <p:cNvPr id="64" name="Text Placeholder 2">
            <a:extLst>
              <a:ext uri="{FF2B5EF4-FFF2-40B4-BE49-F238E27FC236}">
                <a16:creationId xmlns:a16="http://schemas.microsoft.com/office/drawing/2014/main" id="{E3911444-9950-ECE5-2CF1-9466781FA768}"/>
              </a:ext>
            </a:extLst>
          </p:cNvPr>
          <p:cNvSpPr>
            <a:spLocks noGrp="1"/>
          </p:cNvSpPr>
          <p:nvPr>
            <p:custDataLst>
              <p:tags r:id="rId10"/>
            </p:custDataLst>
          </p:nvPr>
        </p:nvSpPr>
        <p:spPr bwMode="auto">
          <a:xfrm>
            <a:off x="2425700" y="7167563"/>
            <a:ext cx="552450" cy="4270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E9780341-819B-4DD9-9353-C757FD630616}" type="datetime'''''''''''''''''''''R''''''''''''''TA'''''''''''''''''''">
              <a:rPr lang="en-US" altLang="en-US" sz="2800" smtClean="0">
                <a:solidFill>
                  <a:schemeClr val="accent6"/>
                </a:solidFill>
                <a:latin typeface="Community Light" panose="02000303040000020003" pitchFamily="2" charset="0"/>
                <a:sym typeface="Community Light" panose="02000303040000020003" pitchFamily="2" charset="0"/>
              </a:rPr>
              <a:pPr marL="0" lvl="0" indent="0" algn="ctr">
                <a:spcBef>
                  <a:spcPct val="0"/>
                </a:spcBef>
                <a:spcAft>
                  <a:spcPct val="0"/>
                </a:spcAft>
                <a:buNone/>
              </a:pPr>
              <a:t>RTA</a:t>
            </a:fld>
            <a:endParaRPr lang="en-US" sz="2800">
              <a:solidFill>
                <a:schemeClr val="accent6"/>
              </a:solidFill>
              <a:latin typeface="Community Light" panose="02000303040000020003" pitchFamily="2" charset="0"/>
              <a:sym typeface="Community Light" panose="02000303040000020003" pitchFamily="2" charset="0"/>
            </a:endParaRPr>
          </a:p>
        </p:txBody>
      </p:sp>
      <p:sp>
        <p:nvSpPr>
          <p:cNvPr id="95" name="Text Placeholder 2">
            <a:extLst>
              <a:ext uri="{FF2B5EF4-FFF2-40B4-BE49-F238E27FC236}">
                <a16:creationId xmlns:a16="http://schemas.microsoft.com/office/drawing/2014/main" id="{7FA6797E-B8ED-8411-5F6E-A0F58DD95B5F}"/>
              </a:ext>
            </a:extLst>
          </p:cNvPr>
          <p:cNvSpPr>
            <a:spLocks noGrp="1"/>
          </p:cNvSpPr>
          <p:nvPr>
            <p:custDataLst>
              <p:tags r:id="rId11"/>
            </p:custDataLst>
          </p:nvPr>
        </p:nvSpPr>
        <p:spPr bwMode="gray">
          <a:xfrm>
            <a:off x="4884739" y="3354388"/>
            <a:ext cx="1108075" cy="4270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50800" tIns="0" rIns="50800" bIns="0" rtlCol="0" anchor="ctr">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3BFD5DC4-0397-49EB-BD6A-6BD452061650}" type="datetime'$''''''''''''''''''1''''''3''''''''''''''.''''''''''0M'''''">
              <a:rPr lang="en-US" altLang="en-US" sz="2800" smtClean="0">
                <a:solidFill>
                  <a:schemeClr val="bg1"/>
                </a:solidFill>
                <a:latin typeface="Community Light" panose="02000303040000020003" pitchFamily="2" charset="0"/>
                <a:sym typeface="Community Light" panose="02000303040000020003" pitchFamily="2" charset="0"/>
              </a:rPr>
              <a:pPr marL="0" lvl="0" indent="0" algn="ctr">
                <a:spcBef>
                  <a:spcPct val="0"/>
                </a:spcBef>
                <a:spcAft>
                  <a:spcPct val="0"/>
                </a:spcAft>
                <a:buNone/>
              </a:pPr>
              <a:t>$13.0M</a:t>
            </a:fld>
            <a:endParaRPr lang="en-US" sz="2800">
              <a:solidFill>
                <a:schemeClr val="bg1"/>
              </a:solidFill>
              <a:latin typeface="Community Light" panose="02000303040000020003" pitchFamily="2" charset="0"/>
              <a:sym typeface="Community Light" panose="02000303040000020003" pitchFamily="2" charset="0"/>
            </a:endParaRPr>
          </a:p>
        </p:txBody>
      </p:sp>
      <p:sp>
        <p:nvSpPr>
          <p:cNvPr id="6" name="Text Placeholder 2">
            <a:extLst>
              <a:ext uri="{FF2B5EF4-FFF2-40B4-BE49-F238E27FC236}">
                <a16:creationId xmlns:a16="http://schemas.microsoft.com/office/drawing/2014/main" id="{7FA6797E-B8ED-8411-5F6E-A0F58DD95B5F}"/>
              </a:ext>
            </a:extLst>
          </p:cNvPr>
          <p:cNvSpPr>
            <a:spLocks noGrp="1"/>
          </p:cNvSpPr>
          <p:nvPr>
            <p:custDataLst>
              <p:tags r:id="rId12"/>
            </p:custDataLst>
          </p:nvPr>
        </p:nvSpPr>
        <p:spPr bwMode="auto">
          <a:xfrm>
            <a:off x="4349750" y="7167563"/>
            <a:ext cx="2179638" cy="4270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A83B0694-95FC-4E1D-80AD-9CD349F1EB80}" type="datetime'Fu''''ll ''Lo''''''''''''g''''''o ''''C''''''''h''urn'''''''''">
              <a:rPr lang="en-US" altLang="en-US" sz="2800" smtClean="0">
                <a:solidFill>
                  <a:schemeClr val="accent6"/>
                </a:solidFill>
                <a:latin typeface="Community Light" panose="02000303040000020003" pitchFamily="2" charset="0"/>
                <a:sym typeface="Community Light" panose="02000303040000020003" pitchFamily="2" charset="0"/>
              </a:rPr>
              <a:pPr marL="0" lvl="0" indent="0" algn="ctr">
                <a:spcBef>
                  <a:spcPct val="0"/>
                </a:spcBef>
                <a:spcAft>
                  <a:spcPct val="0"/>
                </a:spcAft>
                <a:buNone/>
              </a:pPr>
              <a:t>Full Logo Churn</a:t>
            </a:fld>
            <a:endParaRPr lang="en-US" sz="2800">
              <a:solidFill>
                <a:schemeClr val="accent6"/>
              </a:solidFill>
              <a:latin typeface="Community Light" panose="02000303040000020003" pitchFamily="2" charset="0"/>
              <a:sym typeface="Community Light" panose="02000303040000020003" pitchFamily="2" charset="0"/>
            </a:endParaRPr>
          </a:p>
        </p:txBody>
      </p:sp>
      <p:sp>
        <p:nvSpPr>
          <p:cNvPr id="34" name="Text Placeholder 2">
            <a:extLst>
              <a:ext uri="{FF2B5EF4-FFF2-40B4-BE49-F238E27FC236}">
                <a16:creationId xmlns:a16="http://schemas.microsoft.com/office/drawing/2014/main" id="{7FA6797E-B8ED-8411-5F6E-A0F58DD95B5F}"/>
              </a:ext>
            </a:extLst>
          </p:cNvPr>
          <p:cNvSpPr>
            <a:spLocks noGrp="1"/>
          </p:cNvSpPr>
          <p:nvPr>
            <p:custDataLst>
              <p:tags r:id="rId13"/>
            </p:custDataLst>
          </p:nvPr>
        </p:nvSpPr>
        <p:spPr bwMode="gray">
          <a:xfrm>
            <a:off x="7720013" y="3876675"/>
            <a:ext cx="908050" cy="427038"/>
          </a:xfrm>
          <a:prstGeom prst="rect">
            <a:avLst/>
          </a:prstGeom>
          <a:solidFill>
            <a:srgbClr val="C30C3E"/>
          </a:solidFill>
          <a:ln>
            <a:noFill/>
          </a:ln>
          <a:effectLst/>
        </p:spPr>
        <p:txBody>
          <a:bodyPr vert="horz" wrap="none" lIns="50800" tIns="0" rIns="50800" bIns="0" rtlCol="0" anchor="ctr">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A14C2477-0D96-4E6D-89C7-A5640FA14D6E}" type="datetime'''''''''''$''1''''''.''''''''''''''7''''''''''M'''''''">
              <a:rPr lang="en-US" altLang="en-US" sz="2800" smtClean="0">
                <a:solidFill>
                  <a:schemeClr val="bg1"/>
                </a:solidFill>
                <a:effectLst/>
                <a:latin typeface="Community Light" panose="02000303040000020003" pitchFamily="2" charset="0"/>
                <a:sym typeface="Community Light" panose="02000303040000020003" pitchFamily="2" charset="0"/>
              </a:rPr>
              <a:pPr marL="0" lvl="0" indent="0" algn="ctr">
                <a:spcBef>
                  <a:spcPct val="0"/>
                </a:spcBef>
                <a:spcAft>
                  <a:spcPct val="0"/>
                </a:spcAft>
                <a:buNone/>
              </a:pPr>
              <a:t>$1.7M</a:t>
            </a:fld>
            <a:endParaRPr lang="en-US" sz="2800">
              <a:solidFill>
                <a:schemeClr val="bg1"/>
              </a:solidFill>
              <a:latin typeface="Community Light" panose="02000303040000020003" pitchFamily="2" charset="0"/>
              <a:sym typeface="Community Light" panose="02000303040000020003" pitchFamily="2" charset="0"/>
            </a:endParaRPr>
          </a:p>
        </p:txBody>
      </p:sp>
      <p:sp>
        <p:nvSpPr>
          <p:cNvPr id="19" name="Text Placeholder 2">
            <a:extLst>
              <a:ext uri="{FF2B5EF4-FFF2-40B4-BE49-F238E27FC236}">
                <a16:creationId xmlns:a16="http://schemas.microsoft.com/office/drawing/2014/main" id="{7FA6797E-B8ED-8411-5F6E-A0F58DD95B5F}"/>
              </a:ext>
            </a:extLst>
          </p:cNvPr>
          <p:cNvSpPr>
            <a:spLocks noGrp="1"/>
          </p:cNvSpPr>
          <p:nvPr>
            <p:custDataLst>
              <p:tags r:id="rId14"/>
            </p:custDataLst>
          </p:nvPr>
        </p:nvSpPr>
        <p:spPr bwMode="auto">
          <a:xfrm>
            <a:off x="7431088" y="7167563"/>
            <a:ext cx="1485900" cy="4270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7DD46989-31C1-4C31-BD97-A12757437C7D}" type="datetime'U''n''''''''''i''''''''t'' ''''Ch''''''u''''''''''r''''n'''''">
              <a:rPr lang="en-US" altLang="en-US" sz="2800" smtClean="0">
                <a:solidFill>
                  <a:schemeClr val="accent6"/>
                </a:solidFill>
                <a:latin typeface="Community Light" panose="02000303040000020003" pitchFamily="2" charset="0"/>
                <a:sym typeface="Community Light" panose="02000303040000020003" pitchFamily="2" charset="0"/>
              </a:rPr>
              <a:pPr marL="0" lvl="0" indent="0" algn="ctr">
                <a:spcBef>
                  <a:spcPct val="0"/>
                </a:spcBef>
                <a:spcAft>
                  <a:spcPct val="0"/>
                </a:spcAft>
                <a:buNone/>
              </a:pPr>
              <a:t>Unit Churn</a:t>
            </a:fld>
            <a:endParaRPr lang="en-US" sz="2800">
              <a:solidFill>
                <a:schemeClr val="accent6"/>
              </a:solidFill>
              <a:latin typeface="Community Light" panose="02000303040000020003" pitchFamily="2" charset="0"/>
              <a:sym typeface="Community Light" panose="02000303040000020003" pitchFamily="2" charset="0"/>
            </a:endParaRPr>
          </a:p>
        </p:txBody>
      </p:sp>
      <p:sp>
        <p:nvSpPr>
          <p:cNvPr id="35" name="Text Placeholder 2">
            <a:extLst>
              <a:ext uri="{FF2B5EF4-FFF2-40B4-BE49-F238E27FC236}">
                <a16:creationId xmlns:a16="http://schemas.microsoft.com/office/drawing/2014/main" id="{7FA6797E-B8ED-8411-5F6E-A0F58DD95B5F}"/>
              </a:ext>
            </a:extLst>
          </p:cNvPr>
          <p:cNvSpPr>
            <a:spLocks noGrp="1"/>
          </p:cNvSpPr>
          <p:nvPr>
            <p:custDataLst>
              <p:tags r:id="rId15"/>
            </p:custDataLst>
          </p:nvPr>
        </p:nvSpPr>
        <p:spPr bwMode="gray">
          <a:xfrm>
            <a:off x="10442575" y="3863975"/>
            <a:ext cx="933450" cy="427038"/>
          </a:xfrm>
          <a:prstGeom prst="rect">
            <a:avLst/>
          </a:prstGeom>
          <a:solidFill>
            <a:srgbClr val="5C993E"/>
          </a:solidFill>
          <a:ln>
            <a:noFill/>
          </a:ln>
          <a:effectLst/>
        </p:spPr>
        <p:txBody>
          <a:bodyPr vert="horz" wrap="none" lIns="50800" tIns="0" rIns="50800" bIns="0" rtlCol="0" anchor="ctr">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98E76524-2EF9-4EFB-8674-05535A48AAC8}" type="datetime'''''''''''''''''''''$''2''''''''.''''''''''1''''''''''''M'''">
              <a:rPr lang="en-US" altLang="en-US" sz="2800" smtClean="0">
                <a:solidFill>
                  <a:schemeClr val="bg1"/>
                </a:solidFill>
                <a:effectLst/>
                <a:latin typeface="Community Light" panose="02000303040000020003" pitchFamily="2" charset="0"/>
                <a:sym typeface="Community Light" panose="02000303040000020003" pitchFamily="2" charset="0"/>
              </a:rPr>
              <a:pPr marL="0" lvl="0" indent="0" algn="ctr">
                <a:spcBef>
                  <a:spcPct val="0"/>
                </a:spcBef>
                <a:spcAft>
                  <a:spcPct val="0"/>
                </a:spcAft>
                <a:buNone/>
              </a:pPr>
              <a:t>$2.1M</a:t>
            </a:fld>
            <a:endParaRPr lang="en-US" sz="2800">
              <a:solidFill>
                <a:schemeClr val="bg1"/>
              </a:solidFill>
              <a:latin typeface="Community Light" panose="02000303040000020003" pitchFamily="2" charset="0"/>
              <a:sym typeface="Community Light" panose="02000303040000020003" pitchFamily="2" charset="0"/>
            </a:endParaRPr>
          </a:p>
        </p:txBody>
      </p:sp>
      <p:sp>
        <p:nvSpPr>
          <p:cNvPr id="20" name="Text Placeholder 2">
            <a:extLst>
              <a:ext uri="{FF2B5EF4-FFF2-40B4-BE49-F238E27FC236}">
                <a16:creationId xmlns:a16="http://schemas.microsoft.com/office/drawing/2014/main" id="{7FA6797E-B8ED-8411-5F6E-A0F58DD95B5F}"/>
              </a:ext>
            </a:extLst>
          </p:cNvPr>
          <p:cNvSpPr>
            <a:spLocks noGrp="1"/>
          </p:cNvSpPr>
          <p:nvPr>
            <p:custDataLst>
              <p:tags r:id="rId16"/>
            </p:custDataLst>
          </p:nvPr>
        </p:nvSpPr>
        <p:spPr bwMode="auto">
          <a:xfrm>
            <a:off x="9942513" y="7167563"/>
            <a:ext cx="1935163" cy="854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B3832B71-C8A3-44FA-B1CB-7782DA306E8A}" type="datetime'''''''''Pr''ic''''e I''''ncr''eas''e ''''Cap''''tu''r''e'">
              <a:rPr lang="en-US" altLang="en-US" sz="2800" smtClean="0">
                <a:solidFill>
                  <a:schemeClr val="accent6"/>
                </a:solidFill>
                <a:latin typeface="Community Light" panose="02000303040000020003" pitchFamily="2" charset="0"/>
                <a:sym typeface="Community Light" panose="02000303040000020003" pitchFamily="2" charset="0"/>
              </a:rPr>
              <a:pPr marL="0" lvl="0" indent="0" algn="ctr">
                <a:spcBef>
                  <a:spcPct val="0"/>
                </a:spcBef>
                <a:spcAft>
                  <a:spcPct val="0"/>
                </a:spcAft>
                <a:buNone/>
              </a:pPr>
              <a:t>Price Increase Capture</a:t>
            </a:fld>
            <a:endParaRPr lang="en-US" sz="2800">
              <a:solidFill>
                <a:schemeClr val="accent6"/>
              </a:solidFill>
              <a:latin typeface="Community Light" panose="02000303040000020003" pitchFamily="2" charset="0"/>
              <a:sym typeface="Community Light" panose="02000303040000020003" pitchFamily="2" charset="0"/>
            </a:endParaRPr>
          </a:p>
        </p:txBody>
      </p:sp>
      <p:sp>
        <p:nvSpPr>
          <p:cNvPr id="36" name="Text Placeholder 2">
            <a:extLst>
              <a:ext uri="{FF2B5EF4-FFF2-40B4-BE49-F238E27FC236}">
                <a16:creationId xmlns:a16="http://schemas.microsoft.com/office/drawing/2014/main" id="{7FA6797E-B8ED-8411-5F6E-A0F58DD95B5F}"/>
              </a:ext>
            </a:extLst>
          </p:cNvPr>
          <p:cNvSpPr>
            <a:spLocks noGrp="1"/>
          </p:cNvSpPr>
          <p:nvPr>
            <p:custDataLst>
              <p:tags r:id="rId17"/>
            </p:custDataLst>
          </p:nvPr>
        </p:nvSpPr>
        <p:spPr bwMode="gray">
          <a:xfrm>
            <a:off x="13157201" y="3778250"/>
            <a:ext cx="974725" cy="427038"/>
          </a:xfrm>
          <a:prstGeom prst="rect">
            <a:avLst/>
          </a:prstGeom>
          <a:solidFill>
            <a:srgbClr val="5C993E"/>
          </a:solidFill>
          <a:ln>
            <a:noFill/>
          </a:ln>
          <a:effectLst/>
        </p:spPr>
        <p:txBody>
          <a:bodyPr vert="horz" wrap="none" lIns="50800" tIns="0" rIns="50800" bIns="0" rtlCol="0" anchor="ctr">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803EE843-4553-4F0C-8343-514B1C2044E1}" type="datetime'''''''''''''''''''''''$''''0''''''''''''''''''''''''''''.''3M'">
              <a:rPr lang="en-US" altLang="en-US" sz="2800" smtClean="0">
                <a:solidFill>
                  <a:schemeClr val="bg1"/>
                </a:solidFill>
                <a:effectLst/>
                <a:latin typeface="Community Light" panose="02000303040000020003" pitchFamily="2" charset="0"/>
                <a:sym typeface="Community Light" panose="02000303040000020003" pitchFamily="2" charset="0"/>
              </a:rPr>
              <a:pPr marL="0" lvl="0" indent="0" algn="ctr">
                <a:spcBef>
                  <a:spcPct val="0"/>
                </a:spcBef>
                <a:spcAft>
                  <a:spcPct val="0"/>
                </a:spcAft>
                <a:buNone/>
              </a:pPr>
              <a:t>$0.3M</a:t>
            </a:fld>
            <a:endParaRPr lang="en-US" sz="2800">
              <a:solidFill>
                <a:schemeClr val="bg1"/>
              </a:solidFill>
              <a:latin typeface="Community Light" panose="02000303040000020003" pitchFamily="2" charset="0"/>
              <a:sym typeface="Community Light" panose="02000303040000020003" pitchFamily="2" charset="0"/>
            </a:endParaRPr>
          </a:p>
        </p:txBody>
      </p:sp>
      <p:sp>
        <p:nvSpPr>
          <p:cNvPr id="21" name="Text Placeholder 2">
            <a:extLst>
              <a:ext uri="{FF2B5EF4-FFF2-40B4-BE49-F238E27FC236}">
                <a16:creationId xmlns:a16="http://schemas.microsoft.com/office/drawing/2014/main" id="{7FA6797E-B8ED-8411-5F6E-A0F58DD95B5F}"/>
              </a:ext>
            </a:extLst>
          </p:cNvPr>
          <p:cNvSpPr>
            <a:spLocks noGrp="1"/>
          </p:cNvSpPr>
          <p:nvPr>
            <p:custDataLst>
              <p:tags r:id="rId18"/>
            </p:custDataLst>
          </p:nvPr>
        </p:nvSpPr>
        <p:spPr bwMode="auto">
          <a:xfrm>
            <a:off x="12655550" y="7167563"/>
            <a:ext cx="1978025" cy="4270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0D30E8E9-8204-4F5A-88BC-02AFB158E03F}" type="datetime'''''''''''''L''i''H''A'''''''' B''''oo''''''''''''''ki''ngs'">
              <a:rPr lang="en-US" altLang="en-US" sz="2800" smtClean="0">
                <a:solidFill>
                  <a:schemeClr val="accent6"/>
                </a:solidFill>
                <a:latin typeface="Community Light" panose="02000303040000020003" pitchFamily="2" charset="0"/>
                <a:sym typeface="Community Light" panose="02000303040000020003" pitchFamily="2" charset="0"/>
              </a:rPr>
              <a:pPr marL="0" lvl="0" indent="0" algn="ctr">
                <a:spcBef>
                  <a:spcPct val="0"/>
                </a:spcBef>
                <a:spcAft>
                  <a:spcPct val="0"/>
                </a:spcAft>
                <a:buNone/>
              </a:pPr>
              <a:t>LiHA Bookings</a:t>
            </a:fld>
            <a:endParaRPr lang="en-US" sz="2800">
              <a:solidFill>
                <a:schemeClr val="accent6"/>
              </a:solidFill>
              <a:latin typeface="Community Light" panose="02000303040000020003" pitchFamily="2" charset="0"/>
              <a:sym typeface="Community Light" panose="02000303040000020003" pitchFamily="2" charset="0"/>
            </a:endParaRPr>
          </a:p>
        </p:txBody>
      </p:sp>
      <p:sp>
        <p:nvSpPr>
          <p:cNvPr id="96" name="Text Placeholder 2">
            <a:extLst>
              <a:ext uri="{FF2B5EF4-FFF2-40B4-BE49-F238E27FC236}">
                <a16:creationId xmlns:a16="http://schemas.microsoft.com/office/drawing/2014/main" id="{7FA6797E-B8ED-8411-5F6E-A0F58DD95B5F}"/>
              </a:ext>
            </a:extLst>
          </p:cNvPr>
          <p:cNvSpPr>
            <a:spLocks noGrp="1"/>
          </p:cNvSpPr>
          <p:nvPr>
            <p:custDataLst>
              <p:tags r:id="rId19"/>
            </p:custDataLst>
          </p:nvPr>
        </p:nvSpPr>
        <p:spPr bwMode="gray">
          <a:xfrm>
            <a:off x="15897225" y="3662363"/>
            <a:ext cx="968375" cy="427038"/>
          </a:xfrm>
          <a:prstGeom prst="rect">
            <a:avLst/>
          </a:prstGeom>
          <a:solidFill>
            <a:srgbClr val="5C993E"/>
          </a:solidFill>
          <a:ln>
            <a:noFill/>
          </a:ln>
          <a:effectLst/>
        </p:spPr>
        <p:txBody>
          <a:bodyPr vert="horz" wrap="none" lIns="50800" tIns="0" rIns="50800" bIns="0" rtlCol="0" anchor="ctr">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C94A7C47-3453-4889-A7B0-4857F0C9C758}" type="datetime'''''$''''3''''.0''''''''''''''''''''''M'''''''''''''''''''">
              <a:rPr lang="en-US" altLang="en-US" sz="2800" smtClean="0">
                <a:solidFill>
                  <a:schemeClr val="bg1"/>
                </a:solidFill>
                <a:effectLst/>
                <a:latin typeface="Community Light" panose="02000303040000020003" pitchFamily="2" charset="0"/>
                <a:sym typeface="Community Light" panose="02000303040000020003" pitchFamily="2" charset="0"/>
              </a:rPr>
              <a:pPr marL="0" lvl="0" indent="0" algn="ctr">
                <a:spcBef>
                  <a:spcPct val="0"/>
                </a:spcBef>
                <a:spcAft>
                  <a:spcPct val="0"/>
                </a:spcAft>
                <a:buNone/>
              </a:pPr>
              <a:t>$3.0M</a:t>
            </a:fld>
            <a:endParaRPr lang="en-US" sz="2800">
              <a:solidFill>
                <a:schemeClr val="bg1"/>
              </a:solidFill>
              <a:latin typeface="Community Light" panose="02000303040000020003" pitchFamily="2" charset="0"/>
              <a:sym typeface="Community Light" panose="02000303040000020003" pitchFamily="2" charset="0"/>
            </a:endParaRPr>
          </a:p>
        </p:txBody>
      </p:sp>
      <p:sp>
        <p:nvSpPr>
          <p:cNvPr id="22" name="Text Placeholder 2">
            <a:extLst>
              <a:ext uri="{FF2B5EF4-FFF2-40B4-BE49-F238E27FC236}">
                <a16:creationId xmlns:a16="http://schemas.microsoft.com/office/drawing/2014/main" id="{7FA6797E-B8ED-8411-5F6E-A0F58DD95B5F}"/>
              </a:ext>
            </a:extLst>
          </p:cNvPr>
          <p:cNvSpPr>
            <a:spLocks noGrp="1"/>
          </p:cNvSpPr>
          <p:nvPr>
            <p:custDataLst>
              <p:tags r:id="rId20"/>
            </p:custDataLst>
          </p:nvPr>
        </p:nvSpPr>
        <p:spPr bwMode="auto">
          <a:xfrm>
            <a:off x="15365413" y="7167563"/>
            <a:ext cx="2032000" cy="854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2CC5BA5F-3FF9-4E13-8E58-775632524F3B}" type="datetime'''''''''''E''P Co''n''ve''''rsio''n'' Gr''''''''o''wt''h'''''">
              <a:rPr lang="en-US" altLang="en-US" sz="2800" smtClean="0">
                <a:solidFill>
                  <a:schemeClr val="accent6"/>
                </a:solidFill>
                <a:latin typeface="Community Light" panose="02000303040000020003" pitchFamily="2" charset="0"/>
                <a:sym typeface="Community Light" panose="02000303040000020003" pitchFamily="2" charset="0"/>
              </a:rPr>
              <a:pPr marL="0" lvl="0" indent="0" algn="ctr">
                <a:spcBef>
                  <a:spcPct val="0"/>
                </a:spcBef>
                <a:spcAft>
                  <a:spcPct val="0"/>
                </a:spcAft>
                <a:buNone/>
              </a:pPr>
              <a:t>EP Conversion Growth</a:t>
            </a:fld>
            <a:endParaRPr lang="en-US" sz="2800">
              <a:solidFill>
                <a:schemeClr val="accent6"/>
              </a:solidFill>
              <a:latin typeface="Community Light" panose="02000303040000020003" pitchFamily="2" charset="0"/>
              <a:sym typeface="Community Light" panose="02000303040000020003" pitchFamily="2" charset="0"/>
            </a:endParaRPr>
          </a:p>
        </p:txBody>
      </p:sp>
      <p:sp>
        <p:nvSpPr>
          <p:cNvPr id="39" name="Text Placeholder 2">
            <a:extLst>
              <a:ext uri="{FF2B5EF4-FFF2-40B4-BE49-F238E27FC236}">
                <a16:creationId xmlns:a16="http://schemas.microsoft.com/office/drawing/2014/main" id="{7FA6797E-B8ED-8411-5F6E-A0F58DD95B5F}"/>
              </a:ext>
            </a:extLst>
          </p:cNvPr>
          <p:cNvSpPr>
            <a:spLocks noGrp="1"/>
          </p:cNvSpPr>
          <p:nvPr>
            <p:custDataLst>
              <p:tags r:id="rId21"/>
            </p:custDataLst>
          </p:nvPr>
        </p:nvSpPr>
        <p:spPr bwMode="gray">
          <a:xfrm>
            <a:off x="18649950" y="3592513"/>
            <a:ext cx="935038" cy="427038"/>
          </a:xfrm>
          <a:prstGeom prst="rect">
            <a:avLst/>
          </a:prstGeom>
          <a:solidFill>
            <a:srgbClr val="C30C3E"/>
          </a:solidFill>
          <a:ln>
            <a:noFill/>
          </a:ln>
          <a:effectLst/>
        </p:spPr>
        <p:txBody>
          <a:bodyPr vert="horz" wrap="none" lIns="50800" tIns="0" rIns="50800" bIns="0" rtlCol="0" anchor="ctr">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CA418295-14CD-4B51-9E0F-6A9BA4881CB0}" type="datetime'''$''''''''''1''''''''''''.0''''''''''''''''''''''''''''M'''">
              <a:rPr lang="en-US" altLang="en-US" sz="2800" smtClean="0">
                <a:solidFill>
                  <a:schemeClr val="bg1"/>
                </a:solidFill>
                <a:effectLst/>
                <a:latin typeface="Community Light" panose="02000303040000020003" pitchFamily="2" charset="0"/>
                <a:sym typeface="Community Light" panose="02000303040000020003" pitchFamily="2" charset="0"/>
              </a:rPr>
              <a:pPr marL="0" lvl="0" indent="0" algn="ctr">
                <a:spcBef>
                  <a:spcPct val="0"/>
                </a:spcBef>
                <a:spcAft>
                  <a:spcPct val="0"/>
                </a:spcAft>
                <a:buNone/>
              </a:pPr>
              <a:t>$1.0M</a:t>
            </a:fld>
            <a:endParaRPr lang="en-US" sz="2800">
              <a:solidFill>
                <a:schemeClr val="bg1"/>
              </a:solidFill>
              <a:latin typeface="Community Light" panose="02000303040000020003" pitchFamily="2" charset="0"/>
              <a:sym typeface="Community Light" panose="02000303040000020003" pitchFamily="2" charset="0"/>
            </a:endParaRPr>
          </a:p>
        </p:txBody>
      </p:sp>
      <p:sp>
        <p:nvSpPr>
          <p:cNvPr id="23" name="Text Placeholder 2">
            <a:extLst>
              <a:ext uri="{FF2B5EF4-FFF2-40B4-BE49-F238E27FC236}">
                <a16:creationId xmlns:a16="http://schemas.microsoft.com/office/drawing/2014/main" id="{7FA6797E-B8ED-8411-5F6E-A0F58DD95B5F}"/>
              </a:ext>
            </a:extLst>
          </p:cNvPr>
          <p:cNvSpPr>
            <a:spLocks noGrp="1"/>
          </p:cNvSpPr>
          <p:nvPr>
            <p:custDataLst>
              <p:tags r:id="rId22"/>
            </p:custDataLst>
          </p:nvPr>
        </p:nvSpPr>
        <p:spPr bwMode="auto">
          <a:xfrm>
            <a:off x="17972089" y="7167563"/>
            <a:ext cx="2290763" cy="12811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AA031EA3-1A27-4279-9199-783A0FE9C52B}" type="datetime'Ot''her (Deboo''k''s, ''Sw''''aps, ''Overrid''es'', et''c)'">
              <a:rPr lang="en-US" altLang="en-US" sz="2800" smtClean="0">
                <a:solidFill>
                  <a:schemeClr val="accent6"/>
                </a:solidFill>
                <a:latin typeface="Community Light" panose="02000303040000020003" pitchFamily="2" charset="0"/>
                <a:sym typeface="Community Light" panose="02000303040000020003" pitchFamily="2" charset="0"/>
              </a:rPr>
              <a:pPr marL="0" lvl="0" indent="0" algn="ctr">
                <a:spcBef>
                  <a:spcPct val="0"/>
                </a:spcBef>
                <a:spcAft>
                  <a:spcPct val="0"/>
                </a:spcAft>
                <a:buNone/>
              </a:pPr>
              <a:t>Other (Debooks, Swaps, Overrides, etc)</a:t>
            </a:fld>
            <a:endParaRPr lang="en-US" sz="2800">
              <a:solidFill>
                <a:schemeClr val="accent6"/>
              </a:solidFill>
              <a:latin typeface="Community Light" panose="02000303040000020003" pitchFamily="2" charset="0"/>
              <a:sym typeface="Community Light" panose="02000303040000020003" pitchFamily="2" charset="0"/>
            </a:endParaRPr>
          </a:p>
        </p:txBody>
      </p:sp>
      <p:sp>
        <p:nvSpPr>
          <p:cNvPr id="25" name="Text Placeholder 2">
            <a:extLst>
              <a:ext uri="{FF2B5EF4-FFF2-40B4-BE49-F238E27FC236}">
                <a16:creationId xmlns:a16="http://schemas.microsoft.com/office/drawing/2014/main" id="{7FA6797E-B8ED-8411-5F6E-A0F58DD95B5F}"/>
              </a:ext>
            </a:extLst>
          </p:cNvPr>
          <p:cNvSpPr>
            <a:spLocks noGrp="1"/>
          </p:cNvSpPr>
          <p:nvPr>
            <p:custDataLst>
              <p:tags r:id="rId23"/>
            </p:custDataLst>
          </p:nvPr>
        </p:nvSpPr>
        <p:spPr bwMode="auto">
          <a:xfrm>
            <a:off x="20585112" y="7167563"/>
            <a:ext cx="2533650" cy="854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BF14869D-5774-4871-9D22-E3925B855E9B}" type="datetime'''''Tot''al Or''ig ALC Ren''e''wal'' B''ooki''n''g''s'''''">
              <a:rPr lang="en-US" altLang="en-US" sz="2800" smtClean="0">
                <a:solidFill>
                  <a:schemeClr val="accent6"/>
                </a:solidFill>
                <a:latin typeface="Community Light" panose="02000303040000020003" pitchFamily="2" charset="0"/>
                <a:sym typeface="Community Light" panose="02000303040000020003" pitchFamily="2" charset="0"/>
              </a:rPr>
              <a:pPr marL="0" lvl="0" indent="0" algn="ctr">
                <a:spcBef>
                  <a:spcPct val="0"/>
                </a:spcBef>
                <a:spcAft>
                  <a:spcPct val="0"/>
                </a:spcAft>
                <a:buNone/>
              </a:pPr>
              <a:t>Total Orig ALC Renewal Bookings</a:t>
            </a:fld>
            <a:endParaRPr lang="en-US" sz="2800">
              <a:solidFill>
                <a:schemeClr val="accent6"/>
              </a:solidFill>
              <a:latin typeface="Community Light" panose="02000303040000020003" pitchFamily="2" charset="0"/>
              <a:sym typeface="Community Light" panose="02000303040000020003" pitchFamily="2" charset="0"/>
            </a:endParaRPr>
          </a:p>
        </p:txBody>
      </p:sp>
      <p:sp>
        <p:nvSpPr>
          <p:cNvPr id="91" name="Text Placeholder 2">
            <a:extLst>
              <a:ext uri="{FF2B5EF4-FFF2-40B4-BE49-F238E27FC236}">
                <a16:creationId xmlns:a16="http://schemas.microsoft.com/office/drawing/2014/main" id="{7FA6797E-B8ED-8411-5F6E-A0F58DD95B5F}"/>
              </a:ext>
            </a:extLst>
          </p:cNvPr>
          <p:cNvSpPr>
            <a:spLocks noGrp="1"/>
          </p:cNvSpPr>
          <p:nvPr>
            <p:custDataLst>
              <p:tags r:id="rId24"/>
            </p:custDataLst>
          </p:nvPr>
        </p:nvSpPr>
        <p:spPr bwMode="gray">
          <a:xfrm>
            <a:off x="2132013" y="2652713"/>
            <a:ext cx="1139825" cy="4270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50800" tIns="0" rIns="508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E36B5352-3029-40A8-AA9A-C7BF130EB812}" type="datetime'''''''''''''''$''5''''''5.''''''''''4''''''''''''M'''">
              <a:rPr lang="en-US" altLang="en-US" sz="2800" smtClean="0">
                <a:solidFill>
                  <a:schemeClr val="accent6"/>
                </a:solidFill>
                <a:latin typeface="Community Light" panose="02000303040000020003" pitchFamily="2" charset="0"/>
                <a:sym typeface="Community Light" panose="02000303040000020003" pitchFamily="2" charset="0"/>
              </a:rPr>
              <a:pPr marL="0" lvl="0" indent="0" algn="ctr">
                <a:spcBef>
                  <a:spcPct val="0"/>
                </a:spcBef>
                <a:spcAft>
                  <a:spcPct val="0"/>
                </a:spcAft>
                <a:buNone/>
              </a:pPr>
              <a:t>$55.4M</a:t>
            </a:fld>
            <a:endParaRPr lang="en-US" sz="2800">
              <a:solidFill>
                <a:schemeClr val="accent6"/>
              </a:solidFill>
              <a:latin typeface="Community Light" panose="02000303040000020003" pitchFamily="2" charset="0"/>
              <a:sym typeface="Community Light" panose="02000303040000020003" pitchFamily="2" charset="0"/>
            </a:endParaRPr>
          </a:p>
        </p:txBody>
      </p:sp>
      <p:sp>
        <p:nvSpPr>
          <p:cNvPr id="97" name="Text Placeholder 2">
            <a:extLst>
              <a:ext uri="{FF2B5EF4-FFF2-40B4-BE49-F238E27FC236}">
                <a16:creationId xmlns:a16="http://schemas.microsoft.com/office/drawing/2014/main" id="{7FA6797E-B8ED-8411-5F6E-A0F58DD95B5F}"/>
              </a:ext>
            </a:extLst>
          </p:cNvPr>
          <p:cNvSpPr>
            <a:spLocks noGrp="1"/>
          </p:cNvSpPr>
          <p:nvPr>
            <p:custDataLst>
              <p:tags r:id="rId25"/>
            </p:custDataLst>
          </p:nvPr>
        </p:nvSpPr>
        <p:spPr bwMode="gray">
          <a:xfrm>
            <a:off x="21274088" y="3389313"/>
            <a:ext cx="1155700" cy="4270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50800" tIns="0" rIns="508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lvl="0" indent="0" algn="ctr">
              <a:spcBef>
                <a:spcPct val="0"/>
              </a:spcBef>
              <a:spcAft>
                <a:spcPct val="0"/>
              </a:spcAft>
              <a:buNone/>
            </a:pPr>
            <a:fld id="{3DB4462F-0708-49F4-B83D-5C815BB4B93C}" type="datetime'''''''''''''$''45.''''''''0''M'''''">
              <a:rPr lang="en-US" altLang="en-US" sz="2800" smtClean="0">
                <a:solidFill>
                  <a:schemeClr val="accent6"/>
                </a:solidFill>
                <a:latin typeface="Community Light" panose="02000303040000020003" pitchFamily="2" charset="0"/>
                <a:sym typeface="Community Light" panose="02000303040000020003" pitchFamily="2" charset="0"/>
              </a:rPr>
              <a:pPr marL="0" lvl="0" indent="0" algn="ctr">
                <a:spcBef>
                  <a:spcPct val="0"/>
                </a:spcBef>
                <a:spcAft>
                  <a:spcPct val="0"/>
                </a:spcAft>
                <a:buNone/>
              </a:pPr>
              <a:t>$45.0M</a:t>
            </a:fld>
            <a:endParaRPr lang="en-US" sz="2800">
              <a:solidFill>
                <a:schemeClr val="accent6"/>
              </a:solidFill>
              <a:latin typeface="Community Light" panose="02000303040000020003" pitchFamily="2" charset="0"/>
              <a:sym typeface="Community Light" panose="02000303040000020003" pitchFamily="2" charset="0"/>
            </a:endParaRPr>
          </a:p>
        </p:txBody>
      </p:sp>
      <p:graphicFrame>
        <p:nvGraphicFramePr>
          <p:cNvPr id="123" name="Table 122">
            <a:extLst>
              <a:ext uri="{FF2B5EF4-FFF2-40B4-BE49-F238E27FC236}">
                <a16:creationId xmlns:a16="http://schemas.microsoft.com/office/drawing/2014/main" id="{1E0CCF0E-4FE1-F8A6-2F78-A10390CBC74C}"/>
              </a:ext>
            </a:extLst>
          </p:cNvPr>
          <p:cNvGraphicFramePr>
            <a:graphicFrameLocks noGrp="1"/>
          </p:cNvGraphicFramePr>
          <p:nvPr>
            <p:extLst>
              <p:ext uri="{D42A27DB-BD31-4B8C-83A1-F6EECF244321}">
                <p14:modId xmlns:p14="http://schemas.microsoft.com/office/powerpoint/2010/main" val="1431382630"/>
              </p:ext>
            </p:extLst>
          </p:nvPr>
        </p:nvGraphicFramePr>
        <p:xfrm>
          <a:off x="1477961" y="8277225"/>
          <a:ext cx="21824952" cy="457200"/>
        </p:xfrm>
        <a:graphic>
          <a:graphicData uri="http://schemas.openxmlformats.org/drawingml/2006/table">
            <a:tbl>
              <a:tblPr firstRow="1" bandRow="1">
                <a:tableStyleId>{5C22544A-7EE6-4342-B048-85BDC9FD1C3A}</a:tableStyleId>
              </a:tblPr>
              <a:tblGrid>
                <a:gridCol w="2728119">
                  <a:extLst>
                    <a:ext uri="{9D8B030D-6E8A-4147-A177-3AD203B41FA5}">
                      <a16:colId xmlns:a16="http://schemas.microsoft.com/office/drawing/2014/main" val="186682875"/>
                    </a:ext>
                  </a:extLst>
                </a:gridCol>
                <a:gridCol w="2728119">
                  <a:extLst>
                    <a:ext uri="{9D8B030D-6E8A-4147-A177-3AD203B41FA5}">
                      <a16:colId xmlns:a16="http://schemas.microsoft.com/office/drawing/2014/main" val="2586575116"/>
                    </a:ext>
                  </a:extLst>
                </a:gridCol>
                <a:gridCol w="2728119">
                  <a:extLst>
                    <a:ext uri="{9D8B030D-6E8A-4147-A177-3AD203B41FA5}">
                      <a16:colId xmlns:a16="http://schemas.microsoft.com/office/drawing/2014/main" val="3480696673"/>
                    </a:ext>
                  </a:extLst>
                </a:gridCol>
                <a:gridCol w="2728119">
                  <a:extLst>
                    <a:ext uri="{9D8B030D-6E8A-4147-A177-3AD203B41FA5}">
                      <a16:colId xmlns:a16="http://schemas.microsoft.com/office/drawing/2014/main" val="819033097"/>
                    </a:ext>
                  </a:extLst>
                </a:gridCol>
                <a:gridCol w="2728119">
                  <a:extLst>
                    <a:ext uri="{9D8B030D-6E8A-4147-A177-3AD203B41FA5}">
                      <a16:colId xmlns:a16="http://schemas.microsoft.com/office/drawing/2014/main" val="2764384988"/>
                    </a:ext>
                  </a:extLst>
                </a:gridCol>
                <a:gridCol w="2728119">
                  <a:extLst>
                    <a:ext uri="{9D8B030D-6E8A-4147-A177-3AD203B41FA5}">
                      <a16:colId xmlns:a16="http://schemas.microsoft.com/office/drawing/2014/main" val="3954063073"/>
                    </a:ext>
                  </a:extLst>
                </a:gridCol>
                <a:gridCol w="2728119">
                  <a:extLst>
                    <a:ext uri="{9D8B030D-6E8A-4147-A177-3AD203B41FA5}">
                      <a16:colId xmlns:a16="http://schemas.microsoft.com/office/drawing/2014/main" val="1591284253"/>
                    </a:ext>
                  </a:extLst>
                </a:gridCol>
                <a:gridCol w="2728119">
                  <a:extLst>
                    <a:ext uri="{9D8B030D-6E8A-4147-A177-3AD203B41FA5}">
                      <a16:colId xmlns:a16="http://schemas.microsoft.com/office/drawing/2014/main" val="1902426624"/>
                    </a:ext>
                  </a:extLst>
                </a:gridCol>
              </a:tblGrid>
              <a:tr h="370840">
                <a:tc>
                  <a:txBody>
                    <a:bodyPr/>
                    <a:lstStyle/>
                    <a:p>
                      <a:endParaRPr lang="en-US">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b="0">
                          <a:solidFill>
                            <a:schemeClr val="tx1"/>
                          </a:solidFill>
                        </a:rPr>
                        <a:t>0%</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b="0">
                          <a:solidFill>
                            <a:schemeClr val="tx1"/>
                          </a:solidFill>
                        </a:rPr>
                        <a:t>-2%</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b="0">
                          <a:solidFill>
                            <a:schemeClr val="tx1"/>
                          </a:solidFill>
                        </a:rPr>
                        <a:t>0%</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US" b="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b="0">
                          <a:solidFill>
                            <a:schemeClr val="tx1"/>
                          </a:solidFill>
                        </a:rPr>
                        <a:t>17%</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US">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03054971"/>
                  </a:ext>
                </a:extLst>
              </a:tr>
            </a:tbl>
          </a:graphicData>
        </a:graphic>
      </p:graphicFrame>
      <p:sp>
        <p:nvSpPr>
          <p:cNvPr id="125" name="Text Placeholder 9">
            <a:extLst>
              <a:ext uri="{FF2B5EF4-FFF2-40B4-BE49-F238E27FC236}">
                <a16:creationId xmlns:a16="http://schemas.microsoft.com/office/drawing/2014/main" id="{AF0518FC-358E-A62D-1C02-90900CE09377}"/>
              </a:ext>
            </a:extLst>
          </p:cNvPr>
          <p:cNvSpPr txBox="1">
            <a:spLocks/>
          </p:cNvSpPr>
          <p:nvPr/>
        </p:nvSpPr>
        <p:spPr>
          <a:xfrm>
            <a:off x="261293" y="544313"/>
            <a:ext cx="23450880" cy="1366159"/>
          </a:xfrm>
          <a:prstGeom prst="rect">
            <a:avLst/>
          </a:prstGeom>
        </p:spPr>
        <p:txBody>
          <a:bodyPr lIns="91440" tIns="45720" rIns="91440" bIns="45720" anchor="t"/>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buNone/>
            </a:pPr>
            <a:r>
              <a:rPr lang="en-US" sz="5000" b="1"/>
              <a:t>Originating ALC RIG in Q2 increased +2ppts QoQ and flat YoY at 0.81 with full logo churn offsetting benefits from price increase, </a:t>
            </a:r>
            <a:r>
              <a:rPr lang="en-US" sz="5000" b="1" err="1"/>
              <a:t>LiHA</a:t>
            </a:r>
            <a:r>
              <a:rPr lang="en-US" sz="5000" b="1"/>
              <a:t>, and HEP conversions</a:t>
            </a:r>
          </a:p>
        </p:txBody>
      </p:sp>
      <p:sp>
        <p:nvSpPr>
          <p:cNvPr id="174" name="Rectangle: Rounded Corners 173">
            <a:extLst>
              <a:ext uri="{FF2B5EF4-FFF2-40B4-BE49-F238E27FC236}">
                <a16:creationId xmlns:a16="http://schemas.microsoft.com/office/drawing/2014/main" id="{43BDE608-1222-3742-A0FD-1E0F120FA9B5}"/>
              </a:ext>
            </a:extLst>
          </p:cNvPr>
          <p:cNvSpPr/>
          <p:nvPr/>
        </p:nvSpPr>
        <p:spPr>
          <a:xfrm>
            <a:off x="478976" y="11309075"/>
            <a:ext cx="23233197" cy="14634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1828800">
              <a:defRPr/>
            </a:pPr>
            <a:r>
              <a:rPr lang="en-US" sz="2800" b="1" u="sng">
                <a:solidFill>
                  <a:schemeClr val="bg1"/>
                </a:solidFill>
                <a:latin typeface="Community Light"/>
              </a:rPr>
              <a:t>Discussion:</a:t>
            </a:r>
            <a:r>
              <a:rPr lang="en-US" sz="2800" b="1">
                <a:solidFill>
                  <a:schemeClr val="bg1"/>
                </a:solidFill>
                <a:latin typeface="Community Light"/>
              </a:rPr>
              <a:t> </a:t>
            </a:r>
          </a:p>
          <a:p>
            <a:pPr marL="457200" indent="-457200" defTabSz="1828800">
              <a:buFont typeface="Arial" panose="020B0604020202020204" pitchFamily="34" charset="0"/>
              <a:buChar char="•"/>
              <a:defRPr/>
            </a:pPr>
            <a:r>
              <a:rPr lang="en-US" sz="2800">
                <a:solidFill>
                  <a:schemeClr val="bg1"/>
                </a:solidFill>
                <a:latin typeface="Community Light"/>
              </a:rPr>
              <a:t>What are drivers of full logo churn?</a:t>
            </a:r>
          </a:p>
          <a:p>
            <a:pPr marL="457200" indent="-457200" defTabSz="1828800">
              <a:buFont typeface="Arial" panose="020B0604020202020204" pitchFamily="34" charset="0"/>
              <a:buChar char="•"/>
              <a:defRPr/>
            </a:pPr>
            <a:r>
              <a:rPr lang="en-US" sz="2800">
                <a:solidFill>
                  <a:schemeClr val="bg1"/>
                </a:solidFill>
                <a:latin typeface="Community Light"/>
              </a:rPr>
              <a:t>Are there different drivers for unit churn for originating MYDs vs. SYDs? What explains the similar rates?</a:t>
            </a:r>
            <a:endParaRPr lang="en-US" sz="2800" u="sng">
              <a:solidFill>
                <a:schemeClr val="bg1"/>
              </a:solidFill>
              <a:latin typeface="Community Light"/>
            </a:endParaRPr>
          </a:p>
        </p:txBody>
      </p:sp>
      <p:sp>
        <p:nvSpPr>
          <p:cNvPr id="189" name="TextBox 188">
            <a:extLst>
              <a:ext uri="{FF2B5EF4-FFF2-40B4-BE49-F238E27FC236}">
                <a16:creationId xmlns:a16="http://schemas.microsoft.com/office/drawing/2014/main" id="{A6FDA3FC-8811-7886-6914-FA123639BF9C}"/>
              </a:ext>
            </a:extLst>
          </p:cNvPr>
          <p:cNvSpPr txBox="1"/>
          <p:nvPr/>
        </p:nvSpPr>
        <p:spPr>
          <a:xfrm>
            <a:off x="21091525" y="2888462"/>
            <a:ext cx="1463675" cy="523875"/>
          </a:xfrm>
          <a:prstGeom prst="rect">
            <a:avLst/>
          </a:prstGeom>
          <a:noFill/>
        </p:spPr>
        <p:txBody>
          <a:bodyPr wrap="square" rtlCol="0">
            <a:spAutoFit/>
          </a:bodyPr>
          <a:lstStyle/>
          <a:p>
            <a:pPr algn="ctr"/>
            <a:r>
              <a:rPr lang="en-US" sz="2800">
                <a:latin typeface="Community Light" panose="02000303040000020003" pitchFamily="2" charset="0"/>
              </a:rPr>
              <a:t>RIG: 0.81</a:t>
            </a:r>
          </a:p>
        </p:txBody>
      </p:sp>
      <p:sp>
        <p:nvSpPr>
          <p:cNvPr id="227" name="Rectangle 226">
            <a:extLst>
              <a:ext uri="{FF2B5EF4-FFF2-40B4-BE49-F238E27FC236}">
                <a16:creationId xmlns:a16="http://schemas.microsoft.com/office/drawing/2014/main" id="{9843CC85-EA55-E129-DF21-1ED77C063B71}"/>
              </a:ext>
            </a:extLst>
          </p:cNvPr>
          <p:cNvSpPr/>
          <p:nvPr/>
        </p:nvSpPr>
        <p:spPr>
          <a:xfrm>
            <a:off x="1587" y="-1"/>
            <a:ext cx="4164013" cy="4057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r>
              <a:rPr lang="en-US" sz="2400">
                <a:solidFill>
                  <a:srgbClr val="000000"/>
                </a:solidFill>
                <a:latin typeface="Community Light" panose="02000303040000020003" pitchFamily="2" charset="0"/>
              </a:rPr>
              <a:t>ALC RIG / Hiring Share Score</a:t>
            </a:r>
          </a:p>
        </p:txBody>
      </p:sp>
      <p:sp>
        <p:nvSpPr>
          <p:cNvPr id="2" name="TextBox 1">
            <a:extLst>
              <a:ext uri="{FF2B5EF4-FFF2-40B4-BE49-F238E27FC236}">
                <a16:creationId xmlns:a16="http://schemas.microsoft.com/office/drawing/2014/main" id="{B50A2D8F-8BBF-4BA4-13C1-D0E7D3B347CC}"/>
              </a:ext>
            </a:extLst>
          </p:cNvPr>
          <p:cNvSpPr txBox="1"/>
          <p:nvPr/>
        </p:nvSpPr>
        <p:spPr>
          <a:xfrm>
            <a:off x="7036254" y="7580087"/>
            <a:ext cx="2344736" cy="646331"/>
          </a:xfrm>
          <a:prstGeom prst="rect">
            <a:avLst/>
          </a:prstGeom>
          <a:noFill/>
        </p:spPr>
        <p:txBody>
          <a:bodyPr wrap="square" rtlCol="0">
            <a:spAutoFit/>
          </a:bodyPr>
          <a:lstStyle/>
          <a:p>
            <a:pPr algn="ctr"/>
            <a:r>
              <a:rPr lang="en-US" i="1"/>
              <a:t>(distinct from price change impact)</a:t>
            </a:r>
          </a:p>
        </p:txBody>
      </p:sp>
      <p:sp>
        <p:nvSpPr>
          <p:cNvPr id="3" name="TextBox 2">
            <a:extLst>
              <a:ext uri="{FF2B5EF4-FFF2-40B4-BE49-F238E27FC236}">
                <a16:creationId xmlns:a16="http://schemas.microsoft.com/office/drawing/2014/main" id="{B5A42C32-E258-0C62-FEF4-C0A2362BC839}"/>
              </a:ext>
            </a:extLst>
          </p:cNvPr>
          <p:cNvSpPr txBox="1"/>
          <p:nvPr/>
        </p:nvSpPr>
        <p:spPr>
          <a:xfrm>
            <a:off x="9050071" y="7993742"/>
            <a:ext cx="4098327" cy="646331"/>
          </a:xfrm>
          <a:prstGeom prst="rect">
            <a:avLst/>
          </a:prstGeom>
          <a:noFill/>
        </p:spPr>
        <p:txBody>
          <a:bodyPr wrap="square" rtlCol="0">
            <a:spAutoFit/>
          </a:bodyPr>
          <a:lstStyle/>
          <a:p>
            <a:pPr algn="ctr"/>
            <a:r>
              <a:rPr lang="en-US" i="1"/>
              <a:t>(inclusive of unit churn from price change)</a:t>
            </a:r>
          </a:p>
        </p:txBody>
      </p:sp>
      <p:sp>
        <p:nvSpPr>
          <p:cNvPr id="5" name="Rectangle 4">
            <a:extLst>
              <a:ext uri="{FF2B5EF4-FFF2-40B4-BE49-F238E27FC236}">
                <a16:creationId xmlns:a16="http://schemas.microsoft.com/office/drawing/2014/main" id="{0FC1B659-001E-1F6D-01C7-1B44A063102D}"/>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3936240071"/>
      </p:ext>
    </p:extLst>
  </p:cSld>
  <p:clrMapOvr>
    <a:masterClrMapping/>
  </p:clrMapOvr>
  <p:extLst>
    <p:ext uri="{6950BFC3-D8DA-4A85-94F7-54DA5524770B}">
      <p188:commentRel xmlns:p188="http://schemas.microsoft.com/office/powerpoint/2018/8/main" r:id="rId28"/>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B1D96-3196-C7B4-1768-324B0C307CAD}"/>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5D67775-90A5-C4A1-05C5-4AA990AB2DAB}"/>
              </a:ext>
            </a:extLst>
          </p:cNvPr>
          <p:cNvGraphicFramePr>
            <a:graphicFrameLocks noChangeAspect="1"/>
          </p:cNvGraphicFramePr>
          <p:nvPr>
            <p:custDataLst>
              <p:tags r:id="rId1"/>
            </p:custDataLst>
          </p:nvPr>
        </p:nvGraphicFramePr>
        <p:xfrm>
          <a:off x="4763" y="3176"/>
          <a:ext cx="3176" cy="3176"/>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7" name="think-cell data - do not delete" hidden="1">
                        <a:extLst>
                          <a:ext uri="{FF2B5EF4-FFF2-40B4-BE49-F238E27FC236}">
                            <a16:creationId xmlns:a16="http://schemas.microsoft.com/office/drawing/2014/main" id="{55D67775-90A5-C4A1-05C5-4AA990AB2DAB}"/>
                          </a:ext>
                        </a:extLst>
                      </p:cNvPr>
                      <p:cNvPicPr/>
                      <p:nvPr/>
                    </p:nvPicPr>
                    <p:blipFill>
                      <a:blip r:embed="rId6"/>
                      <a:stretch>
                        <a:fillRect/>
                      </a:stretch>
                    </p:blipFill>
                    <p:spPr>
                      <a:xfrm>
                        <a:off x="4763" y="3176"/>
                        <a:ext cx="3176" cy="3176"/>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3291BFA5-07FB-ACA2-2CB7-669DBCB43255}"/>
              </a:ext>
            </a:extLst>
          </p:cNvPr>
          <p:cNvSpPr txBox="1"/>
          <p:nvPr/>
        </p:nvSpPr>
        <p:spPr>
          <a:xfrm>
            <a:off x="406391" y="2528225"/>
            <a:ext cx="15588351" cy="9746175"/>
          </a:xfrm>
          <a:prstGeom prst="rect">
            <a:avLst/>
          </a:prstGeom>
          <a:noFill/>
        </p:spPr>
        <p:txBody>
          <a:bodyPr wrap="square" lIns="0" tIns="0" rIns="0" bIns="0" rtlCol="0" anchor="t">
            <a:noAutofit/>
          </a:bodyPr>
          <a:lstStyle/>
          <a:p>
            <a:pPr defTabSz="1828892">
              <a:defRPr/>
            </a:pPr>
            <a:r>
              <a:rPr lang="en-US" sz="2800" b="1">
                <a:solidFill>
                  <a:schemeClr val="accent1"/>
                </a:solidFill>
                <a:latin typeface="Community"/>
              </a:rPr>
              <a:t>Problem</a:t>
            </a:r>
            <a:endParaRPr lang="en-US" sz="2800">
              <a:solidFill>
                <a:schemeClr val="accent1"/>
              </a:solidFill>
              <a:latin typeface="Community"/>
            </a:endParaRPr>
          </a:p>
          <a:p>
            <a:pPr marL="365760" indent="-365760" defTabSz="1828892">
              <a:spcAft>
                <a:spcPts val="600"/>
              </a:spcAft>
              <a:buFont typeface="Arial" panose="020B0604020202020204" pitchFamily="34" charset="0"/>
              <a:buChar char="•"/>
              <a:defRPr/>
            </a:pPr>
            <a:r>
              <a:rPr lang="en-US" sz="2400">
                <a:solidFill>
                  <a:srgbClr val="3C4345"/>
                </a:solidFill>
              </a:rPr>
              <a:t>Today, we do not capture all hiring activity based on customer needs, and customers often do not purchase full suite of products</a:t>
            </a:r>
          </a:p>
          <a:p>
            <a:pPr marL="365760" indent="-365760" defTabSz="1828892">
              <a:spcAft>
                <a:spcPts val="1200"/>
              </a:spcAft>
              <a:buFont typeface="Arial" panose="020B0604020202020204" pitchFamily="34" charset="0"/>
              <a:buChar char="•"/>
              <a:defRPr/>
            </a:pPr>
            <a:r>
              <a:rPr lang="en-US" sz="2400">
                <a:solidFill>
                  <a:srgbClr val="3C4345"/>
                </a:solidFill>
              </a:rPr>
              <a:t>Hiring growth shows little correlation as a driver of ALC RIG. </a:t>
            </a:r>
            <a:r>
              <a:rPr lang="en-US" sz="2400" b="1">
                <a:solidFill>
                  <a:srgbClr val="3C4345"/>
                </a:solidFill>
              </a:rPr>
              <a:t>Currently, accounts growing hires only show a 4pp difference in RIG vs those with flat/declining total hires</a:t>
            </a:r>
            <a:r>
              <a:rPr lang="en-US" sz="2400">
                <a:solidFill>
                  <a:srgbClr val="3C4345"/>
                </a:solidFill>
              </a:rPr>
              <a:t>.  However, </a:t>
            </a:r>
            <a:r>
              <a:rPr lang="en-US" sz="2400" b="1">
                <a:solidFill>
                  <a:srgbClr val="3C4345"/>
                </a:solidFill>
              </a:rPr>
              <a:t>growing influenced hires at customer level, drives +12pp of RIG</a:t>
            </a:r>
            <a:endParaRPr lang="en-US" sz="2800" b="1" u="sng">
              <a:solidFill>
                <a:srgbClr val="3C4345"/>
              </a:solidFill>
            </a:endParaRPr>
          </a:p>
          <a:p>
            <a:pPr defTabSz="1828892">
              <a:spcAft>
                <a:spcPts val="1200"/>
              </a:spcAft>
              <a:defRPr/>
            </a:pPr>
            <a:endParaRPr lang="en-US" sz="2800" b="1">
              <a:solidFill>
                <a:schemeClr val="accent1"/>
              </a:solidFill>
            </a:endParaRPr>
          </a:p>
          <a:p>
            <a:pPr defTabSz="1828892">
              <a:spcAft>
                <a:spcPts val="1200"/>
              </a:spcAft>
              <a:defRPr/>
            </a:pPr>
            <a:r>
              <a:rPr lang="en-US" sz="2800" b="1">
                <a:solidFill>
                  <a:schemeClr val="accent1"/>
                </a:solidFill>
              </a:rPr>
              <a:t>WIP Solution</a:t>
            </a:r>
          </a:p>
          <a:p>
            <a:pPr marL="365760" indent="-365760" defTabSz="1828892">
              <a:spcAft>
                <a:spcPts val="1200"/>
              </a:spcAft>
              <a:buFont typeface="Arial" panose="020B0604020202020204" pitchFamily="34" charset="0"/>
              <a:buChar char="•"/>
              <a:defRPr/>
            </a:pPr>
            <a:r>
              <a:rPr lang="en-US" sz="2400">
                <a:solidFill>
                  <a:srgbClr val="3C4345"/>
                </a:solidFill>
                <a:latin typeface="Community"/>
              </a:rPr>
              <a:t>Pricing has developed a “hiring share score” dashboarding tool to assist ADs in capturing additional growth opportunities. This view is used in customer conversations today, so we are scaling a metric to evaluate success internally with the same positioning</a:t>
            </a:r>
          </a:p>
          <a:p>
            <a:pPr marL="739775" lvl="1" indent="-365125" defTabSz="1828892">
              <a:spcAft>
                <a:spcPts val="1200"/>
              </a:spcAft>
              <a:buFont typeface="Courier New" panose="02070309020205020404" pitchFamily="49" charset="0"/>
              <a:buChar char="o"/>
              <a:defRPr/>
            </a:pPr>
            <a:r>
              <a:rPr lang="en-US" sz="2400">
                <a:solidFill>
                  <a:srgbClr val="3C4345"/>
                </a:solidFill>
              </a:rPr>
              <a:t>We are currently </a:t>
            </a:r>
            <a:r>
              <a:rPr lang="en-US" sz="2400" b="1">
                <a:solidFill>
                  <a:srgbClr val="3C4345"/>
                </a:solidFill>
              </a:rPr>
              <a:t>piloting MVP of share score tool </a:t>
            </a:r>
            <a:r>
              <a:rPr lang="en-US" sz="2400">
                <a:solidFill>
                  <a:srgbClr val="3C4345"/>
                </a:solidFill>
              </a:rPr>
              <a:t>with selected NAMER and EMEAL ADs and want to extend this further with other sales orgs  with the goal to collect user feedback for usability and accuracy of hiring efficiency data for planning, and potential</a:t>
            </a:r>
            <a:r>
              <a:rPr lang="en-US" sz="2400" i="1">
                <a:solidFill>
                  <a:srgbClr val="3C4345"/>
                </a:solidFill>
              </a:rPr>
              <a:t> </a:t>
            </a:r>
            <a:r>
              <a:rPr lang="en-US" sz="2400">
                <a:solidFill>
                  <a:srgbClr val="3C4345"/>
                </a:solidFill>
              </a:rPr>
              <a:t>enhancements required for scaled release in </a:t>
            </a:r>
            <a:r>
              <a:rPr lang="en-US" sz="2400" err="1">
                <a:solidFill>
                  <a:srgbClr val="3C4345"/>
                </a:solidFill>
              </a:rPr>
              <a:t>MyBizDash</a:t>
            </a:r>
            <a:endParaRPr lang="en-US" sz="2400">
              <a:solidFill>
                <a:srgbClr val="3C4345"/>
              </a:solidFill>
            </a:endParaRPr>
          </a:p>
          <a:p>
            <a:pPr marL="739775" lvl="1" indent="-365125" defTabSz="1828892">
              <a:spcAft>
                <a:spcPts val="1200"/>
              </a:spcAft>
              <a:buFont typeface="Courier New" panose="02070309020205020404" pitchFamily="49" charset="0"/>
              <a:buChar char="o"/>
              <a:defRPr/>
            </a:pPr>
            <a:r>
              <a:rPr lang="en-US" sz="2400" b="1">
                <a:solidFill>
                  <a:srgbClr val="3C4345"/>
                </a:solidFill>
              </a:rPr>
              <a:t>Core Metrics: </a:t>
            </a:r>
            <a:r>
              <a:rPr lang="en-US" sz="2400">
                <a:solidFill>
                  <a:srgbClr val="3C4345"/>
                </a:solidFill>
              </a:rPr>
              <a:t>Reps will see total and influenced hires, cost per influenced hire, and competitive benchmarks for industry, (consistent with data presented in Merlin).  We will also include suggested offers based on customer’s existing relationship / hiring activity </a:t>
            </a:r>
            <a:endParaRPr lang="en-US" sz="2400" b="1" u="sng">
              <a:solidFill>
                <a:srgbClr val="3C4345"/>
              </a:solidFill>
            </a:endParaRPr>
          </a:p>
          <a:p>
            <a:pPr defTabSz="1828800" fontAlgn="base">
              <a:spcAft>
                <a:spcPts val="600"/>
              </a:spcAft>
              <a:defRPr/>
            </a:pPr>
            <a:endParaRPr lang="en-US" sz="2400">
              <a:solidFill>
                <a:srgbClr val="3C4345"/>
              </a:solidFill>
            </a:endParaRPr>
          </a:p>
          <a:p>
            <a:pPr defTabSz="1828892">
              <a:defRPr/>
            </a:pPr>
            <a:r>
              <a:rPr lang="en-US" sz="2800" b="1">
                <a:solidFill>
                  <a:schemeClr val="accent1"/>
                </a:solidFill>
              </a:rPr>
              <a:t>Next Steps</a:t>
            </a:r>
          </a:p>
          <a:p>
            <a:pPr marL="571500" indent="-571500" defTabSz="1828800" fontAlgn="base">
              <a:spcAft>
                <a:spcPts val="1200"/>
              </a:spcAft>
              <a:buFont typeface="Arial" panose="020B0604020202020204" pitchFamily="34" charset="0"/>
              <a:buChar char="•"/>
              <a:defRPr/>
            </a:pPr>
            <a:r>
              <a:rPr lang="en-US" sz="2400" b="1">
                <a:solidFill>
                  <a:srgbClr val="3C4345"/>
                </a:solidFill>
              </a:rPr>
              <a:t>MVP Sales charter: </a:t>
            </a:r>
            <a:r>
              <a:rPr lang="en-US" sz="2400">
                <a:solidFill>
                  <a:srgbClr val="3C4345"/>
                </a:solidFill>
              </a:rPr>
              <a:t>Receive feedback on hiring share framework / data as a growth strategy for ADs. Data will be provided to sellers to understand impact in driving ALC RIG. Charter will conclude in Q3 to inform rec on scaled reporting across LTS.</a:t>
            </a:r>
          </a:p>
          <a:p>
            <a:pPr marL="571500" indent="-571500" defTabSz="1828800" fontAlgn="base">
              <a:spcAft>
                <a:spcPts val="1200"/>
              </a:spcAft>
              <a:buFont typeface="Arial" panose="020B0604020202020204" pitchFamily="34" charset="0"/>
              <a:buChar char="•"/>
              <a:defRPr/>
            </a:pPr>
            <a:endParaRPr lang="en-US" sz="2400" b="1">
              <a:solidFill>
                <a:srgbClr val="3C4345"/>
              </a:solidFill>
            </a:endParaRPr>
          </a:p>
          <a:p>
            <a:pPr defTabSz="1828800" fontAlgn="base">
              <a:spcAft>
                <a:spcPts val="1200"/>
              </a:spcAft>
              <a:defRPr/>
            </a:pPr>
            <a:endParaRPr lang="en-US" sz="2400" b="1">
              <a:solidFill>
                <a:srgbClr val="3C4345"/>
              </a:solidFill>
            </a:endParaRPr>
          </a:p>
          <a:p>
            <a:pPr marL="571500" indent="-571500" defTabSz="1828800" fontAlgn="base">
              <a:spcAft>
                <a:spcPts val="1200"/>
              </a:spcAft>
              <a:buFont typeface="Arial" panose="020B0604020202020204" pitchFamily="34" charset="0"/>
              <a:buChar char="•"/>
              <a:defRPr/>
            </a:pPr>
            <a:r>
              <a:rPr lang="en-US" sz="2400" b="1">
                <a:solidFill>
                  <a:srgbClr val="3C4345"/>
                </a:solidFill>
              </a:rPr>
              <a:t>Scaled reporting: </a:t>
            </a:r>
            <a:r>
              <a:rPr lang="en-US" sz="2400">
                <a:solidFill>
                  <a:srgbClr val="3C4345"/>
                </a:solidFill>
              </a:rPr>
              <a:t>Starting in Q4, we will leverage feedback to provide insights on performance management and rec sales plays to capture additional hiring share, segment-level insights and account-level actions to drive ALC RIG</a:t>
            </a:r>
          </a:p>
          <a:p>
            <a:pPr defTabSz="1828800" fontAlgn="base">
              <a:spcAft>
                <a:spcPts val="600"/>
              </a:spcAft>
              <a:defRPr/>
            </a:pPr>
            <a:endParaRPr lang="en-US" sz="2400">
              <a:solidFill>
                <a:srgbClr val="3C4345"/>
              </a:solidFill>
            </a:endParaRPr>
          </a:p>
          <a:p>
            <a:pPr marL="571500" indent="-571500" defTabSz="1828800" fontAlgn="base">
              <a:spcAft>
                <a:spcPts val="600"/>
              </a:spcAft>
              <a:buFont typeface="Arial" panose="020B0604020202020204" pitchFamily="34" charset="0"/>
              <a:buChar char="•"/>
              <a:defRPr/>
            </a:pPr>
            <a:endParaRPr lang="en-US" sz="2400">
              <a:solidFill>
                <a:srgbClr val="3C4345"/>
              </a:solidFill>
            </a:endParaRPr>
          </a:p>
          <a:p>
            <a:pPr marL="571500" indent="-571500" defTabSz="1828800" fontAlgn="base">
              <a:spcAft>
                <a:spcPts val="600"/>
              </a:spcAft>
              <a:buFont typeface="Arial" panose="020B0604020202020204" pitchFamily="34" charset="0"/>
              <a:buChar char="•"/>
              <a:defRPr/>
            </a:pPr>
            <a:endParaRPr lang="en-US" sz="2400">
              <a:solidFill>
                <a:srgbClr val="3C4345"/>
              </a:solidFill>
            </a:endParaRPr>
          </a:p>
          <a:p>
            <a:pPr defTabSz="1828892">
              <a:spcAft>
                <a:spcPts val="1200"/>
              </a:spcAft>
              <a:defRPr/>
            </a:pPr>
            <a:endParaRPr lang="en-US" sz="2400">
              <a:solidFill>
                <a:srgbClr val="3C4345"/>
              </a:solidFill>
            </a:endParaRPr>
          </a:p>
          <a:p>
            <a:pPr defTabSz="1828892">
              <a:spcAft>
                <a:spcPts val="1200"/>
              </a:spcAft>
              <a:defRPr/>
            </a:pPr>
            <a:endParaRPr lang="en-US" sz="2400" b="1" u="sng">
              <a:solidFill>
                <a:srgbClr val="3C4345"/>
              </a:solidFill>
            </a:endParaRPr>
          </a:p>
          <a:p>
            <a:pPr defTabSz="1828892">
              <a:spcAft>
                <a:spcPts val="1200"/>
              </a:spcAft>
              <a:defRPr/>
            </a:pPr>
            <a:endParaRPr lang="en-US" sz="2400">
              <a:solidFill>
                <a:srgbClr val="3C4345"/>
              </a:solidFill>
              <a:latin typeface="Community"/>
            </a:endParaRPr>
          </a:p>
          <a:p>
            <a:pPr marL="365760" indent="-365760" defTabSz="1828892">
              <a:spcAft>
                <a:spcPts val="1200"/>
              </a:spcAft>
              <a:buFont typeface="Arial" panose="020B0604020202020204" pitchFamily="34" charset="0"/>
              <a:buChar char="•"/>
              <a:defRPr/>
            </a:pPr>
            <a:endParaRPr lang="en-US" sz="2400">
              <a:solidFill>
                <a:srgbClr val="3C4345"/>
              </a:solidFill>
              <a:latin typeface="Community"/>
            </a:endParaRPr>
          </a:p>
          <a:p>
            <a:pPr marL="365760" indent="-365760" defTabSz="1828892">
              <a:spcAft>
                <a:spcPts val="1200"/>
              </a:spcAft>
              <a:buFont typeface="Arial" panose="020B0604020202020204" pitchFamily="34" charset="0"/>
              <a:buChar char="•"/>
              <a:defRPr/>
            </a:pPr>
            <a:endParaRPr lang="en-US" sz="2400">
              <a:solidFill>
                <a:srgbClr val="3C4345"/>
              </a:solidFill>
              <a:latin typeface="Community"/>
            </a:endParaRPr>
          </a:p>
          <a:p>
            <a:pPr marL="365760" indent="-365760" defTabSz="1828892">
              <a:spcAft>
                <a:spcPts val="1200"/>
              </a:spcAft>
              <a:buFont typeface="Arial" panose="020B0604020202020204" pitchFamily="34" charset="0"/>
              <a:buChar char="•"/>
              <a:defRPr/>
            </a:pPr>
            <a:endParaRPr lang="en-US" sz="2400">
              <a:solidFill>
                <a:srgbClr val="3C4345"/>
              </a:solidFill>
              <a:latin typeface="Community"/>
            </a:endParaRPr>
          </a:p>
          <a:p>
            <a:pPr marL="365760" indent="-365760" defTabSz="1828892">
              <a:spcAft>
                <a:spcPts val="1200"/>
              </a:spcAft>
              <a:buFont typeface="Arial" panose="020B0604020202020204" pitchFamily="34" charset="0"/>
              <a:buChar char="•"/>
              <a:defRPr/>
            </a:pPr>
            <a:endParaRPr lang="en-US" sz="2400">
              <a:solidFill>
                <a:srgbClr val="3C4345"/>
              </a:solidFill>
              <a:latin typeface="Community"/>
            </a:endParaRPr>
          </a:p>
        </p:txBody>
      </p:sp>
      <p:pic>
        <p:nvPicPr>
          <p:cNvPr id="3" name="Picture 2">
            <a:extLst>
              <a:ext uri="{FF2B5EF4-FFF2-40B4-BE49-F238E27FC236}">
                <a16:creationId xmlns:a16="http://schemas.microsoft.com/office/drawing/2014/main" id="{777AED90-EE76-FEA8-E56B-76D73EBEE676}"/>
              </a:ext>
            </a:extLst>
          </p:cNvPr>
          <p:cNvPicPr>
            <a:picLocks noChangeAspect="1"/>
          </p:cNvPicPr>
          <p:nvPr/>
        </p:nvPicPr>
        <p:blipFill>
          <a:blip r:embed="rId7"/>
          <a:stretch>
            <a:fillRect/>
          </a:stretch>
        </p:blipFill>
        <p:spPr>
          <a:xfrm>
            <a:off x="16358081" y="4488175"/>
            <a:ext cx="7354092" cy="5810825"/>
          </a:xfrm>
          <a:prstGeom prst="rect">
            <a:avLst/>
          </a:prstGeom>
          <a:ln>
            <a:solidFill>
              <a:schemeClr val="tx1"/>
            </a:solidFill>
          </a:ln>
        </p:spPr>
      </p:pic>
      <p:sp>
        <p:nvSpPr>
          <p:cNvPr id="8" name="Rectangle: Rounded Corners 7">
            <a:extLst>
              <a:ext uri="{FF2B5EF4-FFF2-40B4-BE49-F238E27FC236}">
                <a16:creationId xmlns:a16="http://schemas.microsoft.com/office/drawing/2014/main" id="{F7685EAD-7E89-A948-8FC1-87112986F5DB}"/>
              </a:ext>
            </a:extLst>
          </p:cNvPr>
          <p:cNvSpPr/>
          <p:nvPr/>
        </p:nvSpPr>
        <p:spPr>
          <a:xfrm>
            <a:off x="16358081" y="3840736"/>
            <a:ext cx="7354092" cy="446794"/>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00">
              <a:defRPr/>
            </a:pPr>
            <a:r>
              <a:rPr lang="en-US" sz="2800">
                <a:solidFill>
                  <a:srgbClr val="FDFAF5"/>
                </a:solidFill>
                <a:latin typeface="Community Light"/>
              </a:rPr>
              <a:t>Sales-facing dashboard </a:t>
            </a:r>
            <a:endParaRPr lang="en-US" sz="2800" strike="sngStrike">
              <a:solidFill>
                <a:srgbClr val="FDFAF5"/>
              </a:solidFill>
              <a:latin typeface="Community Light"/>
            </a:endParaRPr>
          </a:p>
        </p:txBody>
      </p:sp>
      <p:sp>
        <p:nvSpPr>
          <p:cNvPr id="57" name="Rectangle 56">
            <a:extLst>
              <a:ext uri="{FF2B5EF4-FFF2-40B4-BE49-F238E27FC236}">
                <a16:creationId xmlns:a16="http://schemas.microsoft.com/office/drawing/2014/main" id="{F9106881-B3DA-A31A-6A2C-48A8007B9F5B}"/>
              </a:ext>
            </a:extLst>
          </p:cNvPr>
          <p:cNvSpPr/>
          <p:nvPr/>
        </p:nvSpPr>
        <p:spPr>
          <a:xfrm>
            <a:off x="1587" y="-1"/>
            <a:ext cx="4164013" cy="4057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r>
              <a:rPr lang="en-US" sz="2400">
                <a:solidFill>
                  <a:srgbClr val="000000"/>
                </a:solidFill>
                <a:latin typeface="Community Light" panose="02000303040000020003" pitchFamily="2" charset="0"/>
              </a:rPr>
              <a:t>ALC RIG / Hiring Share Score</a:t>
            </a:r>
          </a:p>
        </p:txBody>
      </p:sp>
      <p:sp>
        <p:nvSpPr>
          <p:cNvPr id="10" name="Text Placeholder 9">
            <a:extLst>
              <a:ext uri="{FF2B5EF4-FFF2-40B4-BE49-F238E27FC236}">
                <a16:creationId xmlns:a16="http://schemas.microsoft.com/office/drawing/2014/main" id="{C8E53512-9021-3293-A4E6-8F7C6B9AAAF9}"/>
              </a:ext>
            </a:extLst>
          </p:cNvPr>
          <p:cNvSpPr txBox="1">
            <a:spLocks/>
          </p:cNvSpPr>
          <p:nvPr/>
        </p:nvSpPr>
        <p:spPr>
          <a:xfrm>
            <a:off x="261293" y="544313"/>
            <a:ext cx="23450880" cy="1366159"/>
          </a:xfrm>
          <a:prstGeom prst="rect">
            <a:avLst/>
          </a:prstGeom>
        </p:spPr>
        <p:txBody>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buNone/>
            </a:pPr>
            <a:r>
              <a:rPr lang="en-US" sz="5000" b="1"/>
              <a:t>To bolster unit growth / ALC RIG, there is an opportunity to direct field to accounts with growing hires and capture more of their hiring needs with Hiring Share Score</a:t>
            </a:r>
          </a:p>
        </p:txBody>
      </p:sp>
      <p:sp>
        <p:nvSpPr>
          <p:cNvPr id="12" name="Rectangle: Rounded Corners 11">
            <a:extLst>
              <a:ext uri="{FF2B5EF4-FFF2-40B4-BE49-F238E27FC236}">
                <a16:creationId xmlns:a16="http://schemas.microsoft.com/office/drawing/2014/main" id="{059E7B6B-85D2-D123-2E3F-1F1880C5BE8D}"/>
              </a:ext>
            </a:extLst>
          </p:cNvPr>
          <p:cNvSpPr/>
          <p:nvPr/>
        </p:nvSpPr>
        <p:spPr>
          <a:xfrm>
            <a:off x="977007" y="10525311"/>
            <a:ext cx="15017735" cy="83016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1828800">
              <a:defRPr/>
            </a:pPr>
            <a:r>
              <a:rPr lang="en-US" sz="3200" b="1" u="sng">
                <a:solidFill>
                  <a:schemeClr val="bg1"/>
                </a:solidFill>
                <a:latin typeface="Community Light"/>
              </a:rPr>
              <a:t>Ask:</a:t>
            </a:r>
            <a:r>
              <a:rPr lang="en-US" sz="3200" b="1">
                <a:solidFill>
                  <a:schemeClr val="bg1"/>
                </a:solidFill>
                <a:latin typeface="Community Light"/>
              </a:rPr>
              <a:t> Is there interest in expanding the share score sales charter with a GSA AD team?</a:t>
            </a:r>
            <a:endParaRPr lang="en-US" sz="3200" b="1" u="sng">
              <a:solidFill>
                <a:schemeClr val="bg1"/>
              </a:solidFill>
              <a:latin typeface="Community Light"/>
            </a:endParaRPr>
          </a:p>
        </p:txBody>
      </p:sp>
      <p:sp>
        <p:nvSpPr>
          <p:cNvPr id="4" name="Rectangle 3">
            <a:extLst>
              <a:ext uri="{FF2B5EF4-FFF2-40B4-BE49-F238E27FC236}">
                <a16:creationId xmlns:a16="http://schemas.microsoft.com/office/drawing/2014/main" id="{37A4D945-7D8D-2C30-09D6-25D2EFE56E1F}"/>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2779141976"/>
      </p:ext>
    </p:extLst>
  </p:cSld>
  <p:clrMapOvr>
    <a:masterClrMapping/>
  </p:clrMapOvr>
  <p:extLst>
    <p:ext uri="{6950BFC3-D8DA-4A85-94F7-54DA5524770B}">
      <p188:commentRel xmlns:p188="http://schemas.microsoft.com/office/powerpoint/2018/8/main" r:id="rId4"/>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F76DC-84BB-CB66-EF6E-B320A52B83B6}"/>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50608D5F-20EF-DD5A-7AB4-5B30CA661408}"/>
              </a:ext>
            </a:extLst>
          </p:cNvPr>
          <p:cNvSpPr>
            <a:spLocks noGrp="1"/>
          </p:cNvSpPr>
          <p:nvPr>
            <p:ph type="body" sz="quarter" idx="12"/>
          </p:nvPr>
        </p:nvSpPr>
        <p:spPr>
          <a:xfrm>
            <a:off x="261293" y="810985"/>
            <a:ext cx="24173269" cy="1400971"/>
          </a:xfrm>
        </p:spPr>
        <p:txBody>
          <a:bodyPr/>
          <a:lstStyle/>
          <a:p>
            <a:r>
              <a:rPr lang="en-US" dirty="0"/>
              <a:t>Discounting is down significantly QoQ and YoY while NAMER pilot usage is down significantly so far QTD due to a focus on selling healthier pilots coming off of continued low renewal RIG</a:t>
            </a:r>
          </a:p>
        </p:txBody>
      </p:sp>
      <p:sp>
        <p:nvSpPr>
          <p:cNvPr id="11" name="Rectangle: Rounded Corners 10">
            <a:extLst>
              <a:ext uri="{FF2B5EF4-FFF2-40B4-BE49-F238E27FC236}">
                <a16:creationId xmlns:a16="http://schemas.microsoft.com/office/drawing/2014/main" id="{9638F834-D5FF-5C09-ACC4-398B498E793C}"/>
              </a:ext>
            </a:extLst>
          </p:cNvPr>
          <p:cNvSpPr/>
          <p:nvPr/>
        </p:nvSpPr>
        <p:spPr>
          <a:xfrm>
            <a:off x="818067" y="8934330"/>
            <a:ext cx="22202348" cy="4068337"/>
          </a:xfrm>
          <a:prstGeom prst="roundRect">
            <a:avLst>
              <a:gd name="adj" fmla="val 1498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t"/>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defRPr/>
            </a:pPr>
            <a:r>
              <a:rPr lang="en-US" sz="2400" b="1" dirty="0">
                <a:solidFill>
                  <a:srgbClr val="D2E9FF">
                    <a:lumMod val="10000"/>
                  </a:srgbClr>
                </a:solidFill>
                <a:latin typeface="Community"/>
              </a:rPr>
              <a:t>Key Insights:</a:t>
            </a:r>
            <a:endParaRPr lang="en-US" sz="2400" dirty="0">
              <a:solidFill>
                <a:srgbClr val="D2E9FF">
                  <a:lumMod val="10000"/>
                </a:srgbClr>
              </a:solidFill>
              <a:latin typeface="Community" panose="02000303040000020003" pitchFamily="2" charset="0"/>
            </a:endParaRPr>
          </a:p>
          <a:p>
            <a:pPr marL="342900" indent="-342900">
              <a:buFont typeface="Arial"/>
              <a:buChar char="•"/>
              <a:defRPr/>
            </a:pPr>
            <a:endParaRPr lang="en-US" sz="2400" dirty="0">
              <a:solidFill>
                <a:srgbClr val="D2E9FF">
                  <a:lumMod val="10000"/>
                </a:srgbClr>
              </a:solidFill>
              <a:latin typeface="Community Light" panose="02000303040000020003" pitchFamily="50" charset="0"/>
              <a:cs typeface="Arial" panose="020B0604020202020204"/>
            </a:endParaRPr>
          </a:p>
        </p:txBody>
      </p:sp>
      <p:graphicFrame>
        <p:nvGraphicFramePr>
          <p:cNvPr id="12" name="Table 11">
            <a:extLst>
              <a:ext uri="{FF2B5EF4-FFF2-40B4-BE49-F238E27FC236}">
                <a16:creationId xmlns:a16="http://schemas.microsoft.com/office/drawing/2014/main" id="{A30E8CCD-1E5A-3503-9416-BAC5AFB200FA}"/>
              </a:ext>
            </a:extLst>
          </p:cNvPr>
          <p:cNvGraphicFramePr>
            <a:graphicFrameLocks noGrp="1"/>
          </p:cNvGraphicFramePr>
          <p:nvPr>
            <p:extLst>
              <p:ext uri="{D42A27DB-BD31-4B8C-83A1-F6EECF244321}">
                <p14:modId xmlns:p14="http://schemas.microsoft.com/office/powerpoint/2010/main" val="1059800991"/>
              </p:ext>
            </p:extLst>
          </p:nvPr>
        </p:nvGraphicFramePr>
        <p:xfrm>
          <a:off x="964044" y="3087934"/>
          <a:ext cx="22056371" cy="5170535"/>
        </p:xfrm>
        <a:graphic>
          <a:graphicData uri="http://schemas.openxmlformats.org/drawingml/2006/table">
            <a:tbl>
              <a:tblPr/>
              <a:tblGrid>
                <a:gridCol w="1670201">
                  <a:extLst>
                    <a:ext uri="{9D8B030D-6E8A-4147-A177-3AD203B41FA5}">
                      <a16:colId xmlns:a16="http://schemas.microsoft.com/office/drawing/2014/main" val="692956348"/>
                    </a:ext>
                  </a:extLst>
                </a:gridCol>
                <a:gridCol w="970770">
                  <a:extLst>
                    <a:ext uri="{9D8B030D-6E8A-4147-A177-3AD203B41FA5}">
                      <a16:colId xmlns:a16="http://schemas.microsoft.com/office/drawing/2014/main" val="2009602913"/>
                    </a:ext>
                  </a:extLst>
                </a:gridCol>
                <a:gridCol w="970770">
                  <a:extLst>
                    <a:ext uri="{9D8B030D-6E8A-4147-A177-3AD203B41FA5}">
                      <a16:colId xmlns:a16="http://schemas.microsoft.com/office/drawing/2014/main" val="4034950851"/>
                    </a:ext>
                  </a:extLst>
                </a:gridCol>
                <a:gridCol w="970770">
                  <a:extLst>
                    <a:ext uri="{9D8B030D-6E8A-4147-A177-3AD203B41FA5}">
                      <a16:colId xmlns:a16="http://schemas.microsoft.com/office/drawing/2014/main" val="12502098"/>
                    </a:ext>
                  </a:extLst>
                </a:gridCol>
                <a:gridCol w="970770">
                  <a:extLst>
                    <a:ext uri="{9D8B030D-6E8A-4147-A177-3AD203B41FA5}">
                      <a16:colId xmlns:a16="http://schemas.microsoft.com/office/drawing/2014/main" val="2291981639"/>
                    </a:ext>
                  </a:extLst>
                </a:gridCol>
                <a:gridCol w="970770">
                  <a:extLst>
                    <a:ext uri="{9D8B030D-6E8A-4147-A177-3AD203B41FA5}">
                      <a16:colId xmlns:a16="http://schemas.microsoft.com/office/drawing/2014/main" val="336311703"/>
                    </a:ext>
                  </a:extLst>
                </a:gridCol>
                <a:gridCol w="970770">
                  <a:extLst>
                    <a:ext uri="{9D8B030D-6E8A-4147-A177-3AD203B41FA5}">
                      <a16:colId xmlns:a16="http://schemas.microsoft.com/office/drawing/2014/main" val="1082236519"/>
                    </a:ext>
                  </a:extLst>
                </a:gridCol>
                <a:gridCol w="970770">
                  <a:extLst>
                    <a:ext uri="{9D8B030D-6E8A-4147-A177-3AD203B41FA5}">
                      <a16:colId xmlns:a16="http://schemas.microsoft.com/office/drawing/2014/main" val="4080677363"/>
                    </a:ext>
                  </a:extLst>
                </a:gridCol>
                <a:gridCol w="970770">
                  <a:extLst>
                    <a:ext uri="{9D8B030D-6E8A-4147-A177-3AD203B41FA5}">
                      <a16:colId xmlns:a16="http://schemas.microsoft.com/office/drawing/2014/main" val="3796238869"/>
                    </a:ext>
                  </a:extLst>
                </a:gridCol>
                <a:gridCol w="970770">
                  <a:extLst>
                    <a:ext uri="{9D8B030D-6E8A-4147-A177-3AD203B41FA5}">
                      <a16:colId xmlns:a16="http://schemas.microsoft.com/office/drawing/2014/main" val="552658862"/>
                    </a:ext>
                  </a:extLst>
                </a:gridCol>
                <a:gridCol w="970770">
                  <a:extLst>
                    <a:ext uri="{9D8B030D-6E8A-4147-A177-3AD203B41FA5}">
                      <a16:colId xmlns:a16="http://schemas.microsoft.com/office/drawing/2014/main" val="1869777514"/>
                    </a:ext>
                  </a:extLst>
                </a:gridCol>
                <a:gridCol w="970770">
                  <a:extLst>
                    <a:ext uri="{9D8B030D-6E8A-4147-A177-3AD203B41FA5}">
                      <a16:colId xmlns:a16="http://schemas.microsoft.com/office/drawing/2014/main" val="10022998"/>
                    </a:ext>
                  </a:extLst>
                </a:gridCol>
                <a:gridCol w="970770">
                  <a:extLst>
                    <a:ext uri="{9D8B030D-6E8A-4147-A177-3AD203B41FA5}">
                      <a16:colId xmlns:a16="http://schemas.microsoft.com/office/drawing/2014/main" val="535253486"/>
                    </a:ext>
                  </a:extLst>
                </a:gridCol>
                <a:gridCol w="970770">
                  <a:extLst>
                    <a:ext uri="{9D8B030D-6E8A-4147-A177-3AD203B41FA5}">
                      <a16:colId xmlns:a16="http://schemas.microsoft.com/office/drawing/2014/main" val="3937450116"/>
                    </a:ext>
                  </a:extLst>
                </a:gridCol>
                <a:gridCol w="970770">
                  <a:extLst>
                    <a:ext uri="{9D8B030D-6E8A-4147-A177-3AD203B41FA5}">
                      <a16:colId xmlns:a16="http://schemas.microsoft.com/office/drawing/2014/main" val="2471632829"/>
                    </a:ext>
                  </a:extLst>
                </a:gridCol>
                <a:gridCol w="970770">
                  <a:extLst>
                    <a:ext uri="{9D8B030D-6E8A-4147-A177-3AD203B41FA5}">
                      <a16:colId xmlns:a16="http://schemas.microsoft.com/office/drawing/2014/main" val="3088667544"/>
                    </a:ext>
                  </a:extLst>
                </a:gridCol>
                <a:gridCol w="970770">
                  <a:extLst>
                    <a:ext uri="{9D8B030D-6E8A-4147-A177-3AD203B41FA5}">
                      <a16:colId xmlns:a16="http://schemas.microsoft.com/office/drawing/2014/main" val="3417210059"/>
                    </a:ext>
                  </a:extLst>
                </a:gridCol>
                <a:gridCol w="970770">
                  <a:extLst>
                    <a:ext uri="{9D8B030D-6E8A-4147-A177-3AD203B41FA5}">
                      <a16:colId xmlns:a16="http://schemas.microsoft.com/office/drawing/2014/main" val="349538107"/>
                    </a:ext>
                  </a:extLst>
                </a:gridCol>
                <a:gridCol w="970770">
                  <a:extLst>
                    <a:ext uri="{9D8B030D-6E8A-4147-A177-3AD203B41FA5}">
                      <a16:colId xmlns:a16="http://schemas.microsoft.com/office/drawing/2014/main" val="2137564357"/>
                    </a:ext>
                  </a:extLst>
                </a:gridCol>
                <a:gridCol w="970770">
                  <a:extLst>
                    <a:ext uri="{9D8B030D-6E8A-4147-A177-3AD203B41FA5}">
                      <a16:colId xmlns:a16="http://schemas.microsoft.com/office/drawing/2014/main" val="1989915988"/>
                    </a:ext>
                  </a:extLst>
                </a:gridCol>
                <a:gridCol w="970770">
                  <a:extLst>
                    <a:ext uri="{9D8B030D-6E8A-4147-A177-3AD203B41FA5}">
                      <a16:colId xmlns:a16="http://schemas.microsoft.com/office/drawing/2014/main" val="1813256474"/>
                    </a:ext>
                  </a:extLst>
                </a:gridCol>
                <a:gridCol w="970770">
                  <a:extLst>
                    <a:ext uri="{9D8B030D-6E8A-4147-A177-3AD203B41FA5}">
                      <a16:colId xmlns:a16="http://schemas.microsoft.com/office/drawing/2014/main" val="3731796094"/>
                    </a:ext>
                  </a:extLst>
                </a:gridCol>
              </a:tblGrid>
              <a:tr h="952949">
                <a:tc rowSpan="2">
                  <a:txBody>
                    <a:bodyPr/>
                    <a:lstStyle/>
                    <a:p>
                      <a:pPr lvl="0" algn="l" rtl="0">
                        <a:lnSpc>
                          <a:spcPts val="1125"/>
                        </a:lnSpc>
                        <a:buNone/>
                      </a:pPr>
                      <a:endParaRPr lang="en-US" sz="2400" b="1" i="0">
                        <a:solidFill>
                          <a:schemeClr val="bg1"/>
                        </a:solidFill>
                        <a:effectLst/>
                      </a:endParaRPr>
                    </a:p>
                  </a:txBody>
                  <a:tcPr marL="74258" marR="74258" marT="37130" marB="37130" anchor="ctr">
                    <a:lnL w="0">
                      <a:noFill/>
                    </a:lnL>
                    <a:lnR w="0" cap="flat" cmpd="sng" algn="ctr">
                      <a:noFill/>
                      <a:prstDash val="solid"/>
                      <a:round/>
                      <a:headEnd type="none" w="med" len="med"/>
                      <a:tailEnd type="none" w="med" len="med"/>
                    </a:lnR>
                    <a:lnT w="0">
                      <a:no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rtl="0">
                        <a:buNone/>
                      </a:pPr>
                      <a:r>
                        <a:rPr lang="en-US" sz="2000" b="1" u="none">
                          <a:solidFill>
                            <a:schemeClr val="tx1"/>
                          </a:solidFill>
                          <a:effectLst/>
                          <a:latin typeface="+mn-lt"/>
                        </a:rPr>
                        <a:t># of Paid Pilots</a:t>
                      </a:r>
                    </a:p>
                  </a:txBody>
                  <a:tcPr marL="73152" marR="73152" marT="73152" marB="73152" anchor="ctr">
                    <a:lnL w="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endParaRPr/>
                    </a:p>
                  </a:txBody>
                  <a:tcPr marL="73152" marR="73152" marT="73152" marB="73152" anchor="ctr">
                    <a:lnL w="0" cap="flat" cmpd="sng" algn="ctr">
                      <a:noFill/>
                      <a:prstDash val="solid"/>
                      <a:round/>
                      <a:headEnd type="none" w="med" len="med"/>
                      <a:tailEnd type="none" w="med" len="med"/>
                    </a:lnL>
                    <a:lnR w="3175" cap="flat" cmpd="sng" algn="ctr">
                      <a:solidFill>
                        <a:srgbClr val="FFFFFF"/>
                      </a:solidFill>
                      <a:prstDash val="solid"/>
                      <a:round/>
                      <a:headEnd type="none" w="med" len="med"/>
                      <a:tailEnd type="none" w="med" len="med"/>
                    </a:lnR>
                    <a:lnT w="3175">
                      <a:solidFill>
                        <a:srgbClr val="FFFFFF"/>
                      </a:solidFill>
                    </a:lnT>
                    <a:lnB w="3175">
                      <a:solidFill>
                        <a:srgbClr val="FFFFFF"/>
                      </a:solidFill>
                    </a:lnB>
                    <a:lnTlToBr w="12700" cmpd="sng">
                      <a:noFill/>
                      <a:prstDash val="solid"/>
                    </a:lnTlToBr>
                    <a:lnBlToTr w="12700" cmpd="sng">
                      <a:noFill/>
                      <a:prstDash val="solid"/>
                    </a:lnBlToTr>
                    <a:solidFill>
                      <a:srgbClr val="E8EEEE"/>
                    </a:solidFill>
                  </a:tcPr>
                </a:tc>
                <a:tc hMerge="1">
                  <a:txBody>
                    <a:bodyPr/>
                    <a:lstStyle/>
                    <a:p>
                      <a:endParaRPr lang="en-US"/>
                    </a:p>
                  </a:txBody>
                  <a:tcPr marL="36576" marR="36576" marT="36576" marB="36576" anchor="ctr">
                    <a:lnL w="9524">
                      <a:solidFill>
                        <a:srgbClr val="FFFFFF"/>
                      </a:solidFill>
                    </a:lnL>
                    <a:lnR w="9524">
                      <a:solidFill>
                        <a:srgbClr val="FFFFFF"/>
                      </a:solidFill>
                    </a:lnR>
                    <a:lnT w="25717">
                      <a:solidFill>
                        <a:srgbClr val="FFFFFF"/>
                      </a:solidFill>
                    </a:lnT>
                    <a:lnB w="9524">
                      <a:solidFill>
                        <a:srgbClr val="FFFFFF"/>
                      </a:solidFill>
                    </a:lnB>
                    <a:solidFill>
                      <a:srgbClr val="002060"/>
                    </a:solidFill>
                  </a:tcPr>
                </a:tc>
                <a:tc gridSpan="3">
                  <a:txBody>
                    <a:bodyPr/>
                    <a:lstStyle/>
                    <a:p>
                      <a:pPr lvl="0" algn="ctr" rtl="0">
                        <a:buNone/>
                      </a:pPr>
                      <a:r>
                        <a:rPr lang="en-US" sz="2000" b="1" u="none">
                          <a:solidFill>
                            <a:schemeClr val="tx1"/>
                          </a:solidFill>
                          <a:effectLst/>
                          <a:latin typeface="+mn-lt"/>
                        </a:rPr>
                        <a:t>Pilot ASPs ($ in K)</a:t>
                      </a:r>
                    </a:p>
                  </a:txBody>
                  <a:tcPr marL="73152" marR="73152" marT="73152" marB="731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endParaRPr/>
                    </a:p>
                  </a:txBody>
                  <a:tcPr marL="73152" marR="73152" marT="73152" marB="73152"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pPr lvl="0" algn="ctr" rtl="0">
                        <a:buNone/>
                      </a:pPr>
                      <a:endParaRPr lang="en-US" sz="2400" b="1" u="none">
                        <a:solidFill>
                          <a:schemeClr val="tx1"/>
                        </a:solidFill>
                        <a:effectLst/>
                        <a:latin typeface="+mn-lt"/>
                      </a:endParaRPr>
                    </a:p>
                  </a:txBody>
                  <a:tcPr marL="73152" marR="73152" marT="73152" marB="73152"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gridSpan="3">
                  <a:txBody>
                    <a:bodyPr/>
                    <a:lstStyle/>
                    <a:p>
                      <a:pPr lvl="0" algn="ctr" rtl="0">
                        <a:buNone/>
                      </a:pPr>
                      <a:r>
                        <a:rPr lang="en-US" sz="2000" b="1" u="none">
                          <a:solidFill>
                            <a:schemeClr val="tx1"/>
                          </a:solidFill>
                          <a:effectLst/>
                          <a:latin typeface="+mn-lt"/>
                        </a:rPr>
                        <a:t>Avg. Discount </a:t>
                      </a:r>
                    </a:p>
                    <a:p>
                      <a:pPr lvl="0" algn="ctr" rtl="0">
                        <a:buNone/>
                      </a:pPr>
                      <a:r>
                        <a:rPr lang="en-US" sz="1600" b="0" u="none">
                          <a:solidFill>
                            <a:schemeClr val="tx1"/>
                          </a:solidFill>
                          <a:effectLst/>
                          <a:latin typeface="+mn-lt"/>
                        </a:rPr>
                        <a:t>(excludes LiHA Tier 2 Promo)</a:t>
                      </a:r>
                      <a:endParaRPr lang="en-US" sz="2000" b="0" u="none">
                        <a:solidFill>
                          <a:schemeClr val="tx1"/>
                        </a:solidFill>
                        <a:effectLst/>
                        <a:latin typeface="+mn-lt"/>
                      </a:endParaRPr>
                    </a:p>
                  </a:txBody>
                  <a:tcPr marL="73152" marR="73152" marT="73152" marB="731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endParaRPr/>
                    </a:p>
                  </a:txBody>
                  <a:tcPr marL="73152" marR="73152" marT="73152" marB="73152"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pPr lvl="0" algn="ctr" rtl="0">
                        <a:buNone/>
                      </a:pPr>
                      <a:endParaRPr lang="en-US" sz="2400" b="1" u="none">
                        <a:solidFill>
                          <a:schemeClr val="tx1"/>
                        </a:solidFill>
                        <a:effectLst/>
                        <a:latin typeface="+mn-lt"/>
                      </a:endParaRPr>
                    </a:p>
                  </a:txBody>
                  <a:tcPr marL="73152" marR="73152" marT="73152" marB="73152"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gridSpan="3">
                  <a:txBody>
                    <a:bodyPr/>
                    <a:lstStyle/>
                    <a:p>
                      <a:pPr lvl="0" algn="ctr" rtl="0">
                        <a:buNone/>
                      </a:pPr>
                      <a:r>
                        <a:rPr lang="en-US" sz="2000" b="1" u="none">
                          <a:solidFill>
                            <a:schemeClr val="tx1"/>
                          </a:solidFill>
                          <a:effectLst/>
                          <a:latin typeface="+mn-lt"/>
                        </a:rPr>
                        <a:t>Avg. Duration (Months)</a:t>
                      </a:r>
                    </a:p>
                  </a:txBody>
                  <a:tcPr marL="73152" marR="73152" marT="73152" marB="731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endParaRPr/>
                    </a:p>
                  </a:txBody>
                  <a:tcPr marL="73152" marR="73152" marT="73152" marB="73152"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pPr lvl="0" algn="ctr" rtl="0">
                        <a:buNone/>
                      </a:pPr>
                      <a:endParaRPr lang="en-US" sz="2400" b="1" u="none">
                        <a:solidFill>
                          <a:schemeClr val="tx1"/>
                        </a:solidFill>
                        <a:effectLst/>
                        <a:latin typeface="+mn-lt"/>
                      </a:endParaRPr>
                    </a:p>
                  </a:txBody>
                  <a:tcPr marL="73152" marR="73152" marT="73152" marB="73152"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gridSpan="3">
                  <a:txBody>
                    <a:bodyPr/>
                    <a:lstStyle/>
                    <a:p>
                      <a:pPr lvl="0" algn="ctr" rtl="0">
                        <a:buNone/>
                      </a:pPr>
                      <a:r>
                        <a:rPr lang="en-US" sz="2000" b="1" u="none" dirty="0">
                          <a:solidFill>
                            <a:schemeClr val="tx1"/>
                          </a:solidFill>
                          <a:effectLst/>
                          <a:latin typeface="+mn-lt"/>
                        </a:rPr>
                        <a:t>Pilot Bookings % of TAE GSA Bookings</a:t>
                      </a:r>
                    </a:p>
                  </a:txBody>
                  <a:tcPr marL="73152" marR="73152" marT="73152" marB="731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endParaRPr/>
                    </a:p>
                  </a:txBody>
                  <a:tcPr marL="73152" marR="73152" marT="73152" marB="73152"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pPr lvl="0" algn="ctr" rtl="0">
                        <a:buNone/>
                      </a:pPr>
                      <a:endParaRPr lang="en-US" sz="2400" b="1" u="none">
                        <a:solidFill>
                          <a:schemeClr val="tx1"/>
                        </a:solidFill>
                        <a:effectLst/>
                        <a:latin typeface="+mn-lt"/>
                      </a:endParaRPr>
                    </a:p>
                  </a:txBody>
                  <a:tcPr marL="73152" marR="73152" marT="73152" marB="73152"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gridSpan="3">
                  <a:txBody>
                    <a:bodyPr/>
                    <a:lstStyle/>
                    <a:p>
                      <a:pPr lvl="0" algn="ctr" rtl="0">
                        <a:buNone/>
                      </a:pPr>
                      <a:r>
                        <a:rPr lang="en-US" sz="2000" b="1" u="none">
                          <a:solidFill>
                            <a:schemeClr val="tx1"/>
                          </a:solidFill>
                          <a:effectLst/>
                          <a:latin typeface="+mn-lt"/>
                        </a:rPr>
                        <a:t>Pilot Renewal Conversion %</a:t>
                      </a:r>
                    </a:p>
                  </a:txBody>
                  <a:tcPr marL="73152" marR="73152" marT="73152" marB="731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endParaRPr/>
                    </a:p>
                  </a:txBody>
                  <a:tcPr marL="73152" marR="73152" marT="73152" marB="73152"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endParaRPr lang="en-US"/>
                    </a:p>
                  </a:txBody>
                  <a:tcPr marL="36576" marR="36576" marT="36576" marB="36576"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lvl="0" algn="ctr" rtl="0">
                        <a:buNone/>
                      </a:pPr>
                      <a:r>
                        <a:rPr lang="en-US" sz="2000" b="1" u="none">
                          <a:solidFill>
                            <a:schemeClr val="tx1"/>
                          </a:solidFill>
                          <a:effectLst/>
                          <a:latin typeface="+mn-lt"/>
                        </a:rPr>
                        <a:t>Pilot Renewal RIG</a:t>
                      </a:r>
                    </a:p>
                  </a:txBody>
                  <a:tcPr marL="73152" marR="73152" marT="73152" marB="73152"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endParaRPr/>
                    </a:p>
                  </a:txBody>
                  <a:tcPr marL="73152" marR="73152" marT="73152" marB="73152"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pPr lvl="0" algn="ctr" rtl="0">
                        <a:buNone/>
                      </a:pPr>
                      <a:endParaRPr lang="en-US" sz="1200" b="1" u="none">
                        <a:solidFill>
                          <a:schemeClr val="bg1"/>
                        </a:solidFill>
                        <a:effectLst/>
                        <a:latin typeface="+mn-lt"/>
                      </a:endParaRPr>
                    </a:p>
                  </a:txBody>
                  <a:tcPr marL="36576" marR="36576" marT="36576" marB="36576"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97637775"/>
                  </a:ext>
                </a:extLst>
              </a:tr>
              <a:tr h="1113912">
                <a:tc vMerge="1">
                  <a:txBody>
                    <a:bodyPr/>
                    <a:lstStyle/>
                    <a:p>
                      <a:pPr lvl="0" algn="l">
                        <a:lnSpc>
                          <a:spcPts val="1125"/>
                        </a:lnSpc>
                        <a:buNone/>
                      </a:pPr>
                      <a:endParaRPr lang="en-US" sz="1000" b="0" i="0">
                        <a:solidFill>
                          <a:srgbClr val="000000"/>
                        </a:solidFill>
                        <a:effectLst/>
                      </a:endParaRPr>
                    </a:p>
                  </a:txBody>
                  <a:tcPr marL="37129" marR="37129" marT="18565" marB="18565"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2000" b="1" u="none">
                          <a:solidFill>
                            <a:schemeClr val="tx1"/>
                          </a:solidFill>
                          <a:effectLst/>
                          <a:latin typeface="+mn-lt"/>
                        </a:rPr>
                        <a:t>Q2 FY26</a:t>
                      </a:r>
                    </a:p>
                  </a:txBody>
                  <a:tcPr marL="73152" marR="73152" marT="73152" marB="73152" anchor="ctr">
                    <a:lnL w="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Q3 FY26 QTD</a:t>
                      </a:r>
                    </a:p>
                  </a:txBody>
                  <a:tcPr marL="73152" marR="73152" marT="73152" marB="73152" anchor="ctr">
                    <a:lnL w="0" cap="flat" cmpd="sng" algn="ctr">
                      <a:no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YoY</a:t>
                      </a:r>
                    </a:p>
                  </a:txBody>
                  <a:tcPr marL="73152" marR="73152" marT="73152" marB="73152"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a:solidFill>
                        <a:srgbClr val="FFFFFF"/>
                      </a:solidFill>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Q2 FY26</a:t>
                      </a:r>
                    </a:p>
                  </a:txBody>
                  <a:tcPr marL="73152" marR="73152" marT="73152" marB="73152"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Q3 FY26 QTD</a:t>
                      </a:r>
                    </a:p>
                  </a:txBody>
                  <a:tcPr marL="73152" marR="73152" marT="73152" marB="73152"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YoY</a:t>
                      </a:r>
                    </a:p>
                  </a:txBody>
                  <a:tcPr marL="73152" marR="73152" marT="73152" marB="73152"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Q2 FY26</a:t>
                      </a:r>
                    </a:p>
                  </a:txBody>
                  <a:tcPr marL="73152" marR="73152" marT="73152" marB="73152"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Q3 FY26 QTD</a:t>
                      </a:r>
                    </a:p>
                  </a:txBody>
                  <a:tcPr marL="73152" marR="73152" marT="73152" marB="73152"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YoY</a:t>
                      </a:r>
                    </a:p>
                  </a:txBody>
                  <a:tcPr marL="73152" marR="73152" marT="73152" marB="73152"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Q2 FY26</a:t>
                      </a:r>
                    </a:p>
                  </a:txBody>
                  <a:tcPr marL="73152" marR="73152" marT="73152" marB="73152"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Q3 FY26 QTD</a:t>
                      </a:r>
                    </a:p>
                  </a:txBody>
                  <a:tcPr marL="73152" marR="73152" marT="73152" marB="73152"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YoY</a:t>
                      </a:r>
                    </a:p>
                  </a:txBody>
                  <a:tcPr marL="73152" marR="73152" marT="73152" marB="73152"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Q2 FY26</a:t>
                      </a:r>
                    </a:p>
                  </a:txBody>
                  <a:tcPr marL="73152" marR="73152" marT="73152" marB="73152"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Q3 FY26 QTD</a:t>
                      </a:r>
                    </a:p>
                  </a:txBody>
                  <a:tcPr marL="73152" marR="73152" marT="73152" marB="73152"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YoY</a:t>
                      </a:r>
                    </a:p>
                  </a:txBody>
                  <a:tcPr marL="73152" marR="73152" marT="73152" marB="73152"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Q2 FY26</a:t>
                      </a:r>
                    </a:p>
                  </a:txBody>
                  <a:tcPr marL="73152" marR="73152" marT="73152" marB="73152"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Q3 FY26 QTD</a:t>
                      </a:r>
                    </a:p>
                  </a:txBody>
                  <a:tcPr marL="73152" marR="73152" marT="73152" marB="73152"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YoY</a:t>
                      </a:r>
                    </a:p>
                  </a:txBody>
                  <a:tcPr marL="73152" marR="73152" marT="73152" marB="73152"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Q2 FY26</a:t>
                      </a:r>
                    </a:p>
                  </a:txBody>
                  <a:tcPr marL="73152" marR="73152" marT="73152" marB="73152"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Q3 FY26 QTD</a:t>
                      </a:r>
                    </a:p>
                  </a:txBody>
                  <a:tcPr marL="73152" marR="73152" marT="73152" marB="73152"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a:txBody>
                    <a:bodyPr/>
                    <a:lstStyle/>
                    <a:p>
                      <a:pPr lvl="0" algn="ctr">
                        <a:buNone/>
                      </a:pPr>
                      <a:r>
                        <a:rPr lang="en-US" sz="2000" b="1" u="none">
                          <a:solidFill>
                            <a:schemeClr val="tx1"/>
                          </a:solidFill>
                          <a:effectLst/>
                          <a:latin typeface="+mn-lt"/>
                        </a:rPr>
                        <a:t>YoY</a:t>
                      </a:r>
                    </a:p>
                  </a:txBody>
                  <a:tcPr marL="73152" marR="73152" marT="73152" marB="73152"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extLst>
                  <a:ext uri="{0D108BD9-81ED-4DB2-BD59-A6C34878D82A}">
                    <a16:rowId xmlns:a16="http://schemas.microsoft.com/office/drawing/2014/main" val="1234623501"/>
                  </a:ext>
                </a:extLst>
              </a:tr>
              <a:tr h="1049149">
                <a:tc>
                  <a:txBody>
                    <a:bodyPr/>
                    <a:lstStyle/>
                    <a:p>
                      <a:pPr algn="l" rtl="0" fontAlgn="base">
                        <a:lnSpc>
                          <a:spcPct val="100000"/>
                        </a:lnSpc>
                      </a:pPr>
                      <a:r>
                        <a:rPr lang="en-US" sz="2400" b="0" i="0">
                          <a:solidFill>
                            <a:schemeClr val="tx1"/>
                          </a:solidFill>
                          <a:effectLst/>
                          <a:latin typeface="+mn-lt"/>
                        </a:rPr>
                        <a:t>NAMER</a:t>
                      </a:r>
                    </a:p>
                  </a:txBody>
                  <a:tcPr marL="74258" marR="74258" marT="37130" marB="3713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algn="ctr" fontAlgn="b">
                        <a:buNone/>
                      </a:pPr>
                      <a:endParaRPr lang="en-US" sz="2000" b="0" i="0" u="none" strike="noStrike">
                        <a:solidFill>
                          <a:srgbClr val="000000"/>
                        </a:solidFill>
                        <a:effectLst/>
                        <a:latin typeface="+mn-lt"/>
                        <a:ea typeface="Community Pro Medium"/>
                      </a:endParaRPr>
                    </a:p>
                  </a:txBody>
                  <a:tcPr marL="952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952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ABAB"/>
                    </a:solidFill>
                  </a:tcPr>
                </a:tc>
                <a:extLst>
                  <a:ext uri="{0D108BD9-81ED-4DB2-BD59-A6C34878D82A}">
                    <a16:rowId xmlns:a16="http://schemas.microsoft.com/office/drawing/2014/main" val="2765082426"/>
                  </a:ext>
                </a:extLst>
              </a:tr>
              <a:tr h="1049149">
                <a:tc>
                  <a:txBody>
                    <a:bodyPr/>
                    <a:lstStyle/>
                    <a:p>
                      <a:pPr algn="l" rtl="0" fontAlgn="base">
                        <a:lnSpc>
                          <a:spcPct val="100000"/>
                        </a:lnSpc>
                      </a:pPr>
                      <a:r>
                        <a:rPr lang="en-US" sz="2400" b="0" i="0">
                          <a:solidFill>
                            <a:schemeClr val="tx1"/>
                          </a:solidFill>
                          <a:effectLst/>
                          <a:latin typeface="+mn-lt"/>
                        </a:rPr>
                        <a:t>EMEAL</a:t>
                      </a:r>
                    </a:p>
                  </a:txBody>
                  <a:tcPr marL="74258" marR="74258" marT="37130" marB="3713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FFFFFF"/>
                      </a:solidFill>
                    </a:lnB>
                    <a:lnTlToBr w="12700" cmpd="sng">
                      <a:noFill/>
                      <a:prstDash val="solid"/>
                    </a:lnTlToBr>
                    <a:lnBlToTr w="12700" cmpd="sng">
                      <a:noFill/>
                      <a:prstDash val="solid"/>
                    </a:lnBlToTr>
                    <a:solidFill>
                      <a:srgbClr val="DEF1D3"/>
                    </a:solidFill>
                  </a:tcPr>
                </a:tc>
                <a:tc>
                  <a:txBody>
                    <a:bodyPr/>
                    <a:lstStyle/>
                    <a:p>
                      <a:pPr algn="ctr" fontAlgn="b">
                        <a:buNone/>
                      </a:pPr>
                      <a:endParaRPr lang="en-US" sz="2000" b="0" i="0" u="none" strike="noStrike" dirty="0">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algn="ctr" fontAlgn="b">
                        <a:buNone/>
                      </a:pPr>
                      <a:endParaRPr lang="en-US" sz="2000" b="0" i="0" u="none" strike="noStrike">
                        <a:solidFill>
                          <a:srgbClr val="000000"/>
                        </a:solidFill>
                        <a:effectLst/>
                        <a:latin typeface="+mn-lt"/>
                        <a:ea typeface="Community Pro Medium"/>
                      </a:endParaRPr>
                    </a:p>
                  </a:txBody>
                  <a:tcPr marL="952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952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0"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ABAB"/>
                    </a:solidFill>
                  </a:tcPr>
                </a:tc>
                <a:extLst>
                  <a:ext uri="{0D108BD9-81ED-4DB2-BD59-A6C34878D82A}">
                    <a16:rowId xmlns:a16="http://schemas.microsoft.com/office/drawing/2014/main" val="3217922156"/>
                  </a:ext>
                </a:extLst>
              </a:tr>
              <a:tr h="1005376">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2400" b="1" i="0" baseline="0">
                          <a:solidFill>
                            <a:schemeClr val="tx1"/>
                          </a:solidFill>
                          <a:effectLst/>
                          <a:latin typeface="+mn-lt"/>
                        </a:rPr>
                        <a:t>Total GSA</a:t>
                      </a:r>
                    </a:p>
                  </a:txBody>
                  <a:tcPr marL="74258" marR="74258" marT="37130" marB="3713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1"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1"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1"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a:txBody>
                    <a:bodyPr/>
                    <a:lstStyle/>
                    <a:p>
                      <a:pPr algn="ctr" fontAlgn="b">
                        <a:buNone/>
                      </a:pPr>
                      <a:endParaRPr lang="en-US" sz="2000" b="1" i="0" u="none" strike="noStrike">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1"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1"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algn="ctr" fontAlgn="b">
                        <a:buNone/>
                      </a:pPr>
                      <a:endParaRPr lang="en-US" sz="2000" b="1" i="0" u="none" strike="noStrike" dirty="0">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1"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1"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marL="0" lvl="0" algn="ctr" defTabSz="914400">
                        <a:buNone/>
                      </a:pPr>
                      <a:endParaRPr lang="en-GB" sz="2000" b="1" i="0" u="none" strike="noStrike" kern="1200" dirty="0">
                        <a:solidFill>
                          <a:schemeClr val="tx1"/>
                        </a:solidFill>
                        <a:effectLst/>
                        <a:latin typeface="+mn-lt"/>
                        <a:ea typeface="Community Pro Medium"/>
                        <a:cs typeface="+mn-cs"/>
                      </a:endParaRPr>
                    </a:p>
                  </a:txBody>
                  <a:tcPr marL="12700" marR="12700" marT="1270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ctr" defTabSz="914400">
                        <a:buNone/>
                      </a:pPr>
                      <a:endParaRPr lang="en-GB" sz="2000" b="1" i="0" u="none" strike="noStrike" kern="1200" dirty="0">
                        <a:solidFill>
                          <a:schemeClr val="tx1"/>
                        </a:solidFill>
                        <a:effectLst/>
                        <a:latin typeface="+mn-lt"/>
                        <a:ea typeface="Community Pro Medium"/>
                        <a:cs typeface="+mn-cs"/>
                      </a:endParaRPr>
                    </a:p>
                  </a:txBody>
                  <a:tcPr marL="12700" marR="12700" marT="1270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1"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algn="ctr" fontAlgn="b">
                        <a:buNone/>
                      </a:pPr>
                      <a:endParaRPr lang="en-US" sz="2000" b="1" i="0" u="none" strike="noStrike" dirty="0">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1"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1" i="0" u="none" strike="noStrike">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a:txBody>
                    <a:bodyPr/>
                    <a:lstStyle/>
                    <a:p>
                      <a:pPr algn="ctr" fontAlgn="b">
                        <a:buNone/>
                      </a:pPr>
                      <a:endParaRPr lang="en-US" sz="2000" b="1" i="0" u="none" strike="noStrike" dirty="0">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1"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endParaRPr lang="en-US" sz="2000" b="0"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a:txBody>
                    <a:bodyPr/>
                    <a:lstStyle/>
                    <a:p>
                      <a:pPr algn="ctr" fontAlgn="b">
                        <a:buNone/>
                      </a:pPr>
                      <a:endParaRPr lang="en-US" sz="2000" b="1" i="0" u="none" strike="noStrike" dirty="0">
                        <a:solidFill>
                          <a:srgbClr val="000000"/>
                        </a:solidFill>
                        <a:effectLst/>
                        <a:latin typeface="+mn-lt"/>
                        <a:ea typeface="Community Pro Medium"/>
                      </a:endParaRPr>
                    </a:p>
                  </a:txBody>
                  <a:tcPr marL="6350" marR="6350" marT="6350" marB="0" anchor="ctr">
                    <a:lnL w="12700" cap="flat" cmpd="sng" algn="ctr">
                      <a:solidFill>
                        <a:schemeClr val="tx1"/>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endParaRPr lang="en-US" sz="2000" b="1"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endParaRPr lang="en-US" sz="2000" b="0" i="0" u="none" strike="noStrike" dirty="0">
                        <a:solidFill>
                          <a:srgbClr val="000000"/>
                        </a:solidFill>
                        <a:effectLst/>
                        <a:latin typeface="+mn-lt"/>
                        <a:ea typeface="Community Pro Medium"/>
                      </a:endParaRPr>
                    </a:p>
                  </a:txBody>
                  <a:tcPr marL="6350" marR="6350" marT="6350" marB="0" anchor="ctr">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ABAB"/>
                    </a:solidFill>
                  </a:tcPr>
                </a:tc>
                <a:extLst>
                  <a:ext uri="{0D108BD9-81ED-4DB2-BD59-A6C34878D82A}">
                    <a16:rowId xmlns:a16="http://schemas.microsoft.com/office/drawing/2014/main" val="946506284"/>
                  </a:ext>
                </a:extLst>
              </a:tr>
            </a:tbl>
          </a:graphicData>
        </a:graphic>
      </p:graphicFrame>
      <p:sp>
        <p:nvSpPr>
          <p:cNvPr id="14" name="Oval 13">
            <a:extLst>
              <a:ext uri="{FF2B5EF4-FFF2-40B4-BE49-F238E27FC236}">
                <a16:creationId xmlns:a16="http://schemas.microsoft.com/office/drawing/2014/main" id="{D60FB93F-564E-CD32-A799-BA94C390B2AD}"/>
              </a:ext>
            </a:extLst>
          </p:cNvPr>
          <p:cNvSpPr/>
          <p:nvPr/>
        </p:nvSpPr>
        <p:spPr>
          <a:xfrm>
            <a:off x="1041638" y="9547412"/>
            <a:ext cx="325122" cy="301878"/>
          </a:xfrm>
          <a:prstGeom prst="ellipse">
            <a:avLst/>
          </a:prstGeom>
          <a:solidFill>
            <a:srgbClr val="084D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r>
              <a:rPr lang="en-US" sz="2000">
                <a:solidFill>
                  <a:srgbClr val="FDFAF5"/>
                </a:solidFill>
                <a:latin typeface="Community Light"/>
              </a:rPr>
              <a:t>1</a:t>
            </a:r>
          </a:p>
        </p:txBody>
      </p:sp>
      <p:sp>
        <p:nvSpPr>
          <p:cNvPr id="15" name="Oval 14">
            <a:extLst>
              <a:ext uri="{FF2B5EF4-FFF2-40B4-BE49-F238E27FC236}">
                <a16:creationId xmlns:a16="http://schemas.microsoft.com/office/drawing/2014/main" id="{F795475A-251B-B3CF-C780-270C88E9E273}"/>
              </a:ext>
            </a:extLst>
          </p:cNvPr>
          <p:cNvSpPr/>
          <p:nvPr/>
        </p:nvSpPr>
        <p:spPr>
          <a:xfrm>
            <a:off x="1041638" y="10298478"/>
            <a:ext cx="325122" cy="301878"/>
          </a:xfrm>
          <a:prstGeom prst="ellipse">
            <a:avLst/>
          </a:prstGeom>
          <a:solidFill>
            <a:srgbClr val="084D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r>
              <a:rPr lang="en-US" sz="2000">
                <a:solidFill>
                  <a:srgbClr val="FDFAF5"/>
                </a:solidFill>
                <a:latin typeface="Community Light"/>
              </a:rPr>
              <a:t>3</a:t>
            </a:r>
          </a:p>
        </p:txBody>
      </p:sp>
      <p:sp>
        <p:nvSpPr>
          <p:cNvPr id="16" name="Rectangle 15">
            <a:extLst>
              <a:ext uri="{FF2B5EF4-FFF2-40B4-BE49-F238E27FC236}">
                <a16:creationId xmlns:a16="http://schemas.microsoft.com/office/drawing/2014/main" id="{4FC917BB-7356-2211-E683-0968D65ECAD7}"/>
              </a:ext>
            </a:extLst>
          </p:cNvPr>
          <p:cNvSpPr/>
          <p:nvPr/>
        </p:nvSpPr>
        <p:spPr>
          <a:xfrm>
            <a:off x="504906" y="13249645"/>
            <a:ext cx="8484782" cy="5349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t"/>
          <a:lstStyle/>
          <a:p>
            <a:pPr defTabSz="1828800">
              <a:defRPr/>
            </a:pPr>
            <a:r>
              <a:rPr lang="en-US" sz="1600">
                <a:solidFill>
                  <a:srgbClr val="3C4345"/>
                </a:solidFill>
                <a:latin typeface="Community Light"/>
              </a:rPr>
              <a:t>Note: Q1 QTD info is as of Feb 09, 2026. Based on TAEs only </a:t>
            </a:r>
          </a:p>
        </p:txBody>
      </p:sp>
      <p:sp>
        <p:nvSpPr>
          <p:cNvPr id="17" name="Rectangle 16">
            <a:extLst>
              <a:ext uri="{FF2B5EF4-FFF2-40B4-BE49-F238E27FC236}">
                <a16:creationId xmlns:a16="http://schemas.microsoft.com/office/drawing/2014/main" id="{4B15311B-E084-54FF-CF46-D213EB94EB11}"/>
              </a:ext>
            </a:extLst>
          </p:cNvPr>
          <p:cNvSpPr/>
          <p:nvPr/>
        </p:nvSpPr>
        <p:spPr>
          <a:xfrm>
            <a:off x="0" y="0"/>
            <a:ext cx="3429000" cy="4572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kumimoji="0" lang="en-US" sz="1800" b="0" i="0" u="none" strike="noStrike" kern="1200" cap="none" spc="0" normalizeH="0" baseline="0" noProof="0">
                <a:ln>
                  <a:noFill/>
                </a:ln>
                <a:solidFill>
                  <a:srgbClr val="FFFFFF"/>
                </a:solidFill>
                <a:effectLst/>
                <a:uLnTx/>
                <a:uFillTx/>
                <a:latin typeface="Community Light" panose="02000303040000020003" pitchFamily="2" charset="0"/>
              </a:rPr>
              <a:t>TAE Pilot Performance</a:t>
            </a:r>
          </a:p>
        </p:txBody>
      </p:sp>
      <p:sp>
        <p:nvSpPr>
          <p:cNvPr id="19" name="Oval 18">
            <a:extLst>
              <a:ext uri="{FF2B5EF4-FFF2-40B4-BE49-F238E27FC236}">
                <a16:creationId xmlns:a16="http://schemas.microsoft.com/office/drawing/2014/main" id="{6DB14115-50DB-B064-A833-B0AC10ABD207}"/>
              </a:ext>
            </a:extLst>
          </p:cNvPr>
          <p:cNvSpPr/>
          <p:nvPr/>
        </p:nvSpPr>
        <p:spPr>
          <a:xfrm>
            <a:off x="1041638" y="9937775"/>
            <a:ext cx="325122" cy="301878"/>
          </a:xfrm>
          <a:prstGeom prst="ellipse">
            <a:avLst/>
          </a:prstGeom>
          <a:solidFill>
            <a:srgbClr val="084D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r>
              <a:rPr lang="en-US" sz="2000">
                <a:solidFill>
                  <a:srgbClr val="FDFAF5"/>
                </a:solidFill>
                <a:latin typeface="Community Light"/>
              </a:rPr>
              <a:t>2</a:t>
            </a:r>
          </a:p>
        </p:txBody>
      </p:sp>
      <p:sp>
        <p:nvSpPr>
          <p:cNvPr id="38" name="Rectangle 37">
            <a:extLst>
              <a:ext uri="{FF2B5EF4-FFF2-40B4-BE49-F238E27FC236}">
                <a16:creationId xmlns:a16="http://schemas.microsoft.com/office/drawing/2014/main" id="{EB8712AA-F81D-DC0F-D8EC-9921D30D1C64}"/>
              </a:ext>
            </a:extLst>
          </p:cNvPr>
          <p:cNvSpPr/>
          <p:nvPr/>
        </p:nvSpPr>
        <p:spPr>
          <a:xfrm>
            <a:off x="8447964" y="3087934"/>
            <a:ext cx="2998495" cy="49235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 Placeholder 9">
            <a:extLst>
              <a:ext uri="{FF2B5EF4-FFF2-40B4-BE49-F238E27FC236}">
                <a16:creationId xmlns:a16="http://schemas.microsoft.com/office/drawing/2014/main" id="{F731A403-E50F-8862-F65A-EBD8637CB40C}"/>
              </a:ext>
            </a:extLst>
          </p:cNvPr>
          <p:cNvSpPr txBox="1">
            <a:spLocks/>
          </p:cNvSpPr>
          <p:nvPr/>
        </p:nvSpPr>
        <p:spPr>
          <a:xfrm>
            <a:off x="261293" y="2516002"/>
            <a:ext cx="23450880" cy="441305"/>
          </a:xfrm>
          <a:prstGeom prst="rect">
            <a:avLst/>
          </a:prstGeom>
          <a:effectLst/>
        </p:spPr>
        <p:txBody>
          <a:bodyPr vert="horz" lIns="91440" tIns="45720" rIns="91440" bIns="45720" rtlCol="0">
            <a:noAutofit/>
          </a:bodyPr>
          <a:lstStyle>
            <a:lvl1pPr marL="0" indent="0" algn="l" defTabSz="1219170" rtl="0" eaLnBrk="1" latinLnBrk="0" hangingPunct="1">
              <a:lnSpc>
                <a:spcPct val="82000"/>
              </a:lnSpc>
              <a:spcBef>
                <a:spcPts val="0"/>
              </a:spcBef>
              <a:buFont typeface="Arial" pitchFamily="34" charset="0"/>
              <a:buNone/>
              <a:defRPr sz="5000" b="1" i="0" kern="1200" spc="-160" baseline="0">
                <a:solidFill>
                  <a:schemeClr val="tx2"/>
                </a:solidFill>
                <a:latin typeface="Community Pro" panose="02000303040000020003" pitchFamily="2" charset="0"/>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sz="3200" b="0"/>
              <a:t>TAE Pilot Performance</a:t>
            </a:r>
          </a:p>
        </p:txBody>
      </p:sp>
      <p:sp>
        <p:nvSpPr>
          <p:cNvPr id="40" name="Rectangle 39">
            <a:extLst>
              <a:ext uri="{FF2B5EF4-FFF2-40B4-BE49-F238E27FC236}">
                <a16:creationId xmlns:a16="http://schemas.microsoft.com/office/drawing/2014/main" id="{08D6DFA0-E0E1-EBA5-3214-76AE7D6369F8}"/>
              </a:ext>
            </a:extLst>
          </p:cNvPr>
          <p:cNvSpPr/>
          <p:nvPr/>
        </p:nvSpPr>
        <p:spPr>
          <a:xfrm>
            <a:off x="17176327" y="3087934"/>
            <a:ext cx="5844088" cy="5170535"/>
          </a:xfrm>
          <a:prstGeom prst="rect">
            <a:avLst/>
          </a:prstGeom>
          <a:noFill/>
          <a:ln w="53975">
            <a:solidFill>
              <a:srgbClr val="FBA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0839E91-E55F-AE59-CAAE-97CEDC20C3FA}"/>
              </a:ext>
            </a:extLst>
          </p:cNvPr>
          <p:cNvSpPr/>
          <p:nvPr/>
        </p:nvSpPr>
        <p:spPr>
          <a:xfrm>
            <a:off x="11121337" y="7260770"/>
            <a:ext cx="325122" cy="301878"/>
          </a:xfrm>
          <a:prstGeom prst="ellipse">
            <a:avLst/>
          </a:prstGeom>
          <a:solidFill>
            <a:srgbClr val="084D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r>
              <a:rPr lang="en-US" sz="2000">
                <a:solidFill>
                  <a:srgbClr val="FDFAF5"/>
                </a:solidFill>
                <a:latin typeface="Community Light"/>
              </a:rPr>
              <a:t>3</a:t>
            </a:r>
          </a:p>
        </p:txBody>
      </p:sp>
      <p:sp>
        <p:nvSpPr>
          <p:cNvPr id="18" name="Oval 17">
            <a:extLst>
              <a:ext uri="{FF2B5EF4-FFF2-40B4-BE49-F238E27FC236}">
                <a16:creationId xmlns:a16="http://schemas.microsoft.com/office/drawing/2014/main" id="{E565667E-569C-E6D2-F20C-3F1411472D4F}"/>
              </a:ext>
            </a:extLst>
          </p:cNvPr>
          <p:cNvSpPr/>
          <p:nvPr/>
        </p:nvSpPr>
        <p:spPr>
          <a:xfrm>
            <a:off x="16086942" y="7260770"/>
            <a:ext cx="325122" cy="301878"/>
          </a:xfrm>
          <a:prstGeom prst="ellipse">
            <a:avLst/>
          </a:prstGeom>
          <a:solidFill>
            <a:srgbClr val="084D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r>
              <a:rPr lang="en-US" sz="2000">
                <a:solidFill>
                  <a:srgbClr val="FDFAF5"/>
                </a:solidFill>
                <a:latin typeface="Community Light"/>
              </a:rPr>
              <a:t>1</a:t>
            </a:r>
          </a:p>
        </p:txBody>
      </p:sp>
      <p:sp>
        <p:nvSpPr>
          <p:cNvPr id="20" name="Oval 19">
            <a:extLst>
              <a:ext uri="{FF2B5EF4-FFF2-40B4-BE49-F238E27FC236}">
                <a16:creationId xmlns:a16="http://schemas.microsoft.com/office/drawing/2014/main" id="{8E9480A3-1946-6371-4AD1-FB39AD10E2C1}"/>
              </a:ext>
            </a:extLst>
          </p:cNvPr>
          <p:cNvSpPr/>
          <p:nvPr/>
        </p:nvSpPr>
        <p:spPr>
          <a:xfrm>
            <a:off x="21876167" y="7260770"/>
            <a:ext cx="325122" cy="301878"/>
          </a:xfrm>
          <a:prstGeom prst="ellipse">
            <a:avLst/>
          </a:prstGeom>
          <a:solidFill>
            <a:srgbClr val="084D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r>
              <a:rPr lang="en-US" sz="2000">
                <a:solidFill>
                  <a:srgbClr val="FDFAF5"/>
                </a:solidFill>
                <a:latin typeface="Community Light"/>
              </a:rPr>
              <a:t>2</a:t>
            </a:r>
          </a:p>
        </p:txBody>
      </p:sp>
    </p:spTree>
    <p:extLst>
      <p:ext uri="{BB962C8B-B14F-4D97-AF65-F5344CB8AC3E}">
        <p14:creationId xmlns:p14="http://schemas.microsoft.com/office/powerpoint/2010/main" val="4027203853"/>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16C43-BB96-CE32-C000-2A49B8C07487}"/>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169C54E0-C01A-0218-7C64-3382AFF1DC74}"/>
              </a:ext>
            </a:extLst>
          </p:cNvPr>
          <p:cNvSpPr>
            <a:spLocks noGrp="1"/>
          </p:cNvSpPr>
          <p:nvPr>
            <p:ph type="body" sz="quarter" idx="12"/>
          </p:nvPr>
        </p:nvSpPr>
        <p:spPr>
          <a:xfrm>
            <a:off x="261293" y="810985"/>
            <a:ext cx="24173269" cy="1400971"/>
          </a:xfrm>
        </p:spPr>
        <p:txBody>
          <a:bodyPr/>
          <a:lstStyle/>
          <a:p>
            <a:r>
              <a:rPr lang="en-US"/>
              <a:t>FY26 MYD comp changes have led to healthier discounting behavior and renewed use of MYD offers, driving $823k in total Q2 impact for GSA</a:t>
            </a:r>
          </a:p>
        </p:txBody>
      </p:sp>
      <p:sp>
        <p:nvSpPr>
          <p:cNvPr id="17" name="Rectangle 16">
            <a:extLst>
              <a:ext uri="{FF2B5EF4-FFF2-40B4-BE49-F238E27FC236}">
                <a16:creationId xmlns:a16="http://schemas.microsoft.com/office/drawing/2014/main" id="{3AD81B74-9BFB-8F45-F67D-BF655C3F4E5B}"/>
              </a:ext>
            </a:extLst>
          </p:cNvPr>
          <p:cNvSpPr/>
          <p:nvPr/>
        </p:nvSpPr>
        <p:spPr>
          <a:xfrm>
            <a:off x="0" y="0"/>
            <a:ext cx="3429000" cy="4572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kumimoji="0" lang="en-US" sz="1800" b="0" i="0" u="none" strike="noStrike" kern="1200" cap="none" spc="0" normalizeH="0" baseline="0" noProof="0">
                <a:ln>
                  <a:noFill/>
                </a:ln>
                <a:solidFill>
                  <a:srgbClr val="FFFFFF"/>
                </a:solidFill>
                <a:effectLst/>
                <a:uLnTx/>
                <a:uFillTx/>
                <a:latin typeface="Community Light" panose="02000303040000020003" pitchFamily="2" charset="0"/>
              </a:rPr>
              <a:t>Price / Offer Performance</a:t>
            </a:r>
          </a:p>
        </p:txBody>
      </p:sp>
      <p:graphicFrame>
        <p:nvGraphicFramePr>
          <p:cNvPr id="3" name="Table 2">
            <a:extLst>
              <a:ext uri="{FF2B5EF4-FFF2-40B4-BE49-F238E27FC236}">
                <a16:creationId xmlns:a16="http://schemas.microsoft.com/office/drawing/2014/main" id="{B2DD1449-ACD4-CC19-DB3C-1DB3EB87B956}"/>
              </a:ext>
            </a:extLst>
          </p:cNvPr>
          <p:cNvGraphicFramePr>
            <a:graphicFrameLocks noGrp="1"/>
          </p:cNvGraphicFramePr>
          <p:nvPr>
            <p:extLst>
              <p:ext uri="{D42A27DB-BD31-4B8C-83A1-F6EECF244321}">
                <p14:modId xmlns:p14="http://schemas.microsoft.com/office/powerpoint/2010/main" val="2540828951"/>
              </p:ext>
            </p:extLst>
          </p:nvPr>
        </p:nvGraphicFramePr>
        <p:xfrm>
          <a:off x="503311" y="3541483"/>
          <a:ext cx="10114600" cy="7147248"/>
        </p:xfrm>
        <a:graphic>
          <a:graphicData uri="http://schemas.openxmlformats.org/drawingml/2006/table">
            <a:tbl>
              <a:tblPr firstRow="1" bandRow="1">
                <a:tableStyleId>{5C22544A-7EE6-4342-B048-85BDC9FD1C3A}</a:tableStyleId>
              </a:tblPr>
              <a:tblGrid>
                <a:gridCol w="2528650">
                  <a:extLst>
                    <a:ext uri="{9D8B030D-6E8A-4147-A177-3AD203B41FA5}">
                      <a16:colId xmlns:a16="http://schemas.microsoft.com/office/drawing/2014/main" val="418749715"/>
                    </a:ext>
                  </a:extLst>
                </a:gridCol>
                <a:gridCol w="2528650">
                  <a:extLst>
                    <a:ext uri="{9D8B030D-6E8A-4147-A177-3AD203B41FA5}">
                      <a16:colId xmlns:a16="http://schemas.microsoft.com/office/drawing/2014/main" val="3899700216"/>
                    </a:ext>
                  </a:extLst>
                </a:gridCol>
                <a:gridCol w="2528650">
                  <a:extLst>
                    <a:ext uri="{9D8B030D-6E8A-4147-A177-3AD203B41FA5}">
                      <a16:colId xmlns:a16="http://schemas.microsoft.com/office/drawing/2014/main" val="1416921759"/>
                    </a:ext>
                  </a:extLst>
                </a:gridCol>
                <a:gridCol w="2528650">
                  <a:extLst>
                    <a:ext uri="{9D8B030D-6E8A-4147-A177-3AD203B41FA5}">
                      <a16:colId xmlns:a16="http://schemas.microsoft.com/office/drawing/2014/main" val="3458927881"/>
                    </a:ext>
                  </a:extLst>
                </a:gridCol>
              </a:tblGrid>
              <a:tr h="1191208">
                <a:tc>
                  <a:txBody>
                    <a:bodyPr/>
                    <a:lstStyle/>
                    <a:p>
                      <a:pPr algn="l"/>
                      <a:r>
                        <a:rPr lang="en-US" sz="3200">
                          <a:solidFill>
                            <a:schemeClr val="tx1"/>
                          </a:solidFill>
                        </a:rPr>
                        <a:t>Offer</a:t>
                      </a:r>
                    </a:p>
                  </a:txBody>
                  <a:tcPr marL="182880" marR="182880" marT="91440" marB="91440" anchor="ctr">
                    <a:lnL w="0">
                      <a:noFill/>
                    </a:lnL>
                    <a:lnR w="0">
                      <a:noFill/>
                    </a:lnR>
                    <a:lnT w="0">
                      <a:noFill/>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en-US" sz="3200">
                          <a:solidFill>
                            <a:schemeClr val="tx1"/>
                          </a:solidFill>
                        </a:rPr>
                        <a:t>Impact</a:t>
                      </a:r>
                    </a:p>
                  </a:txBody>
                  <a:tcPr marL="182880" marR="182880" marT="91440" marB="91440" anchor="ctr">
                    <a:lnL w="0">
                      <a:noFill/>
                    </a:lnL>
                    <a:lnR w="0">
                      <a:noFill/>
                    </a:lnR>
                    <a:lnT w="0">
                      <a:noFill/>
                    </a:lnT>
                    <a:lnB w="12700">
                      <a:solidFill>
                        <a:schemeClr val="tx1"/>
                      </a:solidFill>
                    </a:lnB>
                    <a:solidFill>
                      <a:schemeClr val="tx2">
                        <a:lumMod val="10000"/>
                        <a:lumOff val="90000"/>
                      </a:schemeClr>
                    </a:solidFill>
                  </a:tcPr>
                </a:tc>
                <a:tc>
                  <a:txBody>
                    <a:bodyPr/>
                    <a:lstStyle/>
                    <a:p>
                      <a:pPr algn="ctr"/>
                      <a:r>
                        <a:rPr lang="en-US" sz="3200">
                          <a:solidFill>
                            <a:schemeClr val="tx1"/>
                          </a:solidFill>
                        </a:rPr>
                        <a:t>Usage</a:t>
                      </a:r>
                    </a:p>
                  </a:txBody>
                  <a:tcPr marL="182880" marR="182880" marT="91440" marB="91440" anchor="ctr">
                    <a:lnL w="0">
                      <a:noFill/>
                    </a:lnL>
                    <a:lnR w="0">
                      <a:noFill/>
                    </a:lnR>
                    <a:lnT w="0">
                      <a:noFill/>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en-US" sz="3200">
                          <a:solidFill>
                            <a:schemeClr val="tx1"/>
                          </a:solidFill>
                        </a:rPr>
                        <a:t>First-Year Bookings</a:t>
                      </a:r>
                    </a:p>
                  </a:txBody>
                  <a:tcPr marL="182880" marR="182880" marT="91440" marB="91440" anchor="ctr">
                    <a:lnL w="0">
                      <a:noFill/>
                    </a:lnL>
                    <a:lnR w="0">
                      <a:noFill/>
                    </a:lnR>
                    <a:lnT w="0">
                      <a:noFill/>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380744182"/>
                  </a:ext>
                </a:extLst>
              </a:tr>
              <a:tr h="1191208">
                <a:tc>
                  <a:txBody>
                    <a:bodyPr/>
                    <a:lstStyle>
                      <a:lvl1pPr marL="0" algn="l" defTabSz="914217" rtl="0" eaLnBrk="1" latinLnBrk="0" hangingPunct="1">
                        <a:defRPr sz="1800" kern="1200">
                          <a:solidFill>
                            <a:schemeClr val="tx1"/>
                          </a:solidFill>
                          <a:latin typeface="Arial" panose="020B0604020202020204"/>
                        </a:defRPr>
                      </a:lvl1pPr>
                      <a:lvl2pPr marL="457109" algn="l" defTabSz="914217" rtl="0" eaLnBrk="1" latinLnBrk="0" hangingPunct="1">
                        <a:defRPr sz="1800" kern="1200">
                          <a:solidFill>
                            <a:schemeClr val="tx1"/>
                          </a:solidFill>
                          <a:latin typeface="Arial" panose="020B0604020202020204"/>
                        </a:defRPr>
                      </a:lvl2pPr>
                      <a:lvl3pPr marL="914217" algn="l" defTabSz="914217" rtl="0" eaLnBrk="1" latinLnBrk="0" hangingPunct="1">
                        <a:defRPr sz="1800" kern="1200">
                          <a:solidFill>
                            <a:schemeClr val="tx1"/>
                          </a:solidFill>
                          <a:latin typeface="Arial" panose="020B0604020202020204"/>
                        </a:defRPr>
                      </a:lvl3pPr>
                      <a:lvl4pPr marL="1371326" algn="l" defTabSz="914217" rtl="0" eaLnBrk="1" latinLnBrk="0" hangingPunct="1">
                        <a:defRPr sz="1800" kern="1200">
                          <a:solidFill>
                            <a:schemeClr val="tx1"/>
                          </a:solidFill>
                          <a:latin typeface="Arial" panose="020B0604020202020204"/>
                        </a:defRPr>
                      </a:lvl4pPr>
                      <a:lvl5pPr marL="1828434" algn="l" defTabSz="914217" rtl="0" eaLnBrk="1" latinLnBrk="0" hangingPunct="1">
                        <a:defRPr sz="1800" kern="1200">
                          <a:solidFill>
                            <a:schemeClr val="tx1"/>
                          </a:solidFill>
                          <a:latin typeface="Arial" panose="020B0604020202020204"/>
                        </a:defRPr>
                      </a:lvl5pPr>
                      <a:lvl6pPr marL="2285543" algn="l" defTabSz="914217" rtl="0" eaLnBrk="1" latinLnBrk="0" hangingPunct="1">
                        <a:defRPr sz="1800" kern="1200">
                          <a:solidFill>
                            <a:schemeClr val="tx1"/>
                          </a:solidFill>
                          <a:latin typeface="Arial" panose="020B0604020202020204"/>
                        </a:defRPr>
                      </a:lvl6pPr>
                      <a:lvl7pPr marL="2742651" algn="l" defTabSz="914217" rtl="0" eaLnBrk="1" latinLnBrk="0" hangingPunct="1">
                        <a:defRPr sz="1800" kern="1200">
                          <a:solidFill>
                            <a:schemeClr val="tx1"/>
                          </a:solidFill>
                          <a:latin typeface="Arial" panose="020B0604020202020204"/>
                        </a:defRPr>
                      </a:lvl7pPr>
                      <a:lvl8pPr marL="3199760" algn="l" defTabSz="914217" rtl="0" eaLnBrk="1" latinLnBrk="0" hangingPunct="1">
                        <a:defRPr sz="1800" kern="1200">
                          <a:solidFill>
                            <a:schemeClr val="tx1"/>
                          </a:solidFill>
                          <a:latin typeface="Arial" panose="020B0604020202020204"/>
                        </a:defRPr>
                      </a:lvl8pPr>
                      <a:lvl9pPr marL="3656868" algn="l" defTabSz="914217" rtl="0" eaLnBrk="1" latinLnBrk="0" hangingPunct="1">
                        <a:defRPr sz="1800" kern="1200">
                          <a:solidFill>
                            <a:schemeClr val="tx1"/>
                          </a:solidFill>
                          <a:latin typeface="Arial" panose="020B0604020202020204"/>
                        </a:defRPr>
                      </a:lvl9pPr>
                    </a:lstStyle>
                    <a:p>
                      <a:pPr algn="l" rtl="0" fontAlgn="ctr"/>
                      <a:r>
                        <a:rPr lang="en-IE" sz="3200" b="0" i="0" u="none" strike="noStrike">
                          <a:solidFill>
                            <a:srgbClr val="3C4345"/>
                          </a:solidFill>
                          <a:effectLst/>
                          <a:latin typeface="Community Pro Devanagari" panose="020B0502040204020203"/>
                        </a:rPr>
                        <a:t>TalentPlus</a:t>
                      </a:r>
                      <a:endParaRPr lang="en-IE" sz="3200" b="0" i="0" u="none" strike="noStrike" err="1">
                        <a:solidFill>
                          <a:srgbClr val="3C4345"/>
                        </a:solidFill>
                        <a:effectLst/>
                        <a:latin typeface="Community Pro Devanagari" panose="020B0502040204020203"/>
                      </a:endParaRPr>
                    </a:p>
                  </a:txBody>
                  <a:tcPr marL="11592" marR="11592" marT="11592" marB="0" anchor="ctr">
                    <a:lnT w="12700">
                      <a:solidFill>
                        <a:schemeClr val="tx1"/>
                      </a:solidFill>
                    </a:lnT>
                    <a:noFill/>
                  </a:tcPr>
                </a:tc>
                <a:tc>
                  <a:txBody>
                    <a:bodyPr/>
                    <a:lstStyle/>
                    <a:p>
                      <a:pPr algn="ctr"/>
                      <a:r>
                        <a:rPr lang="en-US" sz="3200">
                          <a:solidFill>
                            <a:schemeClr val="tx1"/>
                          </a:solidFill>
                          <a:latin typeface="Community Pro Devanagari" panose="020B0502040204020203"/>
                        </a:rPr>
                        <a:t>$66k</a:t>
                      </a:r>
                    </a:p>
                  </a:txBody>
                  <a:tcPr marL="182880" marR="182880" marT="91440" marB="91440" anchor="ctr">
                    <a:lnT w="12700">
                      <a:solidFill>
                        <a:schemeClr val="tx1"/>
                      </a:solidFill>
                    </a:lnT>
                    <a:noFill/>
                  </a:tcPr>
                </a:tc>
                <a:tc>
                  <a:txBody>
                    <a:bodyPr/>
                    <a:lstStyle>
                      <a:lvl1pPr marL="0" algn="l" defTabSz="914217" rtl="0" eaLnBrk="1" latinLnBrk="0" hangingPunct="1">
                        <a:defRPr sz="1800" kern="1200">
                          <a:solidFill>
                            <a:schemeClr val="tx1"/>
                          </a:solidFill>
                          <a:latin typeface="Arial" panose="020B0604020202020204"/>
                        </a:defRPr>
                      </a:lvl1pPr>
                      <a:lvl2pPr marL="457109" algn="l" defTabSz="914217" rtl="0" eaLnBrk="1" latinLnBrk="0" hangingPunct="1">
                        <a:defRPr sz="1800" kern="1200">
                          <a:solidFill>
                            <a:schemeClr val="tx1"/>
                          </a:solidFill>
                          <a:latin typeface="Arial" panose="020B0604020202020204"/>
                        </a:defRPr>
                      </a:lvl2pPr>
                      <a:lvl3pPr marL="914217" algn="l" defTabSz="914217" rtl="0" eaLnBrk="1" latinLnBrk="0" hangingPunct="1">
                        <a:defRPr sz="1800" kern="1200">
                          <a:solidFill>
                            <a:schemeClr val="tx1"/>
                          </a:solidFill>
                          <a:latin typeface="Arial" panose="020B0604020202020204"/>
                        </a:defRPr>
                      </a:lvl3pPr>
                      <a:lvl4pPr marL="1371326" algn="l" defTabSz="914217" rtl="0" eaLnBrk="1" latinLnBrk="0" hangingPunct="1">
                        <a:defRPr sz="1800" kern="1200">
                          <a:solidFill>
                            <a:schemeClr val="tx1"/>
                          </a:solidFill>
                          <a:latin typeface="Arial" panose="020B0604020202020204"/>
                        </a:defRPr>
                      </a:lvl4pPr>
                      <a:lvl5pPr marL="1828434" algn="l" defTabSz="914217" rtl="0" eaLnBrk="1" latinLnBrk="0" hangingPunct="1">
                        <a:defRPr sz="1800" kern="1200">
                          <a:solidFill>
                            <a:schemeClr val="tx1"/>
                          </a:solidFill>
                          <a:latin typeface="Arial" panose="020B0604020202020204"/>
                        </a:defRPr>
                      </a:lvl5pPr>
                      <a:lvl6pPr marL="2285543" algn="l" defTabSz="914217" rtl="0" eaLnBrk="1" latinLnBrk="0" hangingPunct="1">
                        <a:defRPr sz="1800" kern="1200">
                          <a:solidFill>
                            <a:schemeClr val="tx1"/>
                          </a:solidFill>
                          <a:latin typeface="Arial" panose="020B0604020202020204"/>
                        </a:defRPr>
                      </a:lvl6pPr>
                      <a:lvl7pPr marL="2742651" algn="l" defTabSz="914217" rtl="0" eaLnBrk="1" latinLnBrk="0" hangingPunct="1">
                        <a:defRPr sz="1800" kern="1200">
                          <a:solidFill>
                            <a:schemeClr val="tx1"/>
                          </a:solidFill>
                          <a:latin typeface="Arial" panose="020B0604020202020204"/>
                        </a:defRPr>
                      </a:lvl7pPr>
                      <a:lvl8pPr marL="3199760" algn="l" defTabSz="914217" rtl="0" eaLnBrk="1" latinLnBrk="0" hangingPunct="1">
                        <a:defRPr sz="1800" kern="1200">
                          <a:solidFill>
                            <a:schemeClr val="tx1"/>
                          </a:solidFill>
                          <a:latin typeface="Arial" panose="020B0604020202020204"/>
                        </a:defRPr>
                      </a:lvl8pPr>
                      <a:lvl9pPr marL="3656868" algn="l" defTabSz="914217" rtl="0" eaLnBrk="1" latinLnBrk="0" hangingPunct="1">
                        <a:defRPr sz="1800" kern="1200">
                          <a:solidFill>
                            <a:schemeClr val="tx1"/>
                          </a:solidFill>
                          <a:latin typeface="Arial" panose="020B0604020202020204"/>
                        </a:defRPr>
                      </a:lvl9pPr>
                    </a:lstStyle>
                    <a:p>
                      <a:pPr algn="ctr" fontAlgn="t"/>
                      <a:r>
                        <a:rPr lang="en-IE" sz="3200" b="0" i="0" u="none" strike="noStrike">
                          <a:solidFill>
                            <a:srgbClr val="000000"/>
                          </a:solidFill>
                          <a:effectLst/>
                          <a:latin typeface="Community Pro Devanagari"/>
                        </a:rPr>
                        <a:t>21</a:t>
                      </a:r>
                    </a:p>
                  </a:txBody>
                  <a:tcPr marL="11592" marR="11592" marT="11592" marB="0" anchor="ctr">
                    <a:lnT w="12700">
                      <a:solidFill>
                        <a:schemeClr val="tx1"/>
                      </a:solidFill>
                    </a:lnT>
                    <a:noFill/>
                  </a:tcPr>
                </a:tc>
                <a:tc>
                  <a:txBody>
                    <a:bodyPr/>
                    <a:lstStyle>
                      <a:lvl1pPr marL="0" algn="l" defTabSz="914217" rtl="0" eaLnBrk="1" latinLnBrk="0" hangingPunct="1">
                        <a:defRPr sz="1800" kern="1200">
                          <a:solidFill>
                            <a:schemeClr val="tx1"/>
                          </a:solidFill>
                          <a:latin typeface="Arial" panose="020B0604020202020204"/>
                        </a:defRPr>
                      </a:lvl1pPr>
                      <a:lvl2pPr marL="457109" algn="l" defTabSz="914217" rtl="0" eaLnBrk="1" latinLnBrk="0" hangingPunct="1">
                        <a:defRPr sz="1800" kern="1200">
                          <a:solidFill>
                            <a:schemeClr val="tx1"/>
                          </a:solidFill>
                          <a:latin typeface="Arial" panose="020B0604020202020204"/>
                        </a:defRPr>
                      </a:lvl2pPr>
                      <a:lvl3pPr marL="914217" algn="l" defTabSz="914217" rtl="0" eaLnBrk="1" latinLnBrk="0" hangingPunct="1">
                        <a:defRPr sz="1800" kern="1200">
                          <a:solidFill>
                            <a:schemeClr val="tx1"/>
                          </a:solidFill>
                          <a:latin typeface="Arial" panose="020B0604020202020204"/>
                        </a:defRPr>
                      </a:lvl3pPr>
                      <a:lvl4pPr marL="1371326" algn="l" defTabSz="914217" rtl="0" eaLnBrk="1" latinLnBrk="0" hangingPunct="1">
                        <a:defRPr sz="1800" kern="1200">
                          <a:solidFill>
                            <a:schemeClr val="tx1"/>
                          </a:solidFill>
                          <a:latin typeface="Arial" panose="020B0604020202020204"/>
                        </a:defRPr>
                      </a:lvl4pPr>
                      <a:lvl5pPr marL="1828434" algn="l" defTabSz="914217" rtl="0" eaLnBrk="1" latinLnBrk="0" hangingPunct="1">
                        <a:defRPr sz="1800" kern="1200">
                          <a:solidFill>
                            <a:schemeClr val="tx1"/>
                          </a:solidFill>
                          <a:latin typeface="Arial" panose="020B0604020202020204"/>
                        </a:defRPr>
                      </a:lvl5pPr>
                      <a:lvl6pPr marL="2285543" algn="l" defTabSz="914217" rtl="0" eaLnBrk="1" latinLnBrk="0" hangingPunct="1">
                        <a:defRPr sz="1800" kern="1200">
                          <a:solidFill>
                            <a:schemeClr val="tx1"/>
                          </a:solidFill>
                          <a:latin typeface="Arial" panose="020B0604020202020204"/>
                        </a:defRPr>
                      </a:lvl6pPr>
                      <a:lvl7pPr marL="2742651" algn="l" defTabSz="914217" rtl="0" eaLnBrk="1" latinLnBrk="0" hangingPunct="1">
                        <a:defRPr sz="1800" kern="1200">
                          <a:solidFill>
                            <a:schemeClr val="tx1"/>
                          </a:solidFill>
                          <a:latin typeface="Arial" panose="020B0604020202020204"/>
                        </a:defRPr>
                      </a:lvl7pPr>
                      <a:lvl8pPr marL="3199760" algn="l" defTabSz="914217" rtl="0" eaLnBrk="1" latinLnBrk="0" hangingPunct="1">
                        <a:defRPr sz="1800" kern="1200">
                          <a:solidFill>
                            <a:schemeClr val="tx1"/>
                          </a:solidFill>
                          <a:latin typeface="Arial" panose="020B0604020202020204"/>
                        </a:defRPr>
                      </a:lvl8pPr>
                      <a:lvl9pPr marL="3656868" algn="l" defTabSz="914217" rtl="0" eaLnBrk="1" latinLnBrk="0" hangingPunct="1">
                        <a:defRPr sz="1800" kern="1200">
                          <a:solidFill>
                            <a:schemeClr val="tx1"/>
                          </a:solidFill>
                          <a:latin typeface="Arial" panose="020B0604020202020204"/>
                        </a:defRPr>
                      </a:lvl9pPr>
                    </a:lstStyle>
                    <a:p>
                      <a:pPr algn="ctr" fontAlgn="t"/>
                      <a:r>
                        <a:rPr lang="en-IE" sz="3200" b="0" i="0" u="none" strike="noStrike">
                          <a:solidFill>
                            <a:srgbClr val="000000"/>
                          </a:solidFill>
                          <a:effectLst/>
                          <a:latin typeface="Community Pro Devanagari" panose="020B0502040204020203"/>
                        </a:rPr>
                        <a:t>$204k</a:t>
                      </a:r>
                    </a:p>
                  </a:txBody>
                  <a:tcPr marL="11592" marR="11592" marT="11592" marB="0" anchor="ctr">
                    <a:lnT w="12700">
                      <a:solidFill>
                        <a:schemeClr val="tx1"/>
                      </a:solidFill>
                    </a:lnT>
                    <a:noFill/>
                  </a:tcPr>
                </a:tc>
                <a:extLst>
                  <a:ext uri="{0D108BD9-81ED-4DB2-BD59-A6C34878D82A}">
                    <a16:rowId xmlns:a16="http://schemas.microsoft.com/office/drawing/2014/main" val="2548424651"/>
                  </a:ext>
                </a:extLst>
              </a:tr>
              <a:tr h="1191208">
                <a:tc>
                  <a:txBody>
                    <a:bodyPr/>
                    <a:lstStyle>
                      <a:lvl1pPr marL="0" algn="l" defTabSz="914217" rtl="0" eaLnBrk="1" latinLnBrk="0" hangingPunct="1">
                        <a:defRPr sz="1800" kern="1200">
                          <a:solidFill>
                            <a:schemeClr val="tx1"/>
                          </a:solidFill>
                          <a:latin typeface="Arial" panose="020B0604020202020204"/>
                        </a:defRPr>
                      </a:lvl1pPr>
                      <a:lvl2pPr marL="457109" algn="l" defTabSz="914217" rtl="0" eaLnBrk="1" latinLnBrk="0" hangingPunct="1">
                        <a:defRPr sz="1800" kern="1200">
                          <a:solidFill>
                            <a:schemeClr val="tx1"/>
                          </a:solidFill>
                          <a:latin typeface="Arial" panose="020B0604020202020204"/>
                        </a:defRPr>
                      </a:lvl2pPr>
                      <a:lvl3pPr marL="914217" algn="l" defTabSz="914217" rtl="0" eaLnBrk="1" latinLnBrk="0" hangingPunct="1">
                        <a:defRPr sz="1800" kern="1200">
                          <a:solidFill>
                            <a:schemeClr val="tx1"/>
                          </a:solidFill>
                          <a:latin typeface="Arial" panose="020B0604020202020204"/>
                        </a:defRPr>
                      </a:lvl3pPr>
                      <a:lvl4pPr marL="1371326" algn="l" defTabSz="914217" rtl="0" eaLnBrk="1" latinLnBrk="0" hangingPunct="1">
                        <a:defRPr sz="1800" kern="1200">
                          <a:solidFill>
                            <a:schemeClr val="tx1"/>
                          </a:solidFill>
                          <a:latin typeface="Arial" panose="020B0604020202020204"/>
                        </a:defRPr>
                      </a:lvl4pPr>
                      <a:lvl5pPr marL="1828434" algn="l" defTabSz="914217" rtl="0" eaLnBrk="1" latinLnBrk="0" hangingPunct="1">
                        <a:defRPr sz="1800" kern="1200">
                          <a:solidFill>
                            <a:schemeClr val="tx1"/>
                          </a:solidFill>
                          <a:latin typeface="Arial" panose="020B0604020202020204"/>
                        </a:defRPr>
                      </a:lvl5pPr>
                      <a:lvl6pPr marL="2285543" algn="l" defTabSz="914217" rtl="0" eaLnBrk="1" latinLnBrk="0" hangingPunct="1">
                        <a:defRPr sz="1800" kern="1200">
                          <a:solidFill>
                            <a:schemeClr val="tx1"/>
                          </a:solidFill>
                          <a:latin typeface="Arial" panose="020B0604020202020204"/>
                        </a:defRPr>
                      </a:lvl6pPr>
                      <a:lvl7pPr marL="2742651" algn="l" defTabSz="914217" rtl="0" eaLnBrk="1" latinLnBrk="0" hangingPunct="1">
                        <a:defRPr sz="1800" kern="1200">
                          <a:solidFill>
                            <a:schemeClr val="tx1"/>
                          </a:solidFill>
                          <a:latin typeface="Arial" panose="020B0604020202020204"/>
                        </a:defRPr>
                      </a:lvl7pPr>
                      <a:lvl8pPr marL="3199760" algn="l" defTabSz="914217" rtl="0" eaLnBrk="1" latinLnBrk="0" hangingPunct="1">
                        <a:defRPr sz="1800" kern="1200">
                          <a:solidFill>
                            <a:schemeClr val="tx1"/>
                          </a:solidFill>
                          <a:latin typeface="Arial" panose="020B0604020202020204"/>
                        </a:defRPr>
                      </a:lvl8pPr>
                      <a:lvl9pPr marL="3656868" algn="l" defTabSz="914217" rtl="0" eaLnBrk="1" latinLnBrk="0" hangingPunct="1">
                        <a:defRPr sz="1800" kern="1200">
                          <a:solidFill>
                            <a:schemeClr val="tx1"/>
                          </a:solidFill>
                          <a:latin typeface="Arial" panose="020B0604020202020204"/>
                        </a:defRPr>
                      </a:lvl9pPr>
                    </a:lstStyle>
                    <a:p>
                      <a:pPr algn="l" rtl="0" fontAlgn="ctr"/>
                      <a:r>
                        <a:rPr lang="en-IE" sz="3200" b="0" i="0" u="none" strike="noStrike">
                          <a:solidFill>
                            <a:srgbClr val="3C4345"/>
                          </a:solidFill>
                          <a:effectLst/>
                          <a:latin typeface="Community Pro Devanagari" panose="020B0502040204020203"/>
                        </a:rPr>
                        <a:t>Hiring Growth</a:t>
                      </a:r>
                    </a:p>
                  </a:txBody>
                  <a:tcPr marL="11592" marR="11592" marT="11592" marB="0" anchor="ctr">
                    <a:noFill/>
                  </a:tcPr>
                </a:tc>
                <a:tc>
                  <a:txBody>
                    <a:bodyPr/>
                    <a:lstStyle/>
                    <a:p>
                      <a:pPr algn="ctr"/>
                      <a:r>
                        <a:rPr lang="en-US" sz="3200">
                          <a:solidFill>
                            <a:schemeClr val="tx1"/>
                          </a:solidFill>
                          <a:latin typeface="Community Pro Devanagari" panose="020B0502040204020203"/>
                        </a:rPr>
                        <a:t>$176k</a:t>
                      </a:r>
                    </a:p>
                  </a:txBody>
                  <a:tcPr marL="182880" marR="182880" marT="91440" marB="91440" anchor="ctr">
                    <a:noFill/>
                  </a:tcPr>
                </a:tc>
                <a:tc>
                  <a:txBody>
                    <a:bodyPr/>
                    <a:lstStyle>
                      <a:lvl1pPr marL="0" algn="l" defTabSz="914217" rtl="0" eaLnBrk="1" latinLnBrk="0" hangingPunct="1">
                        <a:defRPr sz="1800" kern="1200">
                          <a:solidFill>
                            <a:schemeClr val="tx1"/>
                          </a:solidFill>
                          <a:latin typeface="Arial" panose="020B0604020202020204"/>
                        </a:defRPr>
                      </a:lvl1pPr>
                      <a:lvl2pPr marL="457109" algn="l" defTabSz="914217" rtl="0" eaLnBrk="1" latinLnBrk="0" hangingPunct="1">
                        <a:defRPr sz="1800" kern="1200">
                          <a:solidFill>
                            <a:schemeClr val="tx1"/>
                          </a:solidFill>
                          <a:latin typeface="Arial" panose="020B0604020202020204"/>
                        </a:defRPr>
                      </a:lvl2pPr>
                      <a:lvl3pPr marL="914217" algn="l" defTabSz="914217" rtl="0" eaLnBrk="1" latinLnBrk="0" hangingPunct="1">
                        <a:defRPr sz="1800" kern="1200">
                          <a:solidFill>
                            <a:schemeClr val="tx1"/>
                          </a:solidFill>
                          <a:latin typeface="Arial" panose="020B0604020202020204"/>
                        </a:defRPr>
                      </a:lvl3pPr>
                      <a:lvl4pPr marL="1371326" algn="l" defTabSz="914217" rtl="0" eaLnBrk="1" latinLnBrk="0" hangingPunct="1">
                        <a:defRPr sz="1800" kern="1200">
                          <a:solidFill>
                            <a:schemeClr val="tx1"/>
                          </a:solidFill>
                          <a:latin typeface="Arial" panose="020B0604020202020204"/>
                        </a:defRPr>
                      </a:lvl4pPr>
                      <a:lvl5pPr marL="1828434" algn="l" defTabSz="914217" rtl="0" eaLnBrk="1" latinLnBrk="0" hangingPunct="1">
                        <a:defRPr sz="1800" kern="1200">
                          <a:solidFill>
                            <a:schemeClr val="tx1"/>
                          </a:solidFill>
                          <a:latin typeface="Arial" panose="020B0604020202020204"/>
                        </a:defRPr>
                      </a:lvl5pPr>
                      <a:lvl6pPr marL="2285543" algn="l" defTabSz="914217" rtl="0" eaLnBrk="1" latinLnBrk="0" hangingPunct="1">
                        <a:defRPr sz="1800" kern="1200">
                          <a:solidFill>
                            <a:schemeClr val="tx1"/>
                          </a:solidFill>
                          <a:latin typeface="Arial" panose="020B0604020202020204"/>
                        </a:defRPr>
                      </a:lvl6pPr>
                      <a:lvl7pPr marL="2742651" algn="l" defTabSz="914217" rtl="0" eaLnBrk="1" latinLnBrk="0" hangingPunct="1">
                        <a:defRPr sz="1800" kern="1200">
                          <a:solidFill>
                            <a:schemeClr val="tx1"/>
                          </a:solidFill>
                          <a:latin typeface="Arial" panose="020B0604020202020204"/>
                        </a:defRPr>
                      </a:lvl7pPr>
                      <a:lvl8pPr marL="3199760" algn="l" defTabSz="914217" rtl="0" eaLnBrk="1" latinLnBrk="0" hangingPunct="1">
                        <a:defRPr sz="1800" kern="1200">
                          <a:solidFill>
                            <a:schemeClr val="tx1"/>
                          </a:solidFill>
                          <a:latin typeface="Arial" panose="020B0604020202020204"/>
                        </a:defRPr>
                      </a:lvl8pPr>
                      <a:lvl9pPr marL="3656868" algn="l" defTabSz="914217" rtl="0" eaLnBrk="1" latinLnBrk="0" hangingPunct="1">
                        <a:defRPr sz="1800" kern="1200">
                          <a:solidFill>
                            <a:schemeClr val="tx1"/>
                          </a:solidFill>
                          <a:latin typeface="Arial" panose="020B0604020202020204"/>
                        </a:defRPr>
                      </a:lvl9pPr>
                    </a:lstStyle>
                    <a:p>
                      <a:pPr lvl="0" algn="ctr">
                        <a:buNone/>
                      </a:pPr>
                      <a:r>
                        <a:rPr lang="en-IE" sz="3200" b="0" i="0" u="none" strike="noStrike">
                          <a:solidFill>
                            <a:srgbClr val="000000"/>
                          </a:solidFill>
                          <a:effectLst/>
                          <a:latin typeface="Community Pro Devanagari"/>
                        </a:rPr>
                        <a:t>13</a:t>
                      </a:r>
                    </a:p>
                  </a:txBody>
                  <a:tcPr marL="11592" marR="11592" marT="11592" marB="0" anchor="ctr">
                    <a:noFill/>
                  </a:tcPr>
                </a:tc>
                <a:tc>
                  <a:txBody>
                    <a:bodyPr/>
                    <a:lstStyle>
                      <a:lvl1pPr marL="0" algn="l" defTabSz="914217" rtl="0" eaLnBrk="1" latinLnBrk="0" hangingPunct="1">
                        <a:defRPr sz="1800" kern="1200">
                          <a:solidFill>
                            <a:schemeClr val="tx1"/>
                          </a:solidFill>
                          <a:latin typeface="Arial" panose="020B0604020202020204"/>
                        </a:defRPr>
                      </a:lvl1pPr>
                      <a:lvl2pPr marL="457109" algn="l" defTabSz="914217" rtl="0" eaLnBrk="1" latinLnBrk="0" hangingPunct="1">
                        <a:defRPr sz="1800" kern="1200">
                          <a:solidFill>
                            <a:schemeClr val="tx1"/>
                          </a:solidFill>
                          <a:latin typeface="Arial" panose="020B0604020202020204"/>
                        </a:defRPr>
                      </a:lvl2pPr>
                      <a:lvl3pPr marL="914217" algn="l" defTabSz="914217" rtl="0" eaLnBrk="1" latinLnBrk="0" hangingPunct="1">
                        <a:defRPr sz="1800" kern="1200">
                          <a:solidFill>
                            <a:schemeClr val="tx1"/>
                          </a:solidFill>
                          <a:latin typeface="Arial" panose="020B0604020202020204"/>
                        </a:defRPr>
                      </a:lvl3pPr>
                      <a:lvl4pPr marL="1371326" algn="l" defTabSz="914217" rtl="0" eaLnBrk="1" latinLnBrk="0" hangingPunct="1">
                        <a:defRPr sz="1800" kern="1200">
                          <a:solidFill>
                            <a:schemeClr val="tx1"/>
                          </a:solidFill>
                          <a:latin typeface="Arial" panose="020B0604020202020204"/>
                        </a:defRPr>
                      </a:lvl4pPr>
                      <a:lvl5pPr marL="1828434" algn="l" defTabSz="914217" rtl="0" eaLnBrk="1" latinLnBrk="0" hangingPunct="1">
                        <a:defRPr sz="1800" kern="1200">
                          <a:solidFill>
                            <a:schemeClr val="tx1"/>
                          </a:solidFill>
                          <a:latin typeface="Arial" panose="020B0604020202020204"/>
                        </a:defRPr>
                      </a:lvl5pPr>
                      <a:lvl6pPr marL="2285543" algn="l" defTabSz="914217" rtl="0" eaLnBrk="1" latinLnBrk="0" hangingPunct="1">
                        <a:defRPr sz="1800" kern="1200">
                          <a:solidFill>
                            <a:schemeClr val="tx1"/>
                          </a:solidFill>
                          <a:latin typeface="Arial" panose="020B0604020202020204"/>
                        </a:defRPr>
                      </a:lvl6pPr>
                      <a:lvl7pPr marL="2742651" algn="l" defTabSz="914217" rtl="0" eaLnBrk="1" latinLnBrk="0" hangingPunct="1">
                        <a:defRPr sz="1800" kern="1200">
                          <a:solidFill>
                            <a:schemeClr val="tx1"/>
                          </a:solidFill>
                          <a:latin typeface="Arial" panose="020B0604020202020204"/>
                        </a:defRPr>
                      </a:lvl7pPr>
                      <a:lvl8pPr marL="3199760" algn="l" defTabSz="914217" rtl="0" eaLnBrk="1" latinLnBrk="0" hangingPunct="1">
                        <a:defRPr sz="1800" kern="1200">
                          <a:solidFill>
                            <a:schemeClr val="tx1"/>
                          </a:solidFill>
                          <a:latin typeface="Arial" panose="020B0604020202020204"/>
                        </a:defRPr>
                      </a:lvl8pPr>
                      <a:lvl9pPr marL="3656868" algn="l" defTabSz="914217" rtl="0" eaLnBrk="1" latinLnBrk="0" hangingPunct="1">
                        <a:defRPr sz="1800" kern="1200">
                          <a:solidFill>
                            <a:schemeClr val="tx1"/>
                          </a:solidFill>
                          <a:latin typeface="Arial" panose="020B0604020202020204"/>
                        </a:defRPr>
                      </a:lvl9pPr>
                    </a:lstStyle>
                    <a:p>
                      <a:pPr algn="ctr" fontAlgn="t"/>
                      <a:r>
                        <a:rPr lang="en-IE" sz="3200" b="0" i="0" u="none" strike="noStrike">
                          <a:solidFill>
                            <a:srgbClr val="000000"/>
                          </a:solidFill>
                          <a:effectLst/>
                          <a:latin typeface="Community Pro Devanagari" panose="020B0502040204020203"/>
                        </a:rPr>
                        <a:t>$208k</a:t>
                      </a:r>
                    </a:p>
                  </a:txBody>
                  <a:tcPr marL="11592" marR="11592" marT="11592" marB="0" anchor="ctr">
                    <a:noFill/>
                  </a:tcPr>
                </a:tc>
                <a:extLst>
                  <a:ext uri="{0D108BD9-81ED-4DB2-BD59-A6C34878D82A}">
                    <a16:rowId xmlns:a16="http://schemas.microsoft.com/office/drawing/2014/main" val="2011730812"/>
                  </a:ext>
                </a:extLst>
              </a:tr>
              <a:tr h="1191208">
                <a:tc>
                  <a:txBody>
                    <a:bodyPr/>
                    <a:lstStyle>
                      <a:lvl1pPr marL="0" algn="l" defTabSz="914217" rtl="0" eaLnBrk="1" latinLnBrk="0" hangingPunct="1">
                        <a:defRPr sz="1800" kern="1200">
                          <a:solidFill>
                            <a:schemeClr val="tx1"/>
                          </a:solidFill>
                          <a:latin typeface="Arial" panose="020B0604020202020204"/>
                        </a:defRPr>
                      </a:lvl1pPr>
                      <a:lvl2pPr marL="457109" algn="l" defTabSz="914217" rtl="0" eaLnBrk="1" latinLnBrk="0" hangingPunct="1">
                        <a:defRPr sz="1800" kern="1200">
                          <a:solidFill>
                            <a:schemeClr val="tx1"/>
                          </a:solidFill>
                          <a:latin typeface="Arial" panose="020B0604020202020204"/>
                        </a:defRPr>
                      </a:lvl2pPr>
                      <a:lvl3pPr marL="914217" algn="l" defTabSz="914217" rtl="0" eaLnBrk="1" latinLnBrk="0" hangingPunct="1">
                        <a:defRPr sz="1800" kern="1200">
                          <a:solidFill>
                            <a:schemeClr val="tx1"/>
                          </a:solidFill>
                          <a:latin typeface="Arial" panose="020B0604020202020204"/>
                        </a:defRPr>
                      </a:lvl3pPr>
                      <a:lvl4pPr marL="1371326" algn="l" defTabSz="914217" rtl="0" eaLnBrk="1" latinLnBrk="0" hangingPunct="1">
                        <a:defRPr sz="1800" kern="1200">
                          <a:solidFill>
                            <a:schemeClr val="tx1"/>
                          </a:solidFill>
                          <a:latin typeface="Arial" panose="020B0604020202020204"/>
                        </a:defRPr>
                      </a:lvl4pPr>
                      <a:lvl5pPr marL="1828434" algn="l" defTabSz="914217" rtl="0" eaLnBrk="1" latinLnBrk="0" hangingPunct="1">
                        <a:defRPr sz="1800" kern="1200">
                          <a:solidFill>
                            <a:schemeClr val="tx1"/>
                          </a:solidFill>
                          <a:latin typeface="Arial" panose="020B0604020202020204"/>
                        </a:defRPr>
                      </a:lvl5pPr>
                      <a:lvl6pPr marL="2285543" algn="l" defTabSz="914217" rtl="0" eaLnBrk="1" latinLnBrk="0" hangingPunct="1">
                        <a:defRPr sz="1800" kern="1200">
                          <a:solidFill>
                            <a:schemeClr val="tx1"/>
                          </a:solidFill>
                          <a:latin typeface="Arial" panose="020B0604020202020204"/>
                        </a:defRPr>
                      </a:lvl6pPr>
                      <a:lvl7pPr marL="2742651" algn="l" defTabSz="914217" rtl="0" eaLnBrk="1" latinLnBrk="0" hangingPunct="1">
                        <a:defRPr sz="1800" kern="1200">
                          <a:solidFill>
                            <a:schemeClr val="tx1"/>
                          </a:solidFill>
                          <a:latin typeface="Arial" panose="020B0604020202020204"/>
                        </a:defRPr>
                      </a:lvl7pPr>
                      <a:lvl8pPr marL="3199760" algn="l" defTabSz="914217" rtl="0" eaLnBrk="1" latinLnBrk="0" hangingPunct="1">
                        <a:defRPr sz="1800" kern="1200">
                          <a:solidFill>
                            <a:schemeClr val="tx1"/>
                          </a:solidFill>
                          <a:latin typeface="Arial" panose="020B0604020202020204"/>
                        </a:defRPr>
                      </a:lvl8pPr>
                      <a:lvl9pPr marL="3656868" algn="l" defTabSz="914217" rtl="0" eaLnBrk="1" latinLnBrk="0" hangingPunct="1">
                        <a:defRPr sz="1800" kern="1200">
                          <a:solidFill>
                            <a:schemeClr val="tx1"/>
                          </a:solidFill>
                          <a:latin typeface="Arial" panose="020B0604020202020204"/>
                        </a:defRPr>
                      </a:lvl9pPr>
                    </a:lstStyle>
                    <a:p>
                      <a:pPr algn="l" rtl="0" fontAlgn="ctr"/>
                      <a:r>
                        <a:rPr lang="en-IE" sz="3200" b="0" i="0" u="none" strike="noStrike">
                          <a:solidFill>
                            <a:srgbClr val="3C4345"/>
                          </a:solidFill>
                          <a:effectLst/>
                          <a:latin typeface="Community Pro Devanagari" panose="020B0502040204020203"/>
                        </a:rPr>
                        <a:t>Core 4</a:t>
                      </a:r>
                    </a:p>
                  </a:txBody>
                  <a:tcPr marL="11592" marR="11592" marT="11592" marB="0" anchor="ctr">
                    <a:noFill/>
                  </a:tcPr>
                </a:tc>
                <a:tc>
                  <a:txBody>
                    <a:bodyPr/>
                    <a:lstStyle/>
                    <a:p>
                      <a:pPr lvl="0" algn="ctr">
                        <a:buNone/>
                      </a:pPr>
                      <a:r>
                        <a:rPr lang="en-US" sz="3200">
                          <a:solidFill>
                            <a:schemeClr val="tx1"/>
                          </a:solidFill>
                          <a:latin typeface="Community Pro Devanagari"/>
                        </a:rPr>
                        <a:t>$186k</a:t>
                      </a:r>
                    </a:p>
                  </a:txBody>
                  <a:tcPr marL="182880" marR="182880" marT="91440" marB="91440" anchor="ctr">
                    <a:noFill/>
                  </a:tcPr>
                </a:tc>
                <a:tc>
                  <a:txBody>
                    <a:bodyPr/>
                    <a:lstStyle>
                      <a:lvl1pPr marL="0" algn="l" defTabSz="914217" rtl="0" eaLnBrk="1" latinLnBrk="0" hangingPunct="1">
                        <a:defRPr sz="1800" kern="1200">
                          <a:solidFill>
                            <a:schemeClr val="tx1"/>
                          </a:solidFill>
                          <a:latin typeface="Arial" panose="020B0604020202020204"/>
                        </a:defRPr>
                      </a:lvl1pPr>
                      <a:lvl2pPr marL="457109" algn="l" defTabSz="914217" rtl="0" eaLnBrk="1" latinLnBrk="0" hangingPunct="1">
                        <a:defRPr sz="1800" kern="1200">
                          <a:solidFill>
                            <a:schemeClr val="tx1"/>
                          </a:solidFill>
                          <a:latin typeface="Arial" panose="020B0604020202020204"/>
                        </a:defRPr>
                      </a:lvl2pPr>
                      <a:lvl3pPr marL="914217" algn="l" defTabSz="914217" rtl="0" eaLnBrk="1" latinLnBrk="0" hangingPunct="1">
                        <a:defRPr sz="1800" kern="1200">
                          <a:solidFill>
                            <a:schemeClr val="tx1"/>
                          </a:solidFill>
                          <a:latin typeface="Arial" panose="020B0604020202020204"/>
                        </a:defRPr>
                      </a:lvl3pPr>
                      <a:lvl4pPr marL="1371326" algn="l" defTabSz="914217" rtl="0" eaLnBrk="1" latinLnBrk="0" hangingPunct="1">
                        <a:defRPr sz="1800" kern="1200">
                          <a:solidFill>
                            <a:schemeClr val="tx1"/>
                          </a:solidFill>
                          <a:latin typeface="Arial" panose="020B0604020202020204"/>
                        </a:defRPr>
                      </a:lvl4pPr>
                      <a:lvl5pPr marL="1828434" algn="l" defTabSz="914217" rtl="0" eaLnBrk="1" latinLnBrk="0" hangingPunct="1">
                        <a:defRPr sz="1800" kern="1200">
                          <a:solidFill>
                            <a:schemeClr val="tx1"/>
                          </a:solidFill>
                          <a:latin typeface="Arial" panose="020B0604020202020204"/>
                        </a:defRPr>
                      </a:lvl5pPr>
                      <a:lvl6pPr marL="2285543" algn="l" defTabSz="914217" rtl="0" eaLnBrk="1" latinLnBrk="0" hangingPunct="1">
                        <a:defRPr sz="1800" kern="1200">
                          <a:solidFill>
                            <a:schemeClr val="tx1"/>
                          </a:solidFill>
                          <a:latin typeface="Arial" panose="020B0604020202020204"/>
                        </a:defRPr>
                      </a:lvl6pPr>
                      <a:lvl7pPr marL="2742651" algn="l" defTabSz="914217" rtl="0" eaLnBrk="1" latinLnBrk="0" hangingPunct="1">
                        <a:defRPr sz="1800" kern="1200">
                          <a:solidFill>
                            <a:schemeClr val="tx1"/>
                          </a:solidFill>
                          <a:latin typeface="Arial" panose="020B0604020202020204"/>
                        </a:defRPr>
                      </a:lvl7pPr>
                      <a:lvl8pPr marL="3199760" algn="l" defTabSz="914217" rtl="0" eaLnBrk="1" latinLnBrk="0" hangingPunct="1">
                        <a:defRPr sz="1800" kern="1200">
                          <a:solidFill>
                            <a:schemeClr val="tx1"/>
                          </a:solidFill>
                          <a:latin typeface="Arial" panose="020B0604020202020204"/>
                        </a:defRPr>
                      </a:lvl8pPr>
                      <a:lvl9pPr marL="3656868" algn="l" defTabSz="914217" rtl="0" eaLnBrk="1" latinLnBrk="0" hangingPunct="1">
                        <a:defRPr sz="1800" kern="1200">
                          <a:solidFill>
                            <a:schemeClr val="tx1"/>
                          </a:solidFill>
                          <a:latin typeface="Arial" panose="020B0604020202020204"/>
                        </a:defRPr>
                      </a:lvl9pPr>
                    </a:lstStyle>
                    <a:p>
                      <a:pPr algn="ctr" fontAlgn="t"/>
                      <a:r>
                        <a:rPr lang="en-IE" sz="3200" b="0" i="0" u="none" strike="noStrike">
                          <a:solidFill>
                            <a:srgbClr val="000000"/>
                          </a:solidFill>
                          <a:effectLst/>
                          <a:latin typeface="Community Pro Devanagari"/>
                        </a:rPr>
                        <a:t>23</a:t>
                      </a:r>
                    </a:p>
                  </a:txBody>
                  <a:tcPr marL="11592" marR="11592" marT="11592" marB="0" anchor="ctr">
                    <a:noFill/>
                  </a:tcPr>
                </a:tc>
                <a:tc>
                  <a:txBody>
                    <a:bodyPr/>
                    <a:lstStyle>
                      <a:lvl1pPr marL="0" algn="l" defTabSz="914217" rtl="0" eaLnBrk="1" latinLnBrk="0" hangingPunct="1">
                        <a:defRPr sz="1800" kern="1200">
                          <a:solidFill>
                            <a:schemeClr val="tx1"/>
                          </a:solidFill>
                          <a:latin typeface="Arial" panose="020B0604020202020204"/>
                        </a:defRPr>
                      </a:lvl1pPr>
                      <a:lvl2pPr marL="457109" algn="l" defTabSz="914217" rtl="0" eaLnBrk="1" latinLnBrk="0" hangingPunct="1">
                        <a:defRPr sz="1800" kern="1200">
                          <a:solidFill>
                            <a:schemeClr val="tx1"/>
                          </a:solidFill>
                          <a:latin typeface="Arial" panose="020B0604020202020204"/>
                        </a:defRPr>
                      </a:lvl2pPr>
                      <a:lvl3pPr marL="914217" algn="l" defTabSz="914217" rtl="0" eaLnBrk="1" latinLnBrk="0" hangingPunct="1">
                        <a:defRPr sz="1800" kern="1200">
                          <a:solidFill>
                            <a:schemeClr val="tx1"/>
                          </a:solidFill>
                          <a:latin typeface="Arial" panose="020B0604020202020204"/>
                        </a:defRPr>
                      </a:lvl3pPr>
                      <a:lvl4pPr marL="1371326" algn="l" defTabSz="914217" rtl="0" eaLnBrk="1" latinLnBrk="0" hangingPunct="1">
                        <a:defRPr sz="1800" kern="1200">
                          <a:solidFill>
                            <a:schemeClr val="tx1"/>
                          </a:solidFill>
                          <a:latin typeface="Arial" panose="020B0604020202020204"/>
                        </a:defRPr>
                      </a:lvl4pPr>
                      <a:lvl5pPr marL="1828434" algn="l" defTabSz="914217" rtl="0" eaLnBrk="1" latinLnBrk="0" hangingPunct="1">
                        <a:defRPr sz="1800" kern="1200">
                          <a:solidFill>
                            <a:schemeClr val="tx1"/>
                          </a:solidFill>
                          <a:latin typeface="Arial" panose="020B0604020202020204"/>
                        </a:defRPr>
                      </a:lvl5pPr>
                      <a:lvl6pPr marL="2285543" algn="l" defTabSz="914217" rtl="0" eaLnBrk="1" latinLnBrk="0" hangingPunct="1">
                        <a:defRPr sz="1800" kern="1200">
                          <a:solidFill>
                            <a:schemeClr val="tx1"/>
                          </a:solidFill>
                          <a:latin typeface="Arial" panose="020B0604020202020204"/>
                        </a:defRPr>
                      </a:lvl6pPr>
                      <a:lvl7pPr marL="2742651" algn="l" defTabSz="914217" rtl="0" eaLnBrk="1" latinLnBrk="0" hangingPunct="1">
                        <a:defRPr sz="1800" kern="1200">
                          <a:solidFill>
                            <a:schemeClr val="tx1"/>
                          </a:solidFill>
                          <a:latin typeface="Arial" panose="020B0604020202020204"/>
                        </a:defRPr>
                      </a:lvl7pPr>
                      <a:lvl8pPr marL="3199760" algn="l" defTabSz="914217" rtl="0" eaLnBrk="1" latinLnBrk="0" hangingPunct="1">
                        <a:defRPr sz="1800" kern="1200">
                          <a:solidFill>
                            <a:schemeClr val="tx1"/>
                          </a:solidFill>
                          <a:latin typeface="Arial" panose="020B0604020202020204"/>
                        </a:defRPr>
                      </a:lvl8pPr>
                      <a:lvl9pPr marL="3656868" algn="l" defTabSz="914217" rtl="0" eaLnBrk="1" latinLnBrk="0" hangingPunct="1">
                        <a:defRPr sz="1800" kern="1200">
                          <a:solidFill>
                            <a:schemeClr val="tx1"/>
                          </a:solidFill>
                          <a:latin typeface="Arial" panose="020B0604020202020204"/>
                        </a:defRPr>
                      </a:lvl9pPr>
                    </a:lstStyle>
                    <a:p>
                      <a:pPr algn="ctr" fontAlgn="t"/>
                      <a:r>
                        <a:rPr lang="en-IE" sz="3200" b="0" i="0" u="none" strike="noStrike">
                          <a:solidFill>
                            <a:srgbClr val="000000"/>
                          </a:solidFill>
                          <a:effectLst/>
                          <a:latin typeface="Community Pro Devanagari"/>
                        </a:rPr>
                        <a:t>$252k</a:t>
                      </a:r>
                    </a:p>
                  </a:txBody>
                  <a:tcPr marL="11592" marR="11592" marT="11592" marB="0" anchor="ctr">
                    <a:noFill/>
                  </a:tcPr>
                </a:tc>
                <a:extLst>
                  <a:ext uri="{0D108BD9-81ED-4DB2-BD59-A6C34878D82A}">
                    <a16:rowId xmlns:a16="http://schemas.microsoft.com/office/drawing/2014/main" val="1468108335"/>
                  </a:ext>
                </a:extLst>
              </a:tr>
              <a:tr h="1191208">
                <a:tc>
                  <a:txBody>
                    <a:bodyPr/>
                    <a:lstStyle/>
                    <a:p>
                      <a:pPr marL="0" marR="0" lvl="0" indent="0" algn="l" defTabSz="914217" rtl="0" eaLnBrk="1" fontAlgn="ctr" latinLnBrk="0" hangingPunct="1">
                        <a:lnSpc>
                          <a:spcPct val="100000"/>
                        </a:lnSpc>
                        <a:spcBef>
                          <a:spcPts val="0"/>
                        </a:spcBef>
                        <a:spcAft>
                          <a:spcPts val="0"/>
                        </a:spcAft>
                        <a:buClrTx/>
                        <a:buSzTx/>
                        <a:buFontTx/>
                        <a:buNone/>
                        <a:tabLst/>
                        <a:defRPr/>
                      </a:pPr>
                      <a:r>
                        <a:rPr lang="en-IE" sz="3200" b="0" i="0" u="none" strike="noStrike">
                          <a:solidFill>
                            <a:srgbClr val="3C4345"/>
                          </a:solidFill>
                          <a:effectLst/>
                          <a:latin typeface="Community Pro Devanagari" panose="020B0502040204020203"/>
                        </a:rPr>
                        <a:t>PlusOneJobs</a:t>
                      </a:r>
                      <a:endParaRPr lang="en-IE" sz="3200" b="0" i="0" u="none" strike="noStrike" err="1">
                        <a:solidFill>
                          <a:srgbClr val="3C4345"/>
                        </a:solidFill>
                        <a:effectLst/>
                        <a:latin typeface="Community Pro Devanagari" panose="020B0502040204020203"/>
                      </a:endParaRPr>
                    </a:p>
                  </a:txBody>
                  <a:tcPr marL="11592" marR="11592" marT="11592" marB="0" anchor="ctr">
                    <a:lnB w="12700">
                      <a:solidFill>
                        <a:schemeClr val="tx1"/>
                      </a:solidFill>
                    </a:lnB>
                    <a:noFill/>
                  </a:tcPr>
                </a:tc>
                <a:tc>
                  <a:txBody>
                    <a:bodyPr/>
                    <a:lstStyle/>
                    <a:p>
                      <a:pPr algn="ctr"/>
                      <a:r>
                        <a:rPr lang="en-US" sz="3200">
                          <a:solidFill>
                            <a:schemeClr val="tx1"/>
                          </a:solidFill>
                          <a:latin typeface="Community Pro Devanagari" panose="020B0502040204020203"/>
                        </a:rPr>
                        <a:t>$19k</a:t>
                      </a:r>
                    </a:p>
                  </a:txBody>
                  <a:tcPr marL="182880" marR="182880" marT="91440" marB="91440" anchor="ctr">
                    <a:lnB w="12700">
                      <a:solidFill>
                        <a:schemeClr val="tx1"/>
                      </a:solidFill>
                    </a:lnB>
                    <a:noFill/>
                  </a:tcPr>
                </a:tc>
                <a:tc>
                  <a:txBody>
                    <a:bodyPr/>
                    <a:lstStyle>
                      <a:lvl1pPr marL="0" algn="l" defTabSz="914217" rtl="0" eaLnBrk="1" latinLnBrk="0" hangingPunct="1">
                        <a:defRPr sz="1800" kern="1200">
                          <a:solidFill>
                            <a:schemeClr val="tx1"/>
                          </a:solidFill>
                          <a:latin typeface="Arial" panose="020B0604020202020204"/>
                        </a:defRPr>
                      </a:lvl1pPr>
                      <a:lvl2pPr marL="457109" algn="l" defTabSz="914217" rtl="0" eaLnBrk="1" latinLnBrk="0" hangingPunct="1">
                        <a:defRPr sz="1800" kern="1200">
                          <a:solidFill>
                            <a:schemeClr val="tx1"/>
                          </a:solidFill>
                          <a:latin typeface="Arial" panose="020B0604020202020204"/>
                        </a:defRPr>
                      </a:lvl2pPr>
                      <a:lvl3pPr marL="914217" algn="l" defTabSz="914217" rtl="0" eaLnBrk="1" latinLnBrk="0" hangingPunct="1">
                        <a:defRPr sz="1800" kern="1200">
                          <a:solidFill>
                            <a:schemeClr val="tx1"/>
                          </a:solidFill>
                          <a:latin typeface="Arial" panose="020B0604020202020204"/>
                        </a:defRPr>
                      </a:lvl3pPr>
                      <a:lvl4pPr marL="1371326" algn="l" defTabSz="914217" rtl="0" eaLnBrk="1" latinLnBrk="0" hangingPunct="1">
                        <a:defRPr sz="1800" kern="1200">
                          <a:solidFill>
                            <a:schemeClr val="tx1"/>
                          </a:solidFill>
                          <a:latin typeface="Arial" panose="020B0604020202020204"/>
                        </a:defRPr>
                      </a:lvl4pPr>
                      <a:lvl5pPr marL="1828434" algn="l" defTabSz="914217" rtl="0" eaLnBrk="1" latinLnBrk="0" hangingPunct="1">
                        <a:defRPr sz="1800" kern="1200">
                          <a:solidFill>
                            <a:schemeClr val="tx1"/>
                          </a:solidFill>
                          <a:latin typeface="Arial" panose="020B0604020202020204"/>
                        </a:defRPr>
                      </a:lvl5pPr>
                      <a:lvl6pPr marL="2285543" algn="l" defTabSz="914217" rtl="0" eaLnBrk="1" latinLnBrk="0" hangingPunct="1">
                        <a:defRPr sz="1800" kern="1200">
                          <a:solidFill>
                            <a:schemeClr val="tx1"/>
                          </a:solidFill>
                          <a:latin typeface="Arial" panose="020B0604020202020204"/>
                        </a:defRPr>
                      </a:lvl6pPr>
                      <a:lvl7pPr marL="2742651" algn="l" defTabSz="914217" rtl="0" eaLnBrk="1" latinLnBrk="0" hangingPunct="1">
                        <a:defRPr sz="1800" kern="1200">
                          <a:solidFill>
                            <a:schemeClr val="tx1"/>
                          </a:solidFill>
                          <a:latin typeface="Arial" panose="020B0604020202020204"/>
                        </a:defRPr>
                      </a:lvl7pPr>
                      <a:lvl8pPr marL="3199760" algn="l" defTabSz="914217" rtl="0" eaLnBrk="1" latinLnBrk="0" hangingPunct="1">
                        <a:defRPr sz="1800" kern="1200">
                          <a:solidFill>
                            <a:schemeClr val="tx1"/>
                          </a:solidFill>
                          <a:latin typeface="Arial" panose="020B0604020202020204"/>
                        </a:defRPr>
                      </a:lvl8pPr>
                      <a:lvl9pPr marL="3656868" algn="l" defTabSz="914217" rtl="0" eaLnBrk="1" latinLnBrk="0" hangingPunct="1">
                        <a:defRPr sz="1800" kern="1200">
                          <a:solidFill>
                            <a:schemeClr val="tx1"/>
                          </a:solidFill>
                          <a:latin typeface="Arial" panose="020B0604020202020204"/>
                        </a:defRPr>
                      </a:lvl9pPr>
                    </a:lstStyle>
                    <a:p>
                      <a:pPr algn="ctr" fontAlgn="t"/>
                      <a:r>
                        <a:rPr lang="en-IE" sz="3200" b="0" i="0" u="none" strike="noStrike">
                          <a:solidFill>
                            <a:srgbClr val="000000"/>
                          </a:solidFill>
                          <a:effectLst/>
                          <a:latin typeface="Community Pro Devanagari"/>
                        </a:rPr>
                        <a:t>18</a:t>
                      </a:r>
                    </a:p>
                  </a:txBody>
                  <a:tcPr marL="11592" marR="11592" marT="11592" marB="0" anchor="ctr">
                    <a:lnB w="12700">
                      <a:solidFill>
                        <a:schemeClr val="tx1"/>
                      </a:solidFill>
                    </a:lnB>
                    <a:noFill/>
                  </a:tcPr>
                </a:tc>
                <a:tc>
                  <a:txBody>
                    <a:bodyPr/>
                    <a:lstStyle>
                      <a:lvl1pPr marL="0" algn="l" defTabSz="914217" rtl="0" eaLnBrk="1" latinLnBrk="0" hangingPunct="1">
                        <a:defRPr sz="1800" kern="1200">
                          <a:solidFill>
                            <a:schemeClr val="tx1"/>
                          </a:solidFill>
                          <a:latin typeface="Arial" panose="020B0604020202020204"/>
                        </a:defRPr>
                      </a:lvl1pPr>
                      <a:lvl2pPr marL="457109" algn="l" defTabSz="914217" rtl="0" eaLnBrk="1" latinLnBrk="0" hangingPunct="1">
                        <a:defRPr sz="1800" kern="1200">
                          <a:solidFill>
                            <a:schemeClr val="tx1"/>
                          </a:solidFill>
                          <a:latin typeface="Arial" panose="020B0604020202020204"/>
                        </a:defRPr>
                      </a:lvl2pPr>
                      <a:lvl3pPr marL="914217" algn="l" defTabSz="914217" rtl="0" eaLnBrk="1" latinLnBrk="0" hangingPunct="1">
                        <a:defRPr sz="1800" kern="1200">
                          <a:solidFill>
                            <a:schemeClr val="tx1"/>
                          </a:solidFill>
                          <a:latin typeface="Arial" panose="020B0604020202020204"/>
                        </a:defRPr>
                      </a:lvl3pPr>
                      <a:lvl4pPr marL="1371326" algn="l" defTabSz="914217" rtl="0" eaLnBrk="1" latinLnBrk="0" hangingPunct="1">
                        <a:defRPr sz="1800" kern="1200">
                          <a:solidFill>
                            <a:schemeClr val="tx1"/>
                          </a:solidFill>
                          <a:latin typeface="Arial" panose="020B0604020202020204"/>
                        </a:defRPr>
                      </a:lvl4pPr>
                      <a:lvl5pPr marL="1828434" algn="l" defTabSz="914217" rtl="0" eaLnBrk="1" latinLnBrk="0" hangingPunct="1">
                        <a:defRPr sz="1800" kern="1200">
                          <a:solidFill>
                            <a:schemeClr val="tx1"/>
                          </a:solidFill>
                          <a:latin typeface="Arial" panose="020B0604020202020204"/>
                        </a:defRPr>
                      </a:lvl5pPr>
                      <a:lvl6pPr marL="2285543" algn="l" defTabSz="914217" rtl="0" eaLnBrk="1" latinLnBrk="0" hangingPunct="1">
                        <a:defRPr sz="1800" kern="1200">
                          <a:solidFill>
                            <a:schemeClr val="tx1"/>
                          </a:solidFill>
                          <a:latin typeface="Arial" panose="020B0604020202020204"/>
                        </a:defRPr>
                      </a:lvl6pPr>
                      <a:lvl7pPr marL="2742651" algn="l" defTabSz="914217" rtl="0" eaLnBrk="1" latinLnBrk="0" hangingPunct="1">
                        <a:defRPr sz="1800" kern="1200">
                          <a:solidFill>
                            <a:schemeClr val="tx1"/>
                          </a:solidFill>
                          <a:latin typeface="Arial" panose="020B0604020202020204"/>
                        </a:defRPr>
                      </a:lvl7pPr>
                      <a:lvl8pPr marL="3199760" algn="l" defTabSz="914217" rtl="0" eaLnBrk="1" latinLnBrk="0" hangingPunct="1">
                        <a:defRPr sz="1800" kern="1200">
                          <a:solidFill>
                            <a:schemeClr val="tx1"/>
                          </a:solidFill>
                          <a:latin typeface="Arial" panose="020B0604020202020204"/>
                        </a:defRPr>
                      </a:lvl8pPr>
                      <a:lvl9pPr marL="3656868" algn="l" defTabSz="914217" rtl="0" eaLnBrk="1" latinLnBrk="0" hangingPunct="1">
                        <a:defRPr sz="1800" kern="1200">
                          <a:solidFill>
                            <a:schemeClr val="tx1"/>
                          </a:solidFill>
                          <a:latin typeface="Arial" panose="020B0604020202020204"/>
                        </a:defRPr>
                      </a:lvl9pPr>
                    </a:lstStyle>
                    <a:p>
                      <a:pPr algn="ctr" fontAlgn="t"/>
                      <a:r>
                        <a:rPr lang="en-IE" sz="3200" b="0" i="0" u="none" strike="noStrike">
                          <a:solidFill>
                            <a:srgbClr val="000000"/>
                          </a:solidFill>
                          <a:effectLst/>
                          <a:latin typeface="Community Pro Devanagari" panose="020B0502040204020203"/>
                        </a:rPr>
                        <a:t>$245k</a:t>
                      </a:r>
                    </a:p>
                  </a:txBody>
                  <a:tcPr marL="11592" marR="11592" marT="11592" marB="0" anchor="ctr">
                    <a:lnB w="12700">
                      <a:solidFill>
                        <a:schemeClr val="tx1"/>
                      </a:solidFill>
                    </a:lnB>
                    <a:noFill/>
                  </a:tcPr>
                </a:tc>
                <a:extLst>
                  <a:ext uri="{0D108BD9-81ED-4DB2-BD59-A6C34878D82A}">
                    <a16:rowId xmlns:a16="http://schemas.microsoft.com/office/drawing/2014/main" val="4120124232"/>
                  </a:ext>
                </a:extLst>
              </a:tr>
              <a:tr h="1191208">
                <a:tc>
                  <a:txBody>
                    <a:bodyPr/>
                    <a:lstStyle/>
                    <a:p>
                      <a:pPr lvl="0">
                        <a:buNone/>
                      </a:pPr>
                      <a:r>
                        <a:rPr lang="en-US" sz="3200" b="1">
                          <a:solidFill>
                            <a:schemeClr val="tx1"/>
                          </a:solidFill>
                          <a:latin typeface="Community Pro Devanagari" panose="020B0502040204020203"/>
                        </a:rPr>
                        <a:t>Total</a:t>
                      </a:r>
                    </a:p>
                  </a:txBody>
                  <a:tcPr marL="182880" marR="182880" marT="91440" marB="91440" anchor="ctr">
                    <a:lnT w="12700" cap="flat" cmpd="sng" algn="ctr">
                      <a:solidFill>
                        <a:schemeClr val="tx1"/>
                      </a:solidFill>
                      <a:prstDash val="solid"/>
                      <a:round/>
                      <a:headEnd type="none" w="med" len="med"/>
                      <a:tailEnd type="none" w="med" len="med"/>
                    </a:lnT>
                    <a:noFill/>
                  </a:tcPr>
                </a:tc>
                <a:tc>
                  <a:txBody>
                    <a:bodyPr/>
                    <a:lstStyle/>
                    <a:p>
                      <a:pPr lvl="0" algn="ctr">
                        <a:buNone/>
                      </a:pPr>
                      <a:r>
                        <a:rPr lang="en-US" sz="3200" b="1">
                          <a:solidFill>
                            <a:schemeClr val="tx1"/>
                          </a:solidFill>
                          <a:latin typeface="Community Pro Devanagari" panose="020B0502040204020203"/>
                        </a:rPr>
                        <a:t>$477k</a:t>
                      </a:r>
                    </a:p>
                  </a:txBody>
                  <a:tcPr marL="182880" marR="182880" marT="91440" marB="91440" anchor="ctr">
                    <a:lnT w="12700">
                      <a:solidFill>
                        <a:schemeClr val="tx1"/>
                      </a:solidFill>
                    </a:lnT>
                    <a:noFill/>
                  </a:tcPr>
                </a:tc>
                <a:tc>
                  <a:txBody>
                    <a:bodyPr/>
                    <a:lstStyle/>
                    <a:p>
                      <a:pPr lvl="0" algn="ctr">
                        <a:buNone/>
                      </a:pPr>
                      <a:r>
                        <a:rPr lang="en-US" sz="3200" b="1">
                          <a:solidFill>
                            <a:schemeClr val="tx1"/>
                          </a:solidFill>
                          <a:latin typeface="Community Pro Devanagari"/>
                        </a:rPr>
                        <a:t>75</a:t>
                      </a:r>
                    </a:p>
                  </a:txBody>
                  <a:tcPr marL="182880" marR="182880" marT="91440" marB="91440" anchor="ctr">
                    <a:lnT w="12700" cap="flat" cmpd="sng" algn="ctr">
                      <a:solidFill>
                        <a:schemeClr val="tx1"/>
                      </a:solidFill>
                      <a:prstDash val="solid"/>
                      <a:round/>
                      <a:headEnd type="none" w="med" len="med"/>
                      <a:tailEnd type="none" w="med" len="med"/>
                    </a:lnT>
                    <a:noFill/>
                  </a:tcPr>
                </a:tc>
                <a:tc>
                  <a:txBody>
                    <a:bodyPr/>
                    <a:lstStyle/>
                    <a:p>
                      <a:pPr lvl="0" algn="ctr">
                        <a:buNone/>
                      </a:pPr>
                      <a:r>
                        <a:rPr lang="en-US" sz="3200" b="1">
                          <a:solidFill>
                            <a:schemeClr val="tx1"/>
                          </a:solidFill>
                          <a:latin typeface="Community Pro Devanagari" panose="020B0502040204020203"/>
                        </a:rPr>
                        <a:t>$909k</a:t>
                      </a:r>
                    </a:p>
                  </a:txBody>
                  <a:tcPr marL="182880" marR="182880" marT="91440" marB="9144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79761401"/>
                  </a:ext>
                </a:extLst>
              </a:tr>
            </a:tbl>
          </a:graphicData>
        </a:graphic>
      </p:graphicFrame>
      <p:graphicFrame>
        <p:nvGraphicFramePr>
          <p:cNvPr id="5" name="Table 4">
            <a:extLst>
              <a:ext uri="{FF2B5EF4-FFF2-40B4-BE49-F238E27FC236}">
                <a16:creationId xmlns:a16="http://schemas.microsoft.com/office/drawing/2014/main" id="{F781AF66-4D8E-16DA-9FA6-A035D8EFC6BF}"/>
              </a:ext>
            </a:extLst>
          </p:cNvPr>
          <p:cNvGraphicFramePr>
            <a:graphicFrameLocks noGrp="1"/>
          </p:cNvGraphicFramePr>
          <p:nvPr>
            <p:extLst>
              <p:ext uri="{D42A27DB-BD31-4B8C-83A1-F6EECF244321}">
                <p14:modId xmlns:p14="http://schemas.microsoft.com/office/powerpoint/2010/main" val="3845203236"/>
              </p:ext>
            </p:extLst>
          </p:nvPr>
        </p:nvGraphicFramePr>
        <p:xfrm>
          <a:off x="11978559" y="3541483"/>
          <a:ext cx="11968192" cy="7014533"/>
        </p:xfrm>
        <a:graphic>
          <a:graphicData uri="http://schemas.openxmlformats.org/drawingml/2006/table">
            <a:tbl>
              <a:tblPr firstRow="1" bandRow="1">
                <a:tableStyleId>{5C22544A-7EE6-4342-B048-85BDC9FD1C3A}</a:tableStyleId>
              </a:tblPr>
              <a:tblGrid>
                <a:gridCol w="2992048">
                  <a:extLst>
                    <a:ext uri="{9D8B030D-6E8A-4147-A177-3AD203B41FA5}">
                      <a16:colId xmlns:a16="http://schemas.microsoft.com/office/drawing/2014/main" val="2510731929"/>
                    </a:ext>
                  </a:extLst>
                </a:gridCol>
                <a:gridCol w="2992048">
                  <a:extLst>
                    <a:ext uri="{9D8B030D-6E8A-4147-A177-3AD203B41FA5}">
                      <a16:colId xmlns:a16="http://schemas.microsoft.com/office/drawing/2014/main" val="2849412231"/>
                    </a:ext>
                  </a:extLst>
                </a:gridCol>
                <a:gridCol w="2992048">
                  <a:extLst>
                    <a:ext uri="{9D8B030D-6E8A-4147-A177-3AD203B41FA5}">
                      <a16:colId xmlns:a16="http://schemas.microsoft.com/office/drawing/2014/main" val="2534034712"/>
                    </a:ext>
                  </a:extLst>
                </a:gridCol>
                <a:gridCol w="2992048">
                  <a:extLst>
                    <a:ext uri="{9D8B030D-6E8A-4147-A177-3AD203B41FA5}">
                      <a16:colId xmlns:a16="http://schemas.microsoft.com/office/drawing/2014/main" val="1336037717"/>
                    </a:ext>
                  </a:extLst>
                </a:gridCol>
              </a:tblGrid>
              <a:tr h="1270748">
                <a:tc>
                  <a:txBody>
                    <a:bodyPr/>
                    <a:lstStyle/>
                    <a:p>
                      <a:pPr lvl="0">
                        <a:buNone/>
                      </a:pPr>
                      <a:endParaRPr lang="en-US" sz="3200">
                        <a:solidFill>
                          <a:schemeClr val="tx1"/>
                        </a:solidFill>
                        <a:latin typeface="Aptos"/>
                      </a:endParaRPr>
                    </a:p>
                    <a:p>
                      <a:pPr lvl="0">
                        <a:buNone/>
                      </a:pPr>
                      <a:endParaRPr lang="en-US" sz="3200">
                        <a:solidFill>
                          <a:schemeClr val="tx1"/>
                        </a:solidFill>
                        <a:latin typeface="Aptos"/>
                      </a:endParaRPr>
                    </a:p>
                  </a:txBody>
                  <a:tcPr marL="182880" marR="182880" marT="91440" marB="91440">
                    <a:lnL w="0">
                      <a:noFill/>
                    </a:lnL>
                    <a:lnR w="0">
                      <a:noFill/>
                    </a:lnR>
                    <a:lnT w="0">
                      <a:noFill/>
                    </a:lnT>
                    <a:lnB w="12700">
                      <a:solidFill>
                        <a:schemeClr val="tx1"/>
                      </a:solidFill>
                    </a:lnB>
                    <a:solidFill>
                      <a:schemeClr val="tx2">
                        <a:lumMod val="10000"/>
                        <a:lumOff val="90000"/>
                      </a:schemeClr>
                    </a:solidFill>
                  </a:tcPr>
                </a:tc>
                <a:tc>
                  <a:txBody>
                    <a:bodyPr/>
                    <a:lstStyle/>
                    <a:p>
                      <a:pPr algn="ctr"/>
                      <a:r>
                        <a:rPr lang="en-US" sz="3200">
                          <a:solidFill>
                            <a:schemeClr val="tx1"/>
                          </a:solidFill>
                          <a:latin typeface="Aptos"/>
                        </a:rPr>
                        <a:t>Q2 FY26</a:t>
                      </a:r>
                    </a:p>
                  </a:txBody>
                  <a:tcPr marL="182880" marR="182880" marT="91440" marB="91440" anchor="ctr">
                    <a:lnL w="0">
                      <a:noFill/>
                    </a:lnL>
                    <a:lnR w="0">
                      <a:noFill/>
                    </a:lnR>
                    <a:lnT w="0">
                      <a:noFill/>
                    </a:lnT>
                    <a:lnB w="12700">
                      <a:solidFill>
                        <a:schemeClr val="tx1"/>
                      </a:solidFill>
                    </a:lnB>
                    <a:solidFill>
                      <a:schemeClr val="tx2">
                        <a:lumMod val="10000"/>
                        <a:lumOff val="90000"/>
                      </a:schemeClr>
                    </a:solidFill>
                  </a:tcPr>
                </a:tc>
                <a:tc>
                  <a:txBody>
                    <a:bodyPr/>
                    <a:lstStyle/>
                    <a:p>
                      <a:pPr algn="ctr"/>
                      <a:r>
                        <a:rPr lang="en-US" sz="3200">
                          <a:solidFill>
                            <a:schemeClr val="tx1"/>
                          </a:solidFill>
                          <a:latin typeface="Aptos"/>
                        </a:rPr>
                        <a:t>Q2 FY25</a:t>
                      </a:r>
                    </a:p>
                  </a:txBody>
                  <a:tcPr marL="182880" marR="182880" marT="91440" marB="91440" anchor="ctr">
                    <a:lnL w="0">
                      <a:noFill/>
                    </a:lnL>
                    <a:lnR w="0">
                      <a:noFill/>
                    </a:lnR>
                    <a:lnT w="0">
                      <a:noFill/>
                    </a:lnT>
                    <a:lnB w="12700">
                      <a:solidFill>
                        <a:schemeClr val="tx1"/>
                      </a:solidFill>
                    </a:lnB>
                    <a:solidFill>
                      <a:schemeClr val="tx2">
                        <a:lumMod val="10000"/>
                        <a:lumOff val="90000"/>
                      </a:schemeClr>
                    </a:solidFill>
                  </a:tcPr>
                </a:tc>
                <a:tc>
                  <a:txBody>
                    <a:bodyPr/>
                    <a:lstStyle/>
                    <a:p>
                      <a:pPr lvl="0" algn="ctr">
                        <a:buNone/>
                      </a:pPr>
                      <a:r>
                        <a:rPr lang="en-US" sz="3200">
                          <a:solidFill>
                            <a:schemeClr val="tx1"/>
                          </a:solidFill>
                          <a:latin typeface="Aptos"/>
                        </a:rPr>
                        <a:t>YoY Change</a:t>
                      </a:r>
                    </a:p>
                  </a:txBody>
                  <a:tcPr marL="182880" marR="182880" marT="91440" marB="91440" anchor="ctr">
                    <a:lnL w="0">
                      <a:noFill/>
                    </a:lnL>
                    <a:lnR w="0">
                      <a:noFill/>
                    </a:lnR>
                    <a:lnT w="0">
                      <a:noFill/>
                    </a:lnT>
                    <a:lnB w="12700">
                      <a:solidFill>
                        <a:schemeClr val="tx1"/>
                      </a:solidFill>
                    </a:lnB>
                    <a:solidFill>
                      <a:schemeClr val="tx2">
                        <a:lumMod val="10000"/>
                        <a:lumOff val="90000"/>
                      </a:schemeClr>
                    </a:solidFill>
                  </a:tcPr>
                </a:tc>
                <a:extLst>
                  <a:ext uri="{0D108BD9-81ED-4DB2-BD59-A6C34878D82A}">
                    <a16:rowId xmlns:a16="http://schemas.microsoft.com/office/drawing/2014/main" val="3469753836"/>
                  </a:ext>
                </a:extLst>
              </a:tr>
              <a:tr h="1219919">
                <a:tc>
                  <a:txBody>
                    <a:bodyPr/>
                    <a:lstStyle/>
                    <a:p>
                      <a:pPr algn="l"/>
                      <a:r>
                        <a:rPr lang="en-US" sz="3200">
                          <a:latin typeface="Community Pro Devanagari" panose="020B0502040204020203" pitchFamily="2" charset="0"/>
                          <a:cs typeface="Community Pro Devanagari" panose="020B0502040204020203" pitchFamily="2" charset="0"/>
                        </a:rPr>
                        <a:t>3-YR MYD Opp Count</a:t>
                      </a:r>
                    </a:p>
                  </a:txBody>
                  <a:tcPr marL="182880" marR="182880" marT="91440" marB="91440" anchor="ctr">
                    <a:lnT w="12700">
                      <a:solidFill>
                        <a:schemeClr val="tx1"/>
                      </a:solidFill>
                    </a:lnT>
                    <a:noFill/>
                  </a:tcPr>
                </a:tc>
                <a:tc>
                  <a:txBody>
                    <a:bodyPr/>
                    <a:lstStyle/>
                    <a:p>
                      <a:pPr algn="ctr"/>
                      <a:r>
                        <a:rPr lang="en-US" sz="3200">
                          <a:latin typeface="Community Pro Devanagari"/>
                          <a:cs typeface="Community Pro Devanagari" panose="020B0502040204020203" pitchFamily="2" charset="0"/>
                        </a:rPr>
                        <a:t>1094</a:t>
                      </a:r>
                    </a:p>
                  </a:txBody>
                  <a:tcPr marL="182880" marR="182880" marT="91440" marB="91440" anchor="ctr">
                    <a:lnT w="12700">
                      <a:solidFill>
                        <a:schemeClr val="tx1"/>
                      </a:solidFill>
                    </a:lnT>
                    <a:noFill/>
                  </a:tcPr>
                </a:tc>
                <a:tc>
                  <a:txBody>
                    <a:bodyPr/>
                    <a:lstStyle/>
                    <a:p>
                      <a:pPr algn="ctr"/>
                      <a:r>
                        <a:rPr lang="en-US" sz="3200">
                          <a:latin typeface="Community Pro Devanagari"/>
                          <a:cs typeface="Community Pro Devanagari" panose="020B0502040204020203" pitchFamily="2" charset="0"/>
                        </a:rPr>
                        <a:t>1665</a:t>
                      </a:r>
                    </a:p>
                  </a:txBody>
                  <a:tcPr marL="182880" marR="182880" marT="91440" marB="91440" anchor="ctr">
                    <a:lnT w="12700">
                      <a:solidFill>
                        <a:schemeClr val="tx1"/>
                      </a:solidFill>
                    </a:lnT>
                    <a:noFill/>
                  </a:tcPr>
                </a:tc>
                <a:tc>
                  <a:txBody>
                    <a:bodyPr/>
                    <a:lstStyle/>
                    <a:p>
                      <a:pPr lvl="0" algn="ctr">
                        <a:buNone/>
                      </a:pPr>
                      <a:r>
                        <a:rPr lang="en-US" sz="3200" b="1" i="0" u="none" strike="noStrike" noProof="0">
                          <a:solidFill>
                            <a:srgbClr val="6B0C0C"/>
                          </a:solidFill>
                          <a:latin typeface="Community Pro Devanagari"/>
                          <a:cs typeface="Community Pro Devanagari" panose="020B0502040204020203" pitchFamily="2" charset="0"/>
                        </a:rPr>
                        <a:t>(-34.3%)</a:t>
                      </a:r>
                      <a:endParaRPr lang="en-US" sz="3600">
                        <a:latin typeface="Community Pro Devanagari" panose="020B0502040204020203" pitchFamily="2" charset="0"/>
                        <a:cs typeface="Community Pro Devanagari" panose="020B0502040204020203" pitchFamily="2" charset="0"/>
                      </a:endParaRPr>
                    </a:p>
                  </a:txBody>
                  <a:tcPr marL="182880" marR="182880" marT="91440" marB="91440" anchor="ctr">
                    <a:lnT w="12700">
                      <a:solidFill>
                        <a:schemeClr val="tx1"/>
                      </a:solidFill>
                    </a:lnT>
                    <a:noFill/>
                  </a:tcPr>
                </a:tc>
                <a:extLst>
                  <a:ext uri="{0D108BD9-81ED-4DB2-BD59-A6C34878D82A}">
                    <a16:rowId xmlns:a16="http://schemas.microsoft.com/office/drawing/2014/main" val="479719830"/>
                  </a:ext>
                </a:extLst>
              </a:tr>
              <a:tr h="1219919">
                <a:tc>
                  <a:txBody>
                    <a:bodyPr/>
                    <a:lstStyle/>
                    <a:p>
                      <a:pPr algn="l"/>
                      <a:r>
                        <a:rPr lang="en-US" sz="3200">
                          <a:latin typeface="Community Pro Devanagari" panose="020B0502040204020203" pitchFamily="2" charset="0"/>
                          <a:cs typeface="Community Pro Devanagari" panose="020B0502040204020203" pitchFamily="2" charset="0"/>
                        </a:rPr>
                        <a:t>3-YR MYD Total Bookings</a:t>
                      </a:r>
                    </a:p>
                  </a:txBody>
                  <a:tcPr marL="182880" marR="182880" marT="91440" marB="91440" anchor="ctr">
                    <a:noFill/>
                  </a:tcPr>
                </a:tc>
                <a:tc>
                  <a:txBody>
                    <a:bodyPr/>
                    <a:lstStyle/>
                    <a:p>
                      <a:pPr algn="ctr"/>
                      <a:r>
                        <a:rPr lang="en-US" sz="3200">
                          <a:latin typeface="Community Pro Devanagari"/>
                          <a:cs typeface="Community Pro Devanagari" panose="020B0502040204020203" pitchFamily="2" charset="0"/>
                        </a:rPr>
                        <a:t>$19.0M</a:t>
                      </a:r>
                      <a:endParaRPr lang="en-US" sz="3200" b="1">
                        <a:solidFill>
                          <a:srgbClr val="6B0C0C"/>
                        </a:solidFill>
                        <a:latin typeface="Community Pro Devanagari" panose="020B0502040204020203" pitchFamily="2" charset="0"/>
                        <a:cs typeface="Community Pro Devanagari" panose="020B0502040204020203" pitchFamily="2" charset="0"/>
                      </a:endParaRPr>
                    </a:p>
                  </a:txBody>
                  <a:tcPr marL="182880" marR="182880" marT="91440" marB="91440" anchor="ctr">
                    <a:noFill/>
                  </a:tcPr>
                </a:tc>
                <a:tc>
                  <a:txBody>
                    <a:bodyPr/>
                    <a:lstStyle/>
                    <a:p>
                      <a:pPr algn="ctr"/>
                      <a:r>
                        <a:rPr lang="en-US" sz="3200">
                          <a:latin typeface="Community Pro Devanagari"/>
                          <a:cs typeface="Community Pro Devanagari" panose="020B0502040204020203" pitchFamily="2" charset="0"/>
                        </a:rPr>
                        <a:t>$31.1M</a:t>
                      </a:r>
                      <a:endParaRPr lang="en-US" sz="3200">
                        <a:latin typeface="Community Pro Devanagari" panose="020B0502040204020203" pitchFamily="2" charset="0"/>
                        <a:cs typeface="Community Pro Devanagari" panose="020B0502040204020203" pitchFamily="2" charset="0"/>
                      </a:endParaRPr>
                    </a:p>
                  </a:txBody>
                  <a:tcPr marL="182880" marR="182880" marT="91440" marB="91440" anchor="ctr">
                    <a:noFill/>
                  </a:tcPr>
                </a:tc>
                <a:tc>
                  <a:txBody>
                    <a:bodyPr/>
                    <a:lstStyle/>
                    <a:p>
                      <a:pPr lvl="0" algn="ctr">
                        <a:buNone/>
                      </a:pPr>
                      <a:r>
                        <a:rPr lang="en-US" sz="3200" b="1" i="0" u="none" strike="noStrike" noProof="0">
                          <a:solidFill>
                            <a:srgbClr val="6B0C0C"/>
                          </a:solidFill>
                          <a:latin typeface="Community Pro Devanagari"/>
                          <a:cs typeface="Community Pro Devanagari" panose="020B0502040204020203" pitchFamily="2" charset="0"/>
                        </a:rPr>
                        <a:t>(-38.9%)</a:t>
                      </a:r>
                      <a:endParaRPr lang="en-US" sz="3600">
                        <a:latin typeface="Community Pro Devanagari"/>
                        <a:cs typeface="Community Pro Devanagari" panose="020B0502040204020203" pitchFamily="2" charset="0"/>
                      </a:endParaRPr>
                    </a:p>
                  </a:txBody>
                  <a:tcPr marL="182880" marR="182880" marT="91440" marB="91440" anchor="ctr">
                    <a:noFill/>
                  </a:tcPr>
                </a:tc>
                <a:extLst>
                  <a:ext uri="{0D108BD9-81ED-4DB2-BD59-A6C34878D82A}">
                    <a16:rowId xmlns:a16="http://schemas.microsoft.com/office/drawing/2014/main" val="3089127573"/>
                  </a:ext>
                </a:extLst>
              </a:tr>
              <a:tr h="1219919">
                <a:tc>
                  <a:txBody>
                    <a:bodyPr/>
                    <a:lstStyle/>
                    <a:p>
                      <a:pPr algn="l"/>
                      <a:r>
                        <a:rPr lang="en-US" sz="3200">
                          <a:latin typeface="Community Pro Devanagari" panose="020B0502040204020203" pitchFamily="2" charset="0"/>
                          <a:cs typeface="Community Pro Devanagari" panose="020B0502040204020203" pitchFamily="2" charset="0"/>
                        </a:rPr>
                        <a:t>3-YR MYD Discount $</a:t>
                      </a:r>
                    </a:p>
                  </a:txBody>
                  <a:tcPr marL="182880" marR="182880" marT="91440" marB="91440" anchor="ctr">
                    <a:noFill/>
                  </a:tcPr>
                </a:tc>
                <a:tc>
                  <a:txBody>
                    <a:bodyPr/>
                    <a:lstStyle/>
                    <a:p>
                      <a:pPr algn="ctr"/>
                      <a:r>
                        <a:rPr lang="en-US" sz="3200">
                          <a:latin typeface="Community Pro Devanagari"/>
                          <a:cs typeface="Community Pro Devanagari" panose="020B0502040204020203" pitchFamily="2" charset="0"/>
                        </a:rPr>
                        <a:t>$1.12k</a:t>
                      </a:r>
                      <a:endParaRPr lang="en-US" sz="3200" b="1">
                        <a:solidFill>
                          <a:schemeClr val="accent6">
                            <a:lumMod val="49000"/>
                          </a:schemeClr>
                        </a:solidFill>
                        <a:latin typeface="Community Pro Devanagari" panose="020B0502040204020203" pitchFamily="2" charset="0"/>
                        <a:cs typeface="Community Pro Devanagari" panose="020B0502040204020203" pitchFamily="2" charset="0"/>
                      </a:endParaRPr>
                    </a:p>
                  </a:txBody>
                  <a:tcPr marL="182880" marR="182880" marT="91440" marB="91440" anchor="ctr">
                    <a:noFill/>
                  </a:tcPr>
                </a:tc>
                <a:tc>
                  <a:txBody>
                    <a:bodyPr/>
                    <a:lstStyle/>
                    <a:p>
                      <a:pPr algn="ctr"/>
                      <a:r>
                        <a:rPr lang="en-US" sz="3200">
                          <a:latin typeface="Community Pro Devanagari"/>
                          <a:cs typeface="Community Pro Devanagari" panose="020B0502040204020203" pitchFamily="2" charset="0"/>
                        </a:rPr>
                        <a:t>$3.63M</a:t>
                      </a:r>
                      <a:endParaRPr lang="en-US" sz="3200">
                        <a:latin typeface="Community Pro Devanagari" panose="020B0502040204020203" pitchFamily="2" charset="0"/>
                        <a:cs typeface="Community Pro Devanagari" panose="020B0502040204020203" pitchFamily="2" charset="0"/>
                      </a:endParaRPr>
                    </a:p>
                  </a:txBody>
                  <a:tcPr marL="182880" marR="182880" marT="91440" marB="91440" anchor="ctr">
                    <a:noFill/>
                  </a:tcPr>
                </a:tc>
                <a:tc>
                  <a:txBody>
                    <a:bodyPr/>
                    <a:lstStyle/>
                    <a:p>
                      <a:pPr lvl="0" algn="ctr">
                        <a:buNone/>
                      </a:pPr>
                      <a:r>
                        <a:rPr lang="en-US" sz="3200" b="1" i="0" u="none" strike="noStrike" noProof="0">
                          <a:solidFill>
                            <a:schemeClr val="accent6">
                              <a:lumMod val="49000"/>
                            </a:schemeClr>
                          </a:solidFill>
                          <a:latin typeface="Community Pro Devanagari"/>
                          <a:cs typeface="Community Pro Devanagari" panose="020B0502040204020203" pitchFamily="2" charset="0"/>
                        </a:rPr>
                        <a:t>(-69.1%)</a:t>
                      </a:r>
                      <a:endParaRPr lang="en-US" sz="3600">
                        <a:latin typeface="Community Pro Devanagari"/>
                        <a:cs typeface="Community Pro Devanagari" panose="020B0502040204020203" pitchFamily="2" charset="0"/>
                      </a:endParaRPr>
                    </a:p>
                  </a:txBody>
                  <a:tcPr marL="182880" marR="182880" marT="91440" marB="91440" anchor="ctr">
                    <a:noFill/>
                  </a:tcPr>
                </a:tc>
                <a:extLst>
                  <a:ext uri="{0D108BD9-81ED-4DB2-BD59-A6C34878D82A}">
                    <a16:rowId xmlns:a16="http://schemas.microsoft.com/office/drawing/2014/main" val="2872382553"/>
                  </a:ext>
                </a:extLst>
              </a:tr>
              <a:tr h="1219919">
                <a:tc>
                  <a:txBody>
                    <a:bodyPr/>
                    <a:lstStyle/>
                    <a:p>
                      <a:pPr algn="l"/>
                      <a:r>
                        <a:rPr lang="en-US" sz="3200">
                          <a:latin typeface="Community Pro Devanagari" panose="020B0502040204020203" pitchFamily="2" charset="0"/>
                          <a:cs typeface="Community Pro Devanagari" panose="020B0502040204020203" pitchFamily="2" charset="0"/>
                        </a:rPr>
                        <a:t>3-YR MYD Discount Rate</a:t>
                      </a:r>
                    </a:p>
                  </a:txBody>
                  <a:tcPr marL="182880" marR="182880" marT="91440" marB="91440" anchor="ctr">
                    <a:lnB w="12700">
                      <a:solidFill>
                        <a:schemeClr val="tx1"/>
                      </a:solidFill>
                    </a:lnB>
                    <a:noFill/>
                  </a:tcPr>
                </a:tc>
                <a:tc>
                  <a:txBody>
                    <a:bodyPr/>
                    <a:lstStyle/>
                    <a:p>
                      <a:pPr algn="ctr"/>
                      <a:r>
                        <a:rPr lang="en-US" sz="3200">
                          <a:latin typeface="Community Pro Devanagari"/>
                          <a:cs typeface="Community Pro Devanagari" panose="020B0502040204020203" pitchFamily="2" charset="0"/>
                        </a:rPr>
                        <a:t>2.94% </a:t>
                      </a:r>
                      <a:endParaRPr lang="en-US" sz="3200" b="1">
                        <a:solidFill>
                          <a:schemeClr val="accent6">
                            <a:lumMod val="49000"/>
                          </a:schemeClr>
                        </a:solidFill>
                        <a:latin typeface="Community Pro Devanagari"/>
                        <a:cs typeface="Community Pro Devanagari" panose="020B0502040204020203" pitchFamily="2" charset="0"/>
                      </a:endParaRPr>
                    </a:p>
                  </a:txBody>
                  <a:tcPr marL="182880" marR="182880" marT="91440" marB="91440" anchor="ctr">
                    <a:lnB w="12700">
                      <a:solidFill>
                        <a:schemeClr val="tx1"/>
                      </a:solidFill>
                    </a:lnB>
                    <a:noFill/>
                  </a:tcPr>
                </a:tc>
                <a:tc>
                  <a:txBody>
                    <a:bodyPr/>
                    <a:lstStyle/>
                    <a:p>
                      <a:pPr algn="ctr"/>
                      <a:r>
                        <a:rPr lang="en-US" sz="3200">
                          <a:latin typeface="Community Pro Devanagari"/>
                          <a:cs typeface="Community Pro Devanagari" panose="020B0502040204020203" pitchFamily="2" charset="0"/>
                        </a:rPr>
                        <a:t>4.76%</a:t>
                      </a:r>
                    </a:p>
                  </a:txBody>
                  <a:tcPr marL="182880" marR="182880" marT="91440" marB="91440" anchor="ctr">
                    <a:lnB w="12700">
                      <a:solidFill>
                        <a:schemeClr val="tx1"/>
                      </a:solidFill>
                    </a:lnB>
                    <a:noFill/>
                  </a:tcPr>
                </a:tc>
                <a:tc>
                  <a:txBody>
                    <a:bodyPr/>
                    <a:lstStyle/>
                    <a:p>
                      <a:pPr lvl="0" algn="ctr">
                        <a:buNone/>
                      </a:pPr>
                      <a:r>
                        <a:rPr lang="en-US" sz="3200" b="1" i="0" u="none" strike="noStrike" noProof="0">
                          <a:solidFill>
                            <a:schemeClr val="accent6">
                              <a:lumMod val="49000"/>
                            </a:schemeClr>
                          </a:solidFill>
                          <a:latin typeface="Community Pro Devanagari"/>
                          <a:cs typeface="Community Pro Devanagari" panose="020B0502040204020203" pitchFamily="2" charset="0"/>
                        </a:rPr>
                        <a:t>(-38.2%)</a:t>
                      </a:r>
                      <a:endParaRPr lang="en-US" sz="3600">
                        <a:latin typeface="Community Pro Devanagari"/>
                        <a:cs typeface="Community Pro Devanagari" panose="020B0502040204020203" pitchFamily="2" charset="0"/>
                      </a:endParaRPr>
                    </a:p>
                  </a:txBody>
                  <a:tcPr marL="182880" marR="182880" marT="91440" marB="91440" anchor="ctr">
                    <a:lnB w="12700">
                      <a:solidFill>
                        <a:schemeClr val="tx1"/>
                      </a:solidFill>
                    </a:lnB>
                    <a:noFill/>
                  </a:tcPr>
                </a:tc>
                <a:extLst>
                  <a:ext uri="{0D108BD9-81ED-4DB2-BD59-A6C34878D82A}">
                    <a16:rowId xmlns:a16="http://schemas.microsoft.com/office/drawing/2014/main" val="1181619802"/>
                  </a:ext>
                </a:extLst>
              </a:tr>
              <a:tr h="864109">
                <a:tc>
                  <a:txBody>
                    <a:bodyPr/>
                    <a:lstStyle/>
                    <a:p>
                      <a:pPr lvl="0" algn="l">
                        <a:buNone/>
                      </a:pPr>
                      <a:r>
                        <a:rPr lang="en-US" sz="3200" b="1">
                          <a:solidFill>
                            <a:schemeClr val="tx1"/>
                          </a:solidFill>
                          <a:latin typeface="Community Pro Devanagari" panose="020B0502040204020203" pitchFamily="2" charset="0"/>
                          <a:cs typeface="Community Pro Devanagari" panose="020B0502040204020203" pitchFamily="2" charset="0"/>
                        </a:rPr>
                        <a:t>Total Impact</a:t>
                      </a:r>
                    </a:p>
                  </a:txBody>
                  <a:tcPr marL="182880" marR="182880" marT="91440" marB="91440" anchor="ctr">
                    <a:lnT w="12700">
                      <a:solidFill>
                        <a:schemeClr val="tx1"/>
                      </a:solidFill>
                    </a:lnT>
                    <a:noFill/>
                  </a:tcPr>
                </a:tc>
                <a:tc>
                  <a:txBody>
                    <a:bodyPr/>
                    <a:lstStyle/>
                    <a:p>
                      <a:pPr lvl="0" algn="ctr">
                        <a:buNone/>
                      </a:pPr>
                      <a:r>
                        <a:rPr lang="en-US" sz="3200" b="1">
                          <a:solidFill>
                            <a:schemeClr val="tx1"/>
                          </a:solidFill>
                          <a:latin typeface="Community Pro Devanagari"/>
                          <a:cs typeface="Community Pro Devanagari" panose="020B0502040204020203" pitchFamily="2" charset="0"/>
                        </a:rPr>
                        <a:t>$346k</a:t>
                      </a:r>
                      <a:endParaRPr lang="en-US" sz="3200" b="1">
                        <a:solidFill>
                          <a:schemeClr val="tx1"/>
                        </a:solidFill>
                        <a:latin typeface="Community Pro Devanagari" panose="020B0502040204020203" pitchFamily="2" charset="0"/>
                        <a:cs typeface="Community Pro Devanagari" panose="020B0502040204020203" pitchFamily="2" charset="0"/>
                      </a:endParaRPr>
                    </a:p>
                  </a:txBody>
                  <a:tcPr marL="182880" marR="182880" marT="91440" marB="91440" anchor="ctr">
                    <a:lnT w="12700">
                      <a:solidFill>
                        <a:schemeClr val="tx1"/>
                      </a:solidFill>
                    </a:lnT>
                    <a:noFill/>
                  </a:tcPr>
                </a:tc>
                <a:tc>
                  <a:txBody>
                    <a:bodyPr/>
                    <a:lstStyle/>
                    <a:p>
                      <a:pPr lvl="0" algn="ctr">
                        <a:buNone/>
                      </a:pPr>
                      <a:endParaRPr lang="en-US" sz="3200">
                        <a:latin typeface="Community Pro Devanagari" panose="020B0502040204020203" pitchFamily="2" charset="0"/>
                        <a:cs typeface="Community Pro Devanagari" panose="020B0502040204020203" pitchFamily="2" charset="0"/>
                      </a:endParaRPr>
                    </a:p>
                  </a:txBody>
                  <a:tcPr marL="182880" marR="182880" marT="91440" marB="91440" anchor="ctr">
                    <a:lnT w="12700">
                      <a:solidFill>
                        <a:schemeClr val="tx1"/>
                      </a:solidFill>
                    </a:lnT>
                    <a:noFill/>
                  </a:tcPr>
                </a:tc>
                <a:tc>
                  <a:txBody>
                    <a:bodyPr/>
                    <a:lstStyle/>
                    <a:p>
                      <a:pPr lvl="0" algn="ctr">
                        <a:buNone/>
                      </a:pPr>
                      <a:endParaRPr lang="en-US" sz="3200">
                        <a:latin typeface="Community Pro Devanagari" panose="020B0502040204020203" pitchFamily="2" charset="0"/>
                        <a:cs typeface="Community Pro Devanagari" panose="020B0502040204020203" pitchFamily="2" charset="0"/>
                      </a:endParaRPr>
                    </a:p>
                  </a:txBody>
                  <a:tcPr marL="182880" marR="182880" marT="91440" marB="91440" anchor="ctr">
                    <a:lnT w="12700">
                      <a:solidFill>
                        <a:schemeClr val="tx1"/>
                      </a:solidFill>
                    </a:lnT>
                    <a:noFill/>
                  </a:tcPr>
                </a:tc>
                <a:extLst>
                  <a:ext uri="{0D108BD9-81ED-4DB2-BD59-A6C34878D82A}">
                    <a16:rowId xmlns:a16="http://schemas.microsoft.com/office/drawing/2014/main" val="1853246098"/>
                  </a:ext>
                </a:extLst>
              </a:tr>
            </a:tbl>
          </a:graphicData>
        </a:graphic>
      </p:graphicFrame>
      <p:cxnSp>
        <p:nvCxnSpPr>
          <p:cNvPr id="6" name="Straight Arrow Connector 5">
            <a:extLst>
              <a:ext uri="{FF2B5EF4-FFF2-40B4-BE49-F238E27FC236}">
                <a16:creationId xmlns:a16="http://schemas.microsoft.com/office/drawing/2014/main" id="{FDAD8579-6D1F-F24F-AAE0-529E8531EF52}"/>
              </a:ext>
            </a:extLst>
          </p:cNvPr>
          <p:cNvCxnSpPr/>
          <p:nvPr/>
        </p:nvCxnSpPr>
        <p:spPr>
          <a:xfrm>
            <a:off x="11264967" y="3292007"/>
            <a:ext cx="66536" cy="9546852"/>
          </a:xfrm>
          <a:prstGeom prst="straightConnector1">
            <a:avLst/>
          </a:prstGeom>
          <a:ln>
            <a:solidFill>
              <a:schemeClr val="bg2">
                <a:lumMod val="10000"/>
              </a:schemeClr>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1264E40-134E-48D1-CA8B-3A9DEC9FA91E}"/>
              </a:ext>
            </a:extLst>
          </p:cNvPr>
          <p:cNvSpPr txBox="1"/>
          <p:nvPr/>
        </p:nvSpPr>
        <p:spPr>
          <a:xfrm>
            <a:off x="434676" y="2215992"/>
            <a:ext cx="10091892" cy="861774"/>
          </a:xfrm>
          <a:prstGeom prst="rect">
            <a:avLst/>
          </a:prstGeom>
          <a:noFill/>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p>
            <a:r>
              <a:rPr lang="en-US" sz="4400" b="1">
                <a:latin typeface="Community"/>
              </a:rPr>
              <a:t>Change in MYD Offer Policy</a:t>
            </a:r>
          </a:p>
        </p:txBody>
      </p:sp>
      <p:sp>
        <p:nvSpPr>
          <p:cNvPr id="8" name="Rectangle 7">
            <a:extLst>
              <a:ext uri="{FF2B5EF4-FFF2-40B4-BE49-F238E27FC236}">
                <a16:creationId xmlns:a16="http://schemas.microsoft.com/office/drawing/2014/main" id="{3B9594E9-41BD-8ECB-10F6-A9D0CB578F32}"/>
              </a:ext>
            </a:extLst>
          </p:cNvPr>
          <p:cNvSpPr/>
          <p:nvPr/>
        </p:nvSpPr>
        <p:spPr>
          <a:xfrm>
            <a:off x="501147" y="10872767"/>
            <a:ext cx="10082584" cy="159309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828800">
              <a:defRPr/>
            </a:pPr>
            <a:endParaRPr lang="en-US" sz="3600">
              <a:solidFill>
                <a:prstClr val="white"/>
              </a:solidFill>
              <a:latin typeface="Aptos" panose="02110004020202020204"/>
            </a:endParaRPr>
          </a:p>
        </p:txBody>
      </p:sp>
      <p:sp>
        <p:nvSpPr>
          <p:cNvPr id="9" name="TextBox 8">
            <a:extLst>
              <a:ext uri="{FF2B5EF4-FFF2-40B4-BE49-F238E27FC236}">
                <a16:creationId xmlns:a16="http://schemas.microsoft.com/office/drawing/2014/main" id="{70F3A42E-CC20-4E28-8EFB-E735E4E108B1}"/>
              </a:ext>
            </a:extLst>
          </p:cNvPr>
          <p:cNvSpPr txBox="1"/>
          <p:nvPr/>
        </p:nvSpPr>
        <p:spPr>
          <a:xfrm>
            <a:off x="453819" y="10867463"/>
            <a:ext cx="10095732" cy="1569660"/>
          </a:xfrm>
          <a:prstGeom prst="rect">
            <a:avLst/>
          </a:prstGeom>
          <a:noFill/>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p>
            <a:r>
              <a:rPr lang="en-US" sz="3000" b="1">
                <a:latin typeface="Community Light"/>
                <a:ea typeface="+mn-lt"/>
                <a:cs typeface="+mn-lt"/>
              </a:rPr>
              <a:t>Newly eligible offers are driving incremental $477k in impact</a:t>
            </a:r>
            <a:r>
              <a:rPr lang="en-US" sz="3000">
                <a:latin typeface="Community Light"/>
                <a:ea typeface="+mn-lt"/>
                <a:cs typeface="+mn-lt"/>
              </a:rPr>
              <a:t>, led by </a:t>
            </a:r>
            <a:r>
              <a:rPr lang="en-US" sz="3000" b="1">
                <a:latin typeface="Community Light"/>
                <a:ea typeface="+mn-lt"/>
                <a:cs typeface="+mn-lt"/>
              </a:rPr>
              <a:t>Core 4</a:t>
            </a:r>
            <a:r>
              <a:rPr lang="en-US" sz="3000">
                <a:latin typeface="Community Light"/>
                <a:ea typeface="+mn-lt"/>
                <a:cs typeface="+mn-lt"/>
              </a:rPr>
              <a:t> and </a:t>
            </a:r>
            <a:r>
              <a:rPr lang="en-US" sz="3000" b="1">
                <a:latin typeface="Community Light"/>
                <a:ea typeface="+mn-lt"/>
                <a:cs typeface="+mn-lt"/>
              </a:rPr>
              <a:t>Hiring Growth</a:t>
            </a:r>
            <a:r>
              <a:rPr lang="en-US" sz="3000">
                <a:latin typeface="Community Light"/>
                <a:ea typeface="+mn-lt"/>
                <a:cs typeface="+mn-lt"/>
              </a:rPr>
              <a:t> both capturing high incremental impact with moderate usage</a:t>
            </a:r>
            <a:endParaRPr lang="en-US" sz="3000">
              <a:latin typeface="Community Light"/>
            </a:endParaRPr>
          </a:p>
        </p:txBody>
      </p:sp>
      <p:sp>
        <p:nvSpPr>
          <p:cNvPr id="21" name="Rectangle 20">
            <a:extLst>
              <a:ext uri="{FF2B5EF4-FFF2-40B4-BE49-F238E27FC236}">
                <a16:creationId xmlns:a16="http://schemas.microsoft.com/office/drawing/2014/main" id="{1F477A67-FBDA-266C-A8A2-11CF86762FC2}"/>
              </a:ext>
            </a:extLst>
          </p:cNvPr>
          <p:cNvSpPr/>
          <p:nvPr/>
        </p:nvSpPr>
        <p:spPr>
          <a:xfrm>
            <a:off x="12069902" y="10968413"/>
            <a:ext cx="11852390" cy="159309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828800">
              <a:defRPr/>
            </a:pPr>
            <a:endParaRPr lang="en-US" sz="3600">
              <a:solidFill>
                <a:prstClr val="white"/>
              </a:solidFill>
              <a:latin typeface="Aptos" panose="02110004020202020204"/>
            </a:endParaRPr>
          </a:p>
        </p:txBody>
      </p:sp>
      <p:sp>
        <p:nvSpPr>
          <p:cNvPr id="22" name="TextBox 21">
            <a:extLst>
              <a:ext uri="{FF2B5EF4-FFF2-40B4-BE49-F238E27FC236}">
                <a16:creationId xmlns:a16="http://schemas.microsoft.com/office/drawing/2014/main" id="{3F6A6489-FFB0-03F5-E41A-8F78BF724BF0}"/>
              </a:ext>
            </a:extLst>
          </p:cNvPr>
          <p:cNvSpPr txBox="1"/>
          <p:nvPr/>
        </p:nvSpPr>
        <p:spPr>
          <a:xfrm>
            <a:off x="11980726" y="11014575"/>
            <a:ext cx="11963858" cy="1569660"/>
          </a:xfrm>
          <a:prstGeom prst="rect">
            <a:avLst/>
          </a:prstGeom>
          <a:noFill/>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p>
            <a:r>
              <a:rPr lang="en-US" sz="3000" b="1">
                <a:latin typeface="Community Light"/>
                <a:ea typeface="+mn-lt"/>
                <a:cs typeface="+mn-lt"/>
              </a:rPr>
              <a:t>Reduced 3-year discounting drove $346k in savings</a:t>
            </a:r>
            <a:r>
              <a:rPr lang="en-US" sz="3000">
                <a:latin typeface="Community Light"/>
                <a:ea typeface="+mn-lt"/>
                <a:cs typeface="+mn-lt"/>
              </a:rPr>
              <a:t>, with MYD discount rate falling by 38.2% </a:t>
            </a:r>
            <a:r>
              <a:rPr lang="en-US" sz="3000" b="1">
                <a:latin typeface="Community Light"/>
                <a:ea typeface="+mn-lt"/>
                <a:cs typeface="+mn-lt"/>
              </a:rPr>
              <a:t>(2.9% FY26 vs 4.8% FY25)</a:t>
            </a:r>
            <a:r>
              <a:rPr lang="en-US" sz="3000">
                <a:latin typeface="Community Light"/>
                <a:ea typeface="+mn-lt"/>
                <a:cs typeface="+mn-lt"/>
              </a:rPr>
              <a:t>, reflecting tighter pricing control and fewer long-term deal discounts</a:t>
            </a:r>
            <a:endParaRPr lang="en-US" sz="3600">
              <a:latin typeface="Community Light"/>
            </a:endParaRPr>
          </a:p>
        </p:txBody>
      </p:sp>
      <p:sp>
        <p:nvSpPr>
          <p:cNvPr id="23" name="TextBox 22">
            <a:extLst>
              <a:ext uri="{FF2B5EF4-FFF2-40B4-BE49-F238E27FC236}">
                <a16:creationId xmlns:a16="http://schemas.microsoft.com/office/drawing/2014/main" id="{33643D07-49D5-E73D-5ED9-44DCB478B622}"/>
              </a:ext>
            </a:extLst>
          </p:cNvPr>
          <p:cNvSpPr txBox="1"/>
          <p:nvPr/>
        </p:nvSpPr>
        <p:spPr>
          <a:xfrm>
            <a:off x="674070" y="13421224"/>
            <a:ext cx="6076606" cy="276999"/>
          </a:xfrm>
          <a:prstGeom prst="rect">
            <a:avLst/>
          </a:prstGeom>
          <a:noFill/>
        </p:spPr>
        <p:txBody>
          <a:bodyPr wrap="square" lIns="91440" tIns="45720" rIns="91440" bIns="45720" rtlCol="0" anchor="t">
            <a:spAutoFit/>
          </a:bodyPr>
          <a:lstStyle/>
          <a:p>
            <a:r>
              <a:rPr lang="en-US" sz="1200">
                <a:solidFill>
                  <a:schemeClr val="bg2">
                    <a:lumMod val="10000"/>
                  </a:schemeClr>
                </a:solidFill>
                <a:latin typeface="Community"/>
              </a:rPr>
              <a:t>Notes: Data from July 1, 2025 – December 31, 2025</a:t>
            </a:r>
            <a:endParaRPr lang="en-US" sz="1200">
              <a:solidFill>
                <a:schemeClr val="bg2">
                  <a:lumMod val="10000"/>
                </a:schemeClr>
              </a:solidFill>
              <a:latin typeface="Community" panose="02000303040000020003" pitchFamily="2" charset="0"/>
            </a:endParaRPr>
          </a:p>
        </p:txBody>
      </p:sp>
      <p:sp>
        <p:nvSpPr>
          <p:cNvPr id="25" name="TextBox 24">
            <a:extLst>
              <a:ext uri="{FF2B5EF4-FFF2-40B4-BE49-F238E27FC236}">
                <a16:creationId xmlns:a16="http://schemas.microsoft.com/office/drawing/2014/main" id="{57D32D70-BCA3-E474-B111-462C5D259C31}"/>
              </a:ext>
            </a:extLst>
          </p:cNvPr>
          <p:cNvSpPr txBox="1"/>
          <p:nvPr/>
        </p:nvSpPr>
        <p:spPr>
          <a:xfrm>
            <a:off x="434676" y="2861995"/>
            <a:ext cx="10091892" cy="677108"/>
          </a:xfrm>
          <a:prstGeom prst="rect">
            <a:avLst/>
          </a:prstGeom>
          <a:noFill/>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p>
            <a:r>
              <a:rPr lang="en-US" sz="3200">
                <a:latin typeface="Community"/>
              </a:rPr>
              <a:t>Offer Uptake</a:t>
            </a:r>
          </a:p>
        </p:txBody>
      </p:sp>
      <p:sp>
        <p:nvSpPr>
          <p:cNvPr id="26" name="TextBox 25">
            <a:extLst>
              <a:ext uri="{FF2B5EF4-FFF2-40B4-BE49-F238E27FC236}">
                <a16:creationId xmlns:a16="http://schemas.microsoft.com/office/drawing/2014/main" id="{FF24C7B7-A4C0-ED18-7355-CE5CBD4D890D}"/>
              </a:ext>
            </a:extLst>
          </p:cNvPr>
          <p:cNvSpPr txBox="1"/>
          <p:nvPr/>
        </p:nvSpPr>
        <p:spPr>
          <a:xfrm>
            <a:off x="11821133" y="2924778"/>
            <a:ext cx="10091892" cy="677108"/>
          </a:xfrm>
          <a:prstGeom prst="rect">
            <a:avLst/>
          </a:prstGeom>
          <a:noFill/>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p>
            <a:r>
              <a:rPr lang="en-US" sz="3200">
                <a:latin typeface="Community"/>
              </a:rPr>
              <a:t>MYD Discounting Changes</a:t>
            </a:r>
          </a:p>
        </p:txBody>
      </p:sp>
      <p:sp>
        <p:nvSpPr>
          <p:cNvPr id="4" name="Rectangle 3">
            <a:extLst>
              <a:ext uri="{FF2B5EF4-FFF2-40B4-BE49-F238E27FC236}">
                <a16:creationId xmlns:a16="http://schemas.microsoft.com/office/drawing/2014/main" id="{6D7C34F3-6439-7029-214E-3A9463CDAEB4}"/>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265541914"/>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FC918-77E9-68AE-F987-F4C148FDAD19}"/>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A5923BFC-8AC3-9DD7-7B6E-1E065AA3465C}"/>
              </a:ext>
            </a:extLst>
          </p:cNvPr>
          <p:cNvSpPr/>
          <p:nvPr/>
        </p:nvSpPr>
        <p:spPr>
          <a:xfrm>
            <a:off x="0" y="0"/>
            <a:ext cx="3429000" cy="4572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latin typeface="Community Light" panose="02000303040000020003" pitchFamily="2" charset="0"/>
              </a:rPr>
              <a:t>Price / Offer Performance</a:t>
            </a:r>
          </a:p>
        </p:txBody>
      </p:sp>
      <p:sp>
        <p:nvSpPr>
          <p:cNvPr id="9" name="Text Placeholder 8">
            <a:extLst>
              <a:ext uri="{FF2B5EF4-FFF2-40B4-BE49-F238E27FC236}">
                <a16:creationId xmlns:a16="http://schemas.microsoft.com/office/drawing/2014/main" id="{845E9F7B-CC54-E0F8-D99E-3C429F1D99A2}"/>
              </a:ext>
            </a:extLst>
          </p:cNvPr>
          <p:cNvSpPr>
            <a:spLocks noGrp="1"/>
          </p:cNvSpPr>
          <p:nvPr>
            <p:ph type="body" sz="quarter" idx="12"/>
          </p:nvPr>
        </p:nvSpPr>
        <p:spPr/>
        <p:txBody>
          <a:bodyPr vert="horz" lIns="91440" tIns="45720" rIns="91440" bIns="45720" rtlCol="0" anchor="t">
            <a:noAutofit/>
          </a:bodyPr>
          <a:lstStyle/>
          <a:p>
            <a:r>
              <a:rPr lang="en-US">
                <a:latin typeface="Community Pro"/>
              </a:rPr>
              <a:t>Hiring drove $10.4M (115% attainment) in price change impact for H1FY26 in GSA, led by new business and HEP conversion strength</a:t>
            </a:r>
          </a:p>
        </p:txBody>
      </p:sp>
      <p:graphicFrame>
        <p:nvGraphicFramePr>
          <p:cNvPr id="21" name="Table 20">
            <a:extLst>
              <a:ext uri="{FF2B5EF4-FFF2-40B4-BE49-F238E27FC236}">
                <a16:creationId xmlns:a16="http://schemas.microsoft.com/office/drawing/2014/main" id="{58C04FF9-4AD6-0D32-3C6D-81AE680F9E8B}"/>
              </a:ext>
            </a:extLst>
          </p:cNvPr>
          <p:cNvGraphicFramePr>
            <a:graphicFrameLocks noGrp="1"/>
          </p:cNvGraphicFramePr>
          <p:nvPr>
            <p:extLst>
              <p:ext uri="{D42A27DB-BD31-4B8C-83A1-F6EECF244321}">
                <p14:modId xmlns:p14="http://schemas.microsoft.com/office/powerpoint/2010/main" val="1330561178"/>
              </p:ext>
            </p:extLst>
          </p:nvPr>
        </p:nvGraphicFramePr>
        <p:xfrm>
          <a:off x="386031" y="2083780"/>
          <a:ext cx="23608017" cy="6727777"/>
        </p:xfrm>
        <a:graphic>
          <a:graphicData uri="http://schemas.openxmlformats.org/drawingml/2006/table">
            <a:tbl>
              <a:tblPr firstRow="1" bandRow="1">
                <a:tableStyleId>{2D5ABB26-0587-4C30-8999-92F81FD0307C}</a:tableStyleId>
              </a:tblPr>
              <a:tblGrid>
                <a:gridCol w="1990240">
                  <a:extLst>
                    <a:ext uri="{9D8B030D-6E8A-4147-A177-3AD203B41FA5}">
                      <a16:colId xmlns:a16="http://schemas.microsoft.com/office/drawing/2014/main" val="729865594"/>
                    </a:ext>
                  </a:extLst>
                </a:gridCol>
                <a:gridCol w="2038306">
                  <a:extLst>
                    <a:ext uri="{9D8B030D-6E8A-4147-A177-3AD203B41FA5}">
                      <a16:colId xmlns:a16="http://schemas.microsoft.com/office/drawing/2014/main" val="3384139923"/>
                    </a:ext>
                  </a:extLst>
                </a:gridCol>
                <a:gridCol w="2038306">
                  <a:extLst>
                    <a:ext uri="{9D8B030D-6E8A-4147-A177-3AD203B41FA5}">
                      <a16:colId xmlns:a16="http://schemas.microsoft.com/office/drawing/2014/main" val="3090007063"/>
                    </a:ext>
                  </a:extLst>
                </a:gridCol>
                <a:gridCol w="1986485">
                  <a:extLst>
                    <a:ext uri="{9D8B030D-6E8A-4147-A177-3AD203B41FA5}">
                      <a16:colId xmlns:a16="http://schemas.microsoft.com/office/drawing/2014/main" val="2280956897"/>
                    </a:ext>
                  </a:extLst>
                </a:gridCol>
                <a:gridCol w="1900114">
                  <a:extLst>
                    <a:ext uri="{9D8B030D-6E8A-4147-A177-3AD203B41FA5}">
                      <a16:colId xmlns:a16="http://schemas.microsoft.com/office/drawing/2014/main" val="1159018039"/>
                    </a:ext>
                  </a:extLst>
                </a:gridCol>
                <a:gridCol w="1882843">
                  <a:extLst>
                    <a:ext uri="{9D8B030D-6E8A-4147-A177-3AD203B41FA5}">
                      <a16:colId xmlns:a16="http://schemas.microsoft.com/office/drawing/2014/main" val="1340465463"/>
                    </a:ext>
                  </a:extLst>
                </a:gridCol>
                <a:gridCol w="1934662">
                  <a:extLst>
                    <a:ext uri="{9D8B030D-6E8A-4147-A177-3AD203B41FA5}">
                      <a16:colId xmlns:a16="http://schemas.microsoft.com/office/drawing/2014/main" val="1894434335"/>
                    </a:ext>
                  </a:extLst>
                </a:gridCol>
                <a:gridCol w="1917389">
                  <a:extLst>
                    <a:ext uri="{9D8B030D-6E8A-4147-A177-3AD203B41FA5}">
                      <a16:colId xmlns:a16="http://schemas.microsoft.com/office/drawing/2014/main" val="1957420469"/>
                    </a:ext>
                  </a:extLst>
                </a:gridCol>
                <a:gridCol w="1934664">
                  <a:extLst>
                    <a:ext uri="{9D8B030D-6E8A-4147-A177-3AD203B41FA5}">
                      <a16:colId xmlns:a16="http://schemas.microsoft.com/office/drawing/2014/main" val="1141365791"/>
                    </a:ext>
                  </a:extLst>
                </a:gridCol>
                <a:gridCol w="2021031">
                  <a:extLst>
                    <a:ext uri="{9D8B030D-6E8A-4147-A177-3AD203B41FA5}">
                      <a16:colId xmlns:a16="http://schemas.microsoft.com/office/drawing/2014/main" val="3095804552"/>
                    </a:ext>
                  </a:extLst>
                </a:gridCol>
                <a:gridCol w="2021033">
                  <a:extLst>
                    <a:ext uri="{9D8B030D-6E8A-4147-A177-3AD203B41FA5}">
                      <a16:colId xmlns:a16="http://schemas.microsoft.com/office/drawing/2014/main" val="3763005735"/>
                    </a:ext>
                  </a:extLst>
                </a:gridCol>
                <a:gridCol w="1942944">
                  <a:extLst>
                    <a:ext uri="{9D8B030D-6E8A-4147-A177-3AD203B41FA5}">
                      <a16:colId xmlns:a16="http://schemas.microsoft.com/office/drawing/2014/main" val="4067572752"/>
                    </a:ext>
                  </a:extLst>
                </a:gridCol>
              </a:tblGrid>
              <a:tr h="816476">
                <a:tc>
                  <a:txBody>
                    <a:bodyPr/>
                    <a:lstStyle/>
                    <a:p>
                      <a:pPr algn="ctr"/>
                      <a:endParaRPr lang="en-US" sz="3000">
                        <a:solidFill>
                          <a:schemeClr val="tx2">
                            <a:lumMod val="10000"/>
                            <a:lumOff val="90000"/>
                          </a:schemeClr>
                        </a:solidFill>
                        <a:highlight>
                          <a:srgbClr val="DCEBFA"/>
                        </a:highlight>
                        <a:latin typeface="Community"/>
                      </a:endParaRPr>
                    </a:p>
                  </a:txBody>
                  <a:tcPr marL="182880" marR="182880" marT="91440" marB="91440" anchor="ctr">
                    <a:lnR w="0">
                      <a:noFill/>
                    </a:lnR>
                    <a:solidFill>
                      <a:srgbClr val="DCEBFA"/>
                    </a:solidFill>
                  </a:tcPr>
                </a:tc>
                <a:tc>
                  <a:txBody>
                    <a:bodyPr/>
                    <a:lstStyle/>
                    <a:p>
                      <a:pPr lvl="0" algn="ctr">
                        <a:buNone/>
                      </a:pPr>
                      <a:endParaRPr lang="en-US" sz="3000" b="1">
                        <a:solidFill>
                          <a:schemeClr val="tx2">
                            <a:lumMod val="10000"/>
                            <a:lumOff val="90000"/>
                          </a:schemeClr>
                        </a:solidFill>
                        <a:highlight>
                          <a:srgbClr val="DCEBFA"/>
                        </a:highlight>
                        <a:latin typeface="Community"/>
                      </a:endParaRPr>
                    </a:p>
                  </a:txBody>
                  <a:tcPr marL="182880" marR="182880" marT="91440" marB="91440" anchor="ctr">
                    <a:lnL w="0">
                      <a:noFill/>
                    </a:lnL>
                    <a:lnR w="0">
                      <a:noFill/>
                    </a:lnR>
                    <a:lnT w="0">
                      <a:noFill/>
                    </a:lnT>
                    <a:lnB w="0">
                      <a:noFill/>
                    </a:lnB>
                    <a:solidFill>
                      <a:srgbClr val="DCEBFA"/>
                    </a:solidFill>
                  </a:tcPr>
                </a:tc>
                <a:tc>
                  <a:txBody>
                    <a:bodyPr/>
                    <a:lstStyle/>
                    <a:p>
                      <a:pPr algn="ctr"/>
                      <a:endParaRPr lang="en-US" sz="3000" b="1">
                        <a:solidFill>
                          <a:schemeClr val="tx2">
                            <a:lumMod val="10000"/>
                            <a:lumOff val="90000"/>
                          </a:schemeClr>
                        </a:solidFill>
                        <a:highlight>
                          <a:srgbClr val="DCEBFA"/>
                        </a:highlight>
                        <a:latin typeface="Community"/>
                      </a:endParaRPr>
                    </a:p>
                  </a:txBody>
                  <a:tcPr marL="182880" marR="182880" marT="91440" marB="91440" anchor="ctr">
                    <a:lnL w="0">
                      <a:noFill/>
                    </a:lnL>
                    <a:lnR w="28575" cap="flat" cmpd="sng" algn="ctr">
                      <a:solidFill>
                        <a:schemeClr val="bg1"/>
                      </a:solidFill>
                      <a:prstDash val="solid"/>
                      <a:round/>
                      <a:headEnd type="none" w="med" len="med"/>
                      <a:tailEnd type="none" w="med" len="med"/>
                    </a:lnR>
                    <a:solidFill>
                      <a:srgbClr val="DCEBFA"/>
                    </a:solidFill>
                  </a:tcPr>
                </a:tc>
                <a:tc gridSpan="4">
                  <a:txBody>
                    <a:bodyPr/>
                    <a:lstStyle/>
                    <a:p>
                      <a:pPr algn="ctr"/>
                      <a:r>
                        <a:rPr lang="en-US" sz="3000">
                          <a:solidFill>
                            <a:schemeClr val="tx1"/>
                          </a:solidFill>
                          <a:highlight>
                            <a:srgbClr val="DCEBFA"/>
                          </a:highlight>
                          <a:latin typeface="Community"/>
                        </a:rPr>
                        <a:t>A La Carte</a:t>
                      </a:r>
                    </a:p>
                  </a:txBody>
                  <a:tcPr marL="182880" marR="182880"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solidFill>
                      <a:srgbClr val="DCEBFA"/>
                    </a:solidFill>
                  </a:tcPr>
                </a:tc>
                <a:tc hMerge="1">
                  <a:txBody>
                    <a:bodyPr/>
                    <a:lstStyle/>
                    <a:p>
                      <a:endParaRPr/>
                    </a:p>
                  </a:txBody>
                  <a:tcPr anchor="ctr">
                    <a:solidFill>
                      <a:srgbClr val="DCEBFA"/>
                    </a:solidFill>
                  </a:tcPr>
                </a:tc>
                <a:tc hMerge="1">
                  <a:txBody>
                    <a:bodyPr/>
                    <a:lstStyle/>
                    <a:p>
                      <a:pPr algn="ctr"/>
                      <a:endParaRPr lang="en-US" sz="1500">
                        <a:solidFill>
                          <a:schemeClr val="tx2">
                            <a:lumMod val="10000"/>
                            <a:lumOff val="90000"/>
                          </a:schemeClr>
                        </a:solidFill>
                        <a:highlight>
                          <a:srgbClr val="DCEBFA"/>
                        </a:highlight>
                        <a:latin typeface="Community" panose="02000303040000020003" pitchFamily="50" charset="0"/>
                      </a:endParaRPr>
                    </a:p>
                  </a:txBody>
                  <a:tcPr anchor="ctr">
                    <a:solidFill>
                      <a:srgbClr val="DCEBFA"/>
                    </a:solidFill>
                  </a:tcPr>
                </a:tc>
                <a:tc hMerge="1">
                  <a:txBody>
                    <a:bodyPr/>
                    <a:lstStyle/>
                    <a:p>
                      <a:pPr algn="ctr"/>
                      <a:endParaRPr lang="en-US" sz="1500">
                        <a:solidFill>
                          <a:schemeClr val="tx2">
                            <a:lumMod val="10000"/>
                            <a:lumOff val="90000"/>
                          </a:schemeClr>
                        </a:solidFill>
                        <a:highlight>
                          <a:srgbClr val="DCEBFA"/>
                        </a:highlight>
                        <a:latin typeface="Community" panose="02000303040000020003" pitchFamily="50" charset="0"/>
                      </a:endParaRPr>
                    </a:p>
                  </a:txBody>
                  <a:tcPr anchor="ctr">
                    <a:lnR w="28575" cap="flat" cmpd="sng" algn="ctr">
                      <a:solidFill>
                        <a:schemeClr val="bg1"/>
                      </a:solidFill>
                      <a:prstDash val="solid"/>
                      <a:round/>
                      <a:headEnd type="none" w="med" len="med"/>
                      <a:tailEnd type="none" w="med" len="med"/>
                    </a:lnR>
                    <a:solidFill>
                      <a:srgbClr val="DCEBFA"/>
                    </a:solidFill>
                  </a:tcPr>
                </a:tc>
                <a:tc gridSpan="3">
                  <a:txBody>
                    <a:bodyPr/>
                    <a:lstStyle/>
                    <a:p>
                      <a:pPr algn="ctr"/>
                      <a:r>
                        <a:rPr lang="en-US" sz="3000" b="0">
                          <a:solidFill>
                            <a:schemeClr val="tx1"/>
                          </a:solidFill>
                          <a:highlight>
                            <a:srgbClr val="DCEBFA"/>
                          </a:highlight>
                          <a:latin typeface="Community"/>
                        </a:rPr>
                        <a:t>EP</a:t>
                      </a:r>
                    </a:p>
                  </a:txBody>
                  <a:tcPr marL="182880" marR="182880"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solidFill>
                      <a:srgbClr val="DCEBFA"/>
                    </a:solidFill>
                  </a:tcPr>
                </a:tc>
                <a:tc hMerge="1">
                  <a:txBody>
                    <a:bodyPr/>
                    <a:lstStyle/>
                    <a:p>
                      <a:pPr algn="ctr"/>
                      <a:endParaRPr lang="en-US" sz="1500">
                        <a:solidFill>
                          <a:schemeClr val="tx2">
                            <a:lumMod val="10000"/>
                            <a:lumOff val="90000"/>
                          </a:schemeClr>
                        </a:solidFill>
                        <a:highlight>
                          <a:srgbClr val="DCEBFA"/>
                        </a:highlight>
                        <a:latin typeface="Community" panose="02000303040000020003" pitchFamily="50" charset="0"/>
                      </a:endParaRPr>
                    </a:p>
                  </a:txBody>
                  <a:tcPr anchor="ctr">
                    <a:solidFill>
                      <a:srgbClr val="DCEBFA"/>
                    </a:solidFill>
                  </a:tcPr>
                </a:tc>
                <a:tc hMerge="1">
                  <a:txBody>
                    <a:bodyPr/>
                    <a:lstStyle/>
                    <a:p>
                      <a:pPr algn="ctr"/>
                      <a:endParaRPr lang="en-US" sz="1500">
                        <a:solidFill>
                          <a:schemeClr val="tx2">
                            <a:lumMod val="10000"/>
                            <a:lumOff val="90000"/>
                          </a:schemeClr>
                        </a:solidFill>
                        <a:highlight>
                          <a:srgbClr val="DCEBFA"/>
                        </a:highlight>
                        <a:latin typeface="Community" panose="02000303040000020003" pitchFamily="50" charset="0"/>
                      </a:endParaRPr>
                    </a:p>
                  </a:txBody>
                  <a:tcPr anchor="ctr">
                    <a:lnR w="28575" cap="flat" cmpd="sng" algn="ctr">
                      <a:solidFill>
                        <a:schemeClr val="bg1"/>
                      </a:solidFill>
                      <a:prstDash val="solid"/>
                      <a:round/>
                      <a:headEnd type="none" w="med" len="med"/>
                      <a:tailEnd type="none" w="med" len="med"/>
                    </a:lnR>
                    <a:solidFill>
                      <a:srgbClr val="DCEBFA"/>
                    </a:solidFill>
                  </a:tcPr>
                </a:tc>
                <a:tc>
                  <a:txBody>
                    <a:bodyPr/>
                    <a:lstStyle/>
                    <a:p>
                      <a:pPr algn="ctr"/>
                      <a:endParaRPr lang="en-US" sz="3000">
                        <a:solidFill>
                          <a:schemeClr val="tx2">
                            <a:lumMod val="10000"/>
                            <a:lumOff val="90000"/>
                          </a:schemeClr>
                        </a:solidFill>
                        <a:highlight>
                          <a:srgbClr val="DCEBFA"/>
                        </a:highlight>
                        <a:latin typeface="Community"/>
                      </a:endParaRPr>
                    </a:p>
                  </a:txBody>
                  <a:tcPr marL="182880" marR="182880" marT="91440" marB="91440" anchor="ctr">
                    <a:lnL w="28575" cap="flat" cmpd="sng" algn="ctr">
                      <a:solidFill>
                        <a:schemeClr val="bg1"/>
                      </a:solidFill>
                      <a:prstDash val="solid"/>
                      <a:round/>
                      <a:headEnd type="none" w="med" len="med"/>
                      <a:tailEnd type="none" w="med" len="med"/>
                    </a:lnL>
                    <a:solidFill>
                      <a:srgbClr val="DCEBFA"/>
                    </a:solidFill>
                  </a:tcPr>
                </a:tc>
                <a:tc>
                  <a:txBody>
                    <a:bodyPr/>
                    <a:lstStyle/>
                    <a:p>
                      <a:pPr algn="ctr"/>
                      <a:endParaRPr lang="en-US" sz="3000">
                        <a:solidFill>
                          <a:schemeClr val="tx2">
                            <a:lumMod val="10000"/>
                            <a:lumOff val="90000"/>
                          </a:schemeClr>
                        </a:solidFill>
                        <a:highlight>
                          <a:srgbClr val="DCEBFA"/>
                        </a:highlight>
                        <a:latin typeface="Community"/>
                      </a:endParaRPr>
                    </a:p>
                  </a:txBody>
                  <a:tcPr marL="182880" marR="182880" marT="91440" marB="91440" anchor="ctr">
                    <a:solidFill>
                      <a:srgbClr val="DCEBFA"/>
                    </a:solidFill>
                  </a:tcPr>
                </a:tc>
                <a:extLst>
                  <a:ext uri="{0D108BD9-81ED-4DB2-BD59-A6C34878D82A}">
                    <a16:rowId xmlns:a16="http://schemas.microsoft.com/office/drawing/2014/main" val="2097364019"/>
                  </a:ext>
                </a:extLst>
              </a:tr>
              <a:tr h="1992206">
                <a:tc>
                  <a:txBody>
                    <a:bodyPr/>
                    <a:lstStyle/>
                    <a:p>
                      <a:pPr algn="ctr"/>
                      <a:r>
                        <a:rPr lang="en-US" sz="3000" b="0">
                          <a:latin typeface="Community"/>
                        </a:rPr>
                        <a:t>Segment</a:t>
                      </a:r>
                    </a:p>
                  </a:txBody>
                  <a:tcPr marL="182880" marR="182880" marT="91440" marB="91440" anchor="ctr">
                    <a:lnR w="0">
                      <a:noFill/>
                    </a:lnR>
                  </a:tcPr>
                </a:tc>
                <a:tc>
                  <a:txBody>
                    <a:bodyPr/>
                    <a:lstStyle/>
                    <a:p>
                      <a:pPr lvl="0" algn="ctr">
                        <a:buNone/>
                      </a:pPr>
                      <a:r>
                        <a:rPr lang="en-US" sz="3000" b="0">
                          <a:latin typeface="Community"/>
                        </a:rPr>
                        <a:t>HTD Attmt.</a:t>
                      </a:r>
                    </a:p>
                  </a:txBody>
                  <a:tcPr marL="182880" marR="182880" marT="91440" marB="91440" anchor="ctr">
                    <a:lnL w="0">
                      <a:noFill/>
                    </a:lnL>
                    <a:lnR w="0">
                      <a:noFill/>
                    </a:lnR>
                    <a:lnT w="0">
                      <a:noFill/>
                    </a:lnT>
                    <a:lnB w="0">
                      <a:noFill/>
                    </a:lnB>
                  </a:tcPr>
                </a:tc>
                <a:tc>
                  <a:txBody>
                    <a:bodyPr/>
                    <a:lstStyle/>
                    <a:p>
                      <a:pPr algn="ctr"/>
                      <a:r>
                        <a:rPr lang="en-US" sz="3000" b="1">
                          <a:latin typeface="Community"/>
                        </a:rPr>
                        <a:t>Total Price Impact</a:t>
                      </a:r>
                    </a:p>
                  </a:txBody>
                  <a:tcPr marL="182880" marR="182880" marT="91440" marB="91440" anchor="ctr">
                    <a:lnL w="0">
                      <a:noFill/>
                    </a:lnL>
                    <a:lnR w="19050" cap="flat" cmpd="sng" algn="ctr">
                      <a:solidFill>
                        <a:schemeClr val="bg2">
                          <a:lumMod val="75000"/>
                        </a:schemeClr>
                      </a:solidFill>
                      <a:prstDash val="solid"/>
                      <a:round/>
                      <a:headEnd type="none" w="med" len="med"/>
                      <a:tailEnd type="none" w="med" len="med"/>
                    </a:lnR>
                  </a:tcPr>
                </a:tc>
                <a:tc>
                  <a:txBody>
                    <a:bodyPr/>
                    <a:lstStyle/>
                    <a:p>
                      <a:pPr algn="ctr"/>
                      <a:r>
                        <a:rPr lang="en-US" sz="3000" b="1">
                          <a:latin typeface="Community"/>
                        </a:rPr>
                        <a:t>ALC Total</a:t>
                      </a:r>
                    </a:p>
                  </a:txBody>
                  <a:tcPr marL="182880" marR="182880" marT="91440" marB="91440" anchor="ctr">
                    <a:lnL w="19050" cap="flat" cmpd="sng" algn="ctr">
                      <a:solidFill>
                        <a:schemeClr val="bg2">
                          <a:lumMod val="75000"/>
                        </a:schemeClr>
                      </a:solidFill>
                      <a:prstDash val="solid"/>
                      <a:round/>
                      <a:headEnd type="none" w="med" len="med"/>
                      <a:tailEnd type="none" w="med" len="med"/>
                    </a:lnL>
                  </a:tcPr>
                </a:tc>
                <a:tc>
                  <a:txBody>
                    <a:bodyPr/>
                    <a:lstStyle/>
                    <a:p>
                      <a:pPr algn="ctr"/>
                      <a:r>
                        <a:rPr lang="en-US" sz="3000">
                          <a:latin typeface="Community"/>
                        </a:rPr>
                        <a:t>Renewal</a:t>
                      </a:r>
                    </a:p>
                  </a:txBody>
                  <a:tcPr marL="182880" marR="182880" marT="91440" marB="91440" anchor="ctr"/>
                </a:tc>
                <a:tc>
                  <a:txBody>
                    <a:bodyPr/>
                    <a:lstStyle/>
                    <a:p>
                      <a:pPr algn="ctr"/>
                      <a:r>
                        <a:rPr lang="en-US" sz="3000">
                          <a:latin typeface="Community"/>
                        </a:rPr>
                        <a:t>Add Ons</a:t>
                      </a:r>
                    </a:p>
                  </a:txBody>
                  <a:tcPr marL="182880" marR="182880" marT="91440" marB="91440" anchor="ctr"/>
                </a:tc>
                <a:tc>
                  <a:txBody>
                    <a:bodyPr/>
                    <a:lstStyle/>
                    <a:p>
                      <a:pPr algn="ctr"/>
                      <a:r>
                        <a:rPr lang="en-US" sz="3000">
                          <a:latin typeface="Community"/>
                        </a:rPr>
                        <a:t>New Business</a:t>
                      </a:r>
                    </a:p>
                  </a:txBody>
                  <a:tcPr marL="182880" marR="182880" marT="91440" marB="91440" anchor="ctr">
                    <a:lnR w="19050" cap="flat" cmpd="sng" algn="ctr">
                      <a:solidFill>
                        <a:schemeClr val="bg2">
                          <a:lumMod val="75000"/>
                        </a:schemeClr>
                      </a:solidFill>
                      <a:prstDash val="solid"/>
                      <a:round/>
                      <a:headEnd type="none" w="med" len="med"/>
                      <a:tailEnd type="none" w="med" len="med"/>
                    </a:lnR>
                  </a:tcPr>
                </a:tc>
                <a:tc>
                  <a:txBody>
                    <a:bodyPr/>
                    <a:lstStyle/>
                    <a:p>
                      <a:pPr algn="ctr"/>
                      <a:r>
                        <a:rPr lang="en-US" sz="3000" b="1">
                          <a:latin typeface="Community"/>
                        </a:rPr>
                        <a:t>EP Total</a:t>
                      </a:r>
                    </a:p>
                  </a:txBody>
                  <a:tcPr marL="182880" marR="182880" marT="91440" marB="91440" anchor="ctr">
                    <a:lnL w="19050" cap="flat" cmpd="sng" algn="ctr">
                      <a:solidFill>
                        <a:schemeClr val="bg2">
                          <a:lumMod val="75000"/>
                        </a:schemeClr>
                      </a:solidFill>
                      <a:prstDash val="solid"/>
                      <a:round/>
                      <a:headEnd type="none" w="med" len="med"/>
                      <a:tailEnd type="none" w="med" len="med"/>
                    </a:lnL>
                  </a:tcPr>
                </a:tc>
                <a:tc>
                  <a:txBody>
                    <a:bodyPr/>
                    <a:lstStyle/>
                    <a:p>
                      <a:pPr algn="ctr"/>
                      <a:r>
                        <a:rPr lang="en-US" sz="3000">
                          <a:latin typeface="Community"/>
                        </a:rPr>
                        <a:t>EP Ren</a:t>
                      </a:r>
                    </a:p>
                  </a:txBody>
                  <a:tcPr marL="182880" marR="182880" marT="91440" marB="91440" anchor="ctr"/>
                </a:tc>
                <a:tc>
                  <a:txBody>
                    <a:bodyPr/>
                    <a:lstStyle/>
                    <a:p>
                      <a:pPr algn="ctr"/>
                      <a:r>
                        <a:rPr lang="en-US" sz="3000">
                          <a:latin typeface="Community"/>
                        </a:rPr>
                        <a:t>EP Conv</a:t>
                      </a:r>
                    </a:p>
                  </a:txBody>
                  <a:tcPr marL="182880" marR="182880" marT="91440" marB="91440" anchor="ctr">
                    <a:lnR w="19050" cap="flat" cmpd="sng" algn="ctr">
                      <a:solidFill>
                        <a:schemeClr val="bg2">
                          <a:lumMod val="75000"/>
                        </a:schemeClr>
                      </a:solidFill>
                      <a:prstDash val="solid"/>
                      <a:round/>
                      <a:headEnd type="none" w="med" len="med"/>
                      <a:tailEnd type="none" w="med" len="med"/>
                    </a:lnR>
                  </a:tcPr>
                </a:tc>
                <a:tc>
                  <a:txBody>
                    <a:bodyPr/>
                    <a:lstStyle/>
                    <a:p>
                      <a:pPr algn="ctr"/>
                      <a:r>
                        <a:rPr lang="en-US" sz="3000">
                          <a:latin typeface="Community"/>
                        </a:rPr>
                        <a:t>Capture Rate</a:t>
                      </a:r>
                    </a:p>
                  </a:txBody>
                  <a:tcPr marL="182880" marR="182880" marT="91440" marB="91440" anchor="ctr">
                    <a:lnL w="19050" cap="flat" cmpd="sng" algn="ctr">
                      <a:solidFill>
                        <a:schemeClr val="bg2">
                          <a:lumMod val="75000"/>
                        </a:schemeClr>
                      </a:solidFill>
                      <a:prstDash val="solid"/>
                      <a:round/>
                      <a:headEnd type="none" w="med" len="med"/>
                      <a:tailEnd type="none" w="med" len="med"/>
                    </a:lnL>
                  </a:tcPr>
                </a:tc>
                <a:tc>
                  <a:txBody>
                    <a:bodyPr/>
                    <a:lstStyle/>
                    <a:p>
                      <a:pPr algn="ctr"/>
                      <a:r>
                        <a:rPr lang="en-US" sz="3000">
                          <a:latin typeface="Community"/>
                        </a:rPr>
                        <a:t>RIG %</a:t>
                      </a:r>
                    </a:p>
                  </a:txBody>
                  <a:tcPr marL="182880" marR="182880" marT="91440" marB="91440" anchor="ctr"/>
                </a:tc>
                <a:extLst>
                  <a:ext uri="{0D108BD9-81ED-4DB2-BD59-A6C34878D82A}">
                    <a16:rowId xmlns:a16="http://schemas.microsoft.com/office/drawing/2014/main" val="2038795061"/>
                  </a:ext>
                </a:extLst>
              </a:tr>
              <a:tr h="1306365">
                <a:tc>
                  <a:txBody>
                    <a:bodyPr/>
                    <a:lstStyle/>
                    <a:p>
                      <a:pPr algn="l"/>
                      <a:r>
                        <a:rPr lang="en-US" sz="3000" b="1">
                          <a:latin typeface="Community"/>
                        </a:rPr>
                        <a:t>NAMER</a:t>
                      </a:r>
                    </a:p>
                  </a:txBody>
                  <a:tcPr marL="182880" marR="182880" marT="91440" marB="91440" anchor="ctr">
                    <a:lnR w="0">
                      <a:noFill/>
                    </a:lnR>
                  </a:tcPr>
                </a:tc>
                <a:tc>
                  <a:txBody>
                    <a:bodyPr/>
                    <a:lstStyle/>
                    <a:p>
                      <a:pPr lvl="0" algn="ctr">
                        <a:buNone/>
                      </a:pPr>
                      <a:endParaRPr lang="en-US" sz="3000" b="1">
                        <a:latin typeface="Community"/>
                      </a:endParaRPr>
                    </a:p>
                  </a:txBody>
                  <a:tcPr marL="182880" marR="182880" marT="91440" marB="91440" anchor="ctr">
                    <a:lnL w="0">
                      <a:noFill/>
                    </a:lnL>
                    <a:lnR w="0">
                      <a:noFill/>
                    </a:lnR>
                    <a:lnT w="0">
                      <a:noFill/>
                    </a:lnT>
                    <a:lnB w="0">
                      <a:noFill/>
                    </a:lnB>
                    <a:noFill/>
                  </a:tcPr>
                </a:tc>
                <a:tc>
                  <a:txBody>
                    <a:bodyPr/>
                    <a:lstStyle/>
                    <a:p>
                      <a:pPr algn="ctr"/>
                      <a:r>
                        <a:rPr lang="en-US" sz="3000" b="1">
                          <a:latin typeface="Community"/>
                        </a:rPr>
                        <a:t>$6.92M</a:t>
                      </a:r>
                    </a:p>
                  </a:txBody>
                  <a:tcPr marL="182880" marR="182880" marT="91440" marB="91440" anchor="ctr">
                    <a:lnL w="0">
                      <a:noFill/>
                    </a:lnL>
                    <a:lnR w="19050" cap="flat" cmpd="sng" algn="ctr">
                      <a:solidFill>
                        <a:schemeClr val="bg2">
                          <a:lumMod val="75000"/>
                        </a:schemeClr>
                      </a:solidFill>
                      <a:prstDash val="solid"/>
                      <a:round/>
                      <a:headEnd type="none" w="med" len="med"/>
                      <a:tailEnd type="none" w="med" len="med"/>
                    </a:lnR>
                  </a:tcPr>
                </a:tc>
                <a:tc>
                  <a:txBody>
                    <a:bodyPr/>
                    <a:lstStyle/>
                    <a:p>
                      <a:pPr algn="ctr"/>
                      <a:r>
                        <a:rPr lang="en-US" sz="3000" b="1">
                          <a:latin typeface="Community"/>
                        </a:rPr>
                        <a:t>$6.47M</a:t>
                      </a:r>
                    </a:p>
                  </a:txBody>
                  <a:tcPr marL="182880" marR="182880" marT="91440" marB="91440" anchor="ctr">
                    <a:lnL w="19050" cap="flat" cmpd="sng" algn="ctr">
                      <a:solidFill>
                        <a:schemeClr val="bg2">
                          <a:lumMod val="75000"/>
                        </a:schemeClr>
                      </a:solidFill>
                      <a:prstDash val="solid"/>
                      <a:round/>
                      <a:headEnd type="none" w="med" len="med"/>
                      <a:tailEnd type="none" w="med" len="med"/>
                    </a:lnL>
                  </a:tcPr>
                </a:tc>
                <a:tc>
                  <a:txBody>
                    <a:bodyPr/>
                    <a:lstStyle/>
                    <a:p>
                      <a:pPr algn="ctr"/>
                      <a:r>
                        <a:rPr lang="en-US" sz="3000">
                          <a:latin typeface="Community"/>
                        </a:rPr>
                        <a:t>$2.59M / </a:t>
                      </a:r>
                      <a:r>
                        <a:rPr lang="en-US" sz="3000">
                          <a:solidFill>
                            <a:srgbClr val="386E1D"/>
                          </a:solidFill>
                          <a:latin typeface="Community"/>
                        </a:rPr>
                        <a:t>87%</a:t>
                      </a:r>
                    </a:p>
                  </a:txBody>
                  <a:tcPr marL="182880" marR="182880" marT="91440" marB="91440" anchor="ctr"/>
                </a:tc>
                <a:tc>
                  <a:txBody>
                    <a:bodyPr/>
                    <a:lstStyle/>
                    <a:p>
                      <a:pPr algn="ctr"/>
                      <a:r>
                        <a:rPr lang="en-US" sz="3000">
                          <a:latin typeface="Community"/>
                        </a:rPr>
                        <a:t>$0.43M / </a:t>
                      </a:r>
                      <a:r>
                        <a:rPr lang="en-US" sz="3000">
                          <a:solidFill>
                            <a:srgbClr val="386E1D"/>
                          </a:solidFill>
                          <a:latin typeface="Community"/>
                        </a:rPr>
                        <a:t>75%</a:t>
                      </a:r>
                    </a:p>
                  </a:txBody>
                  <a:tcPr marL="182880" marR="182880" marT="91440" marB="91440" anchor="ctr"/>
                </a:tc>
                <a:tc>
                  <a:txBody>
                    <a:bodyPr/>
                    <a:lstStyle/>
                    <a:p>
                      <a:pPr algn="ctr"/>
                      <a:r>
                        <a:rPr lang="en-US" sz="3000">
                          <a:latin typeface="Community"/>
                        </a:rPr>
                        <a:t>$3.45M / </a:t>
                      </a:r>
                      <a:r>
                        <a:rPr lang="en-US" sz="3000">
                          <a:solidFill>
                            <a:srgbClr val="386E1D"/>
                          </a:solidFill>
                          <a:latin typeface="Community"/>
                        </a:rPr>
                        <a:t>53%</a:t>
                      </a:r>
                    </a:p>
                  </a:txBody>
                  <a:tcPr marL="182880" marR="182880" marT="91440" marB="91440" anchor="ctr">
                    <a:lnR w="19050" cap="flat" cmpd="sng" algn="ctr">
                      <a:solidFill>
                        <a:schemeClr val="bg2">
                          <a:lumMod val="75000"/>
                        </a:scheme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000" b="1">
                          <a:latin typeface="Community"/>
                        </a:rPr>
                        <a:t>$0.45M</a:t>
                      </a:r>
                    </a:p>
                  </a:txBody>
                  <a:tcPr marL="182880" marR="182880" marT="91440" marB="91440" anchor="ctr">
                    <a:lnL w="19050" cap="flat" cmpd="sng" algn="ctr">
                      <a:solidFill>
                        <a:schemeClr val="bg2">
                          <a:lumMod val="75000"/>
                        </a:schemeClr>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latin typeface="Community"/>
                        </a:rPr>
                        <a:t>$0M</a:t>
                      </a:r>
                    </a:p>
                  </a:txBody>
                  <a:tcPr marL="182880" marR="182880" marT="9144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latin typeface="Community"/>
                        </a:rPr>
                        <a:t>$0.45M</a:t>
                      </a:r>
                    </a:p>
                  </a:txBody>
                  <a:tcPr marL="182880" marR="182880" marT="91440" marB="91440" anchor="ctr">
                    <a:lnR w="19050" cap="flat" cmpd="sng" algn="ctr">
                      <a:solidFill>
                        <a:schemeClr val="bg2">
                          <a:lumMod val="75000"/>
                        </a:schemeClr>
                      </a:solidFill>
                      <a:prstDash val="solid"/>
                      <a:round/>
                      <a:headEnd type="none" w="med" len="med"/>
                      <a:tailEnd type="none" w="med" len="med"/>
                    </a:lnR>
                  </a:tcPr>
                </a:tc>
                <a:tc>
                  <a:txBody>
                    <a:bodyPr/>
                    <a:lstStyle/>
                    <a:p>
                      <a:pPr algn="ctr"/>
                      <a:r>
                        <a:rPr lang="en-US" sz="3000" b="1">
                          <a:latin typeface="Community"/>
                        </a:rPr>
                        <a:t>71%</a:t>
                      </a:r>
                    </a:p>
                  </a:txBody>
                  <a:tcPr marL="182880" marR="182880" marT="91440" marB="91440" anchor="ctr">
                    <a:lnL w="19050" cap="flat" cmpd="sng" algn="ctr">
                      <a:solidFill>
                        <a:schemeClr val="bg2">
                          <a:lumMod val="75000"/>
                        </a:schemeClr>
                      </a:solidFill>
                      <a:prstDash val="solid"/>
                      <a:round/>
                      <a:headEnd type="none" w="med" len="med"/>
                      <a:tailEnd type="none" w="med" len="med"/>
                    </a:lnL>
                    <a:solidFill>
                      <a:srgbClr val="D9F2D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000" b="1">
                          <a:latin typeface="Community"/>
                        </a:rPr>
                        <a:t>0.81</a:t>
                      </a:r>
                    </a:p>
                  </a:txBody>
                  <a:tcPr marL="182880" marR="182880" marT="91440" marB="91440" anchor="ctr">
                    <a:noFill/>
                  </a:tcPr>
                </a:tc>
                <a:extLst>
                  <a:ext uri="{0D108BD9-81ED-4DB2-BD59-A6C34878D82A}">
                    <a16:rowId xmlns:a16="http://schemas.microsoft.com/office/drawing/2014/main" val="3491580479"/>
                  </a:ext>
                </a:extLst>
              </a:tr>
              <a:tr h="1306365">
                <a:tc>
                  <a:txBody>
                    <a:bodyPr/>
                    <a:lstStyle/>
                    <a:p>
                      <a:pPr algn="l"/>
                      <a:r>
                        <a:rPr lang="en-US" sz="3000" b="1">
                          <a:latin typeface="Community"/>
                        </a:rPr>
                        <a:t>EMEAL</a:t>
                      </a:r>
                    </a:p>
                  </a:txBody>
                  <a:tcPr marL="182880" marR="182880" marT="91440" marB="91440" anchor="ctr">
                    <a:lnR w="0">
                      <a:noFill/>
                    </a:lnR>
                  </a:tcPr>
                </a:tc>
                <a:tc>
                  <a:txBody>
                    <a:bodyPr/>
                    <a:lstStyle/>
                    <a:p>
                      <a:pPr marL="0" lvl="0" indent="0" algn="ctr" defTabSz="914400">
                        <a:lnSpc>
                          <a:spcPct val="100000"/>
                        </a:lnSpc>
                        <a:spcBef>
                          <a:spcPts val="0"/>
                        </a:spcBef>
                        <a:spcAft>
                          <a:spcPts val="0"/>
                        </a:spcAft>
                        <a:buNone/>
                        <a:tabLst/>
                        <a:defRPr/>
                      </a:pPr>
                      <a:endParaRPr lang="en-US" sz="3000" b="1">
                        <a:latin typeface="Community"/>
                      </a:endParaRPr>
                    </a:p>
                  </a:txBody>
                  <a:tcPr marL="182880" marR="182880" marT="91440" marB="91440" anchor="ctr">
                    <a:lnL w="0">
                      <a:noFill/>
                    </a:lnL>
                    <a:lnR w="0">
                      <a:noFill/>
                    </a:lnR>
                    <a:lnT w="0">
                      <a:noFill/>
                    </a:lnT>
                    <a:lnB w="0">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000" b="1">
                          <a:latin typeface="Community"/>
                        </a:rPr>
                        <a:t>$3.50M</a:t>
                      </a:r>
                    </a:p>
                  </a:txBody>
                  <a:tcPr marL="182880" marR="182880" marT="91440" marB="91440" anchor="ctr">
                    <a:lnL w="0">
                      <a:noFill/>
                    </a:lnL>
                    <a:lnR w="19050" cap="flat" cmpd="sng" algn="ctr">
                      <a:solidFill>
                        <a:schemeClr val="bg2">
                          <a:lumMod val="75000"/>
                        </a:scheme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000" b="1">
                          <a:latin typeface="Community"/>
                        </a:rPr>
                        <a:t>$3.25M</a:t>
                      </a:r>
                    </a:p>
                  </a:txBody>
                  <a:tcPr marL="182880" marR="182880" marT="91440" marB="91440" anchor="ctr">
                    <a:lnL w="19050" cap="flat" cmpd="sng" algn="ctr">
                      <a:solidFill>
                        <a:schemeClr val="bg2">
                          <a:lumMod val="75000"/>
                        </a:schemeClr>
                      </a:solidFill>
                      <a:prstDash val="solid"/>
                      <a:round/>
                      <a:headEnd type="none" w="med" len="med"/>
                      <a:tailEnd type="none" w="med" len="med"/>
                    </a:ln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3000">
                          <a:latin typeface="Community"/>
                        </a:rPr>
                        <a:t>$1.71M / </a:t>
                      </a:r>
                      <a:r>
                        <a:rPr lang="en-US" sz="3000">
                          <a:solidFill>
                            <a:srgbClr val="386E1D"/>
                          </a:solidFill>
                          <a:latin typeface="Community"/>
                        </a:rPr>
                        <a:t>89%</a:t>
                      </a:r>
                    </a:p>
                  </a:txBody>
                  <a:tcPr marL="182880" marR="182880" marT="91440" marB="91440" anchor="ctr"/>
                </a:tc>
                <a:tc>
                  <a:txBody>
                    <a:bodyPr/>
                    <a:lstStyle/>
                    <a:p>
                      <a:pPr marL="0" marR="0" lvl="0" indent="0" algn="ctr" rtl="0" eaLnBrk="1" fontAlgn="auto" latinLnBrk="0" hangingPunct="1">
                        <a:lnSpc>
                          <a:spcPct val="100000"/>
                        </a:lnSpc>
                        <a:spcBef>
                          <a:spcPts val="0"/>
                        </a:spcBef>
                        <a:spcAft>
                          <a:spcPts val="0"/>
                        </a:spcAft>
                        <a:buClrTx/>
                        <a:buSzTx/>
                        <a:buFontTx/>
                        <a:buNone/>
                      </a:pPr>
                      <a:r>
                        <a:rPr lang="en-US" sz="3000">
                          <a:latin typeface="Community"/>
                        </a:rPr>
                        <a:t>$0.25M / </a:t>
                      </a:r>
                      <a:r>
                        <a:rPr lang="en-US" sz="3000">
                          <a:solidFill>
                            <a:srgbClr val="386E1D"/>
                          </a:solidFill>
                          <a:latin typeface="Community"/>
                        </a:rPr>
                        <a:t>73%</a:t>
                      </a:r>
                    </a:p>
                  </a:txBody>
                  <a:tcPr marL="182880" marR="182880" marT="91440" marB="91440" anchor="ctr"/>
                </a:tc>
                <a:tc>
                  <a:txBody>
                    <a:bodyPr/>
                    <a:lstStyle/>
                    <a:p>
                      <a:pPr marL="0" marR="0" lvl="0" indent="0" algn="ctr" rtl="0" eaLnBrk="1" fontAlgn="auto" latinLnBrk="0" hangingPunct="1">
                        <a:lnSpc>
                          <a:spcPct val="100000"/>
                        </a:lnSpc>
                        <a:spcBef>
                          <a:spcPts val="0"/>
                        </a:spcBef>
                        <a:spcAft>
                          <a:spcPts val="0"/>
                        </a:spcAft>
                        <a:buClrTx/>
                        <a:buSzTx/>
                        <a:buFontTx/>
                        <a:buNone/>
                      </a:pPr>
                      <a:r>
                        <a:rPr lang="en-US" sz="3000">
                          <a:latin typeface="Community"/>
                        </a:rPr>
                        <a:t>$1.29M / </a:t>
                      </a:r>
                      <a:r>
                        <a:rPr lang="en-US" sz="3000">
                          <a:solidFill>
                            <a:srgbClr val="386E1D"/>
                          </a:solidFill>
                          <a:latin typeface="Community"/>
                        </a:rPr>
                        <a:t>57%</a:t>
                      </a:r>
                    </a:p>
                  </a:txBody>
                  <a:tcPr marL="182880" marR="182880" marT="91440" marB="91440" anchor="ctr">
                    <a:lnR w="19050" cap="flat" cmpd="sng" algn="ctr">
                      <a:solidFill>
                        <a:schemeClr val="bg2">
                          <a:lumMod val="75000"/>
                        </a:scheme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000" b="1">
                          <a:latin typeface="Community"/>
                        </a:rPr>
                        <a:t>$0.25M</a:t>
                      </a:r>
                    </a:p>
                  </a:txBody>
                  <a:tcPr marL="182880" marR="182880" marT="91440" marB="91440" anchor="ctr">
                    <a:lnL w="19050" cap="flat" cmpd="sng" algn="ctr">
                      <a:solidFill>
                        <a:schemeClr val="bg2">
                          <a:lumMod val="75000"/>
                        </a:schemeClr>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latin typeface="Community"/>
                        </a:rPr>
                        <a:t>$0M</a:t>
                      </a:r>
                    </a:p>
                  </a:txBody>
                  <a:tcPr marL="182880" marR="182880" marT="9144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latin typeface="Community"/>
                        </a:rPr>
                        <a:t>$0.25M</a:t>
                      </a:r>
                    </a:p>
                  </a:txBody>
                  <a:tcPr marL="182880" marR="182880" marT="91440" marB="91440" anchor="ctr">
                    <a:lnR w="19050" cap="flat" cmpd="sng" algn="ctr">
                      <a:solidFill>
                        <a:schemeClr val="bg2">
                          <a:lumMod val="75000"/>
                        </a:schemeClr>
                      </a:solidFill>
                      <a:prstDash val="solid"/>
                      <a:round/>
                      <a:headEnd type="none" w="med" len="med"/>
                      <a:tailEnd type="none" w="med" len="med"/>
                    </a:lnR>
                  </a:tcPr>
                </a:tc>
                <a:tc>
                  <a:txBody>
                    <a:bodyPr/>
                    <a:lstStyle/>
                    <a:p>
                      <a:pPr algn="ctr"/>
                      <a:r>
                        <a:rPr lang="en-US" sz="3000" b="1">
                          <a:latin typeface="Community"/>
                        </a:rPr>
                        <a:t>74%</a:t>
                      </a:r>
                    </a:p>
                  </a:txBody>
                  <a:tcPr marL="182880" marR="182880" marT="91440" marB="91440" anchor="ctr">
                    <a:lnL w="19050" cap="flat" cmpd="sng" algn="ctr">
                      <a:solidFill>
                        <a:schemeClr val="bg2">
                          <a:lumMod val="75000"/>
                        </a:schemeClr>
                      </a:solidFill>
                      <a:prstDash val="solid"/>
                      <a:round/>
                      <a:headEnd type="none" w="med" len="med"/>
                      <a:tailEnd type="none" w="med" len="med"/>
                    </a:lnL>
                    <a:solidFill>
                      <a:srgbClr val="D9F2D0"/>
                    </a:solidFill>
                  </a:tcPr>
                </a:tc>
                <a:tc>
                  <a:txBody>
                    <a:bodyPr/>
                    <a:lstStyle/>
                    <a:p>
                      <a:pPr algn="ctr"/>
                      <a:r>
                        <a:rPr lang="en-US" sz="3000" b="1">
                          <a:latin typeface="Community"/>
                        </a:rPr>
                        <a:t>0.79</a:t>
                      </a:r>
                    </a:p>
                  </a:txBody>
                  <a:tcPr marL="182880" marR="182880" marT="91440" marB="91440" anchor="ctr">
                    <a:noFill/>
                  </a:tcPr>
                </a:tc>
                <a:extLst>
                  <a:ext uri="{0D108BD9-81ED-4DB2-BD59-A6C34878D82A}">
                    <a16:rowId xmlns:a16="http://schemas.microsoft.com/office/drawing/2014/main" val="1910165451"/>
                  </a:ext>
                </a:extLst>
              </a:tr>
              <a:tr h="1306365">
                <a:tc>
                  <a:txBody>
                    <a:bodyPr/>
                    <a:lstStyle/>
                    <a:p>
                      <a:pPr lvl="0" algn="l">
                        <a:buNone/>
                      </a:pPr>
                      <a:r>
                        <a:rPr lang="en-US" sz="3000" b="1">
                          <a:latin typeface="Community"/>
                        </a:rPr>
                        <a:t>Total</a:t>
                      </a:r>
                    </a:p>
                  </a:txBody>
                  <a:tcPr marL="182880" marR="182880" marT="91440" marB="91440" anchor="ctr">
                    <a:lnR w="0">
                      <a:noFill/>
                    </a:lnR>
                  </a:tcPr>
                </a:tc>
                <a:tc>
                  <a:txBody>
                    <a:bodyPr/>
                    <a:lstStyle/>
                    <a:p>
                      <a:pPr marL="0" lvl="0" indent="0" algn="ctr" defTabSz="914400">
                        <a:lnSpc>
                          <a:spcPct val="100000"/>
                        </a:lnSpc>
                        <a:spcBef>
                          <a:spcPts val="0"/>
                        </a:spcBef>
                        <a:spcAft>
                          <a:spcPts val="0"/>
                        </a:spcAft>
                        <a:buNone/>
                        <a:tabLst/>
                        <a:defRPr/>
                      </a:pPr>
                      <a:r>
                        <a:rPr lang="en-US" sz="3000" b="1">
                          <a:latin typeface="Community"/>
                        </a:rPr>
                        <a:t>115%</a:t>
                      </a:r>
                    </a:p>
                  </a:txBody>
                  <a:tcPr marL="182880" marR="182880" marT="91440" marB="91440" anchor="ctr">
                    <a:lnL w="0">
                      <a:noFill/>
                    </a:lnL>
                    <a:lnR w="0">
                      <a:noFill/>
                    </a:lnR>
                    <a:lnT w="0">
                      <a:noFill/>
                    </a:lnT>
                    <a:lnB w="0">
                      <a:noFill/>
                    </a:lnB>
                    <a:solidFill>
                      <a:srgbClr val="DEF1D3"/>
                    </a:solidFill>
                  </a:tcPr>
                </a:tc>
                <a:tc>
                  <a:txBody>
                    <a:bodyPr/>
                    <a:lstStyle/>
                    <a:p>
                      <a:pPr marL="0" lvl="0" indent="0" algn="ctr" defTabSz="914400">
                        <a:lnSpc>
                          <a:spcPct val="100000"/>
                        </a:lnSpc>
                        <a:spcBef>
                          <a:spcPts val="0"/>
                        </a:spcBef>
                        <a:spcAft>
                          <a:spcPts val="0"/>
                        </a:spcAft>
                        <a:buNone/>
                        <a:tabLst/>
                        <a:defRPr/>
                      </a:pPr>
                      <a:r>
                        <a:rPr lang="en-US" sz="3000" b="1">
                          <a:latin typeface="Community"/>
                        </a:rPr>
                        <a:t>$10.42M</a:t>
                      </a:r>
                    </a:p>
                  </a:txBody>
                  <a:tcPr marL="182880" marR="182880" marT="91440" marB="91440" anchor="ctr">
                    <a:lnL w="0">
                      <a:noFill/>
                    </a:lnL>
                    <a:lnR w="19050" cap="flat" cmpd="sng" algn="ctr">
                      <a:solidFill>
                        <a:schemeClr val="bg2">
                          <a:lumMod val="75000"/>
                        </a:schemeClr>
                      </a:solidFill>
                      <a:prstDash val="solid"/>
                      <a:round/>
                      <a:headEnd type="none" w="med" len="med"/>
                      <a:tailEnd type="none" w="med" len="med"/>
                    </a:lnR>
                  </a:tcPr>
                </a:tc>
                <a:tc>
                  <a:txBody>
                    <a:bodyPr/>
                    <a:lstStyle/>
                    <a:p>
                      <a:pPr marL="0" lvl="0" indent="0" algn="ctr" defTabSz="914400">
                        <a:lnSpc>
                          <a:spcPct val="100000"/>
                        </a:lnSpc>
                        <a:spcBef>
                          <a:spcPts val="0"/>
                        </a:spcBef>
                        <a:spcAft>
                          <a:spcPts val="0"/>
                        </a:spcAft>
                        <a:buNone/>
                        <a:tabLst/>
                        <a:defRPr/>
                      </a:pPr>
                      <a:r>
                        <a:rPr lang="en-US" sz="3000" b="1">
                          <a:latin typeface="Community"/>
                        </a:rPr>
                        <a:t>$9.72M</a:t>
                      </a:r>
                    </a:p>
                  </a:txBody>
                  <a:tcPr marL="182880" marR="182880" marT="91440" marB="91440" anchor="ctr">
                    <a:lnL w="19050" cap="flat" cmpd="sng" algn="ctr">
                      <a:solidFill>
                        <a:schemeClr val="bg2">
                          <a:lumMod val="75000"/>
                        </a:schemeClr>
                      </a:solidFill>
                      <a:prstDash val="solid"/>
                      <a:round/>
                      <a:headEnd type="none" w="med" len="med"/>
                      <a:tailEnd type="none" w="med" len="med"/>
                    </a:lnL>
                  </a:tcPr>
                </a:tc>
                <a:tc>
                  <a:txBody>
                    <a:bodyPr/>
                    <a:lstStyle/>
                    <a:p>
                      <a:pPr marL="0" lvl="0" indent="0" algn="ctr">
                        <a:lnSpc>
                          <a:spcPct val="100000"/>
                        </a:lnSpc>
                        <a:spcBef>
                          <a:spcPts val="0"/>
                        </a:spcBef>
                        <a:spcAft>
                          <a:spcPts val="0"/>
                        </a:spcAft>
                        <a:buNone/>
                      </a:pPr>
                      <a:r>
                        <a:rPr lang="en-US" sz="3000">
                          <a:latin typeface="Community"/>
                        </a:rPr>
                        <a:t>$4.30M / </a:t>
                      </a:r>
                      <a:r>
                        <a:rPr lang="en-US" sz="3000">
                          <a:solidFill>
                            <a:srgbClr val="386E1D"/>
                          </a:solidFill>
                          <a:latin typeface="Community"/>
                        </a:rPr>
                        <a:t>88%</a:t>
                      </a:r>
                    </a:p>
                  </a:txBody>
                  <a:tcPr marL="182880" marR="182880" marT="91440" marB="91440" anchor="ctr"/>
                </a:tc>
                <a:tc>
                  <a:txBody>
                    <a:bodyPr/>
                    <a:lstStyle/>
                    <a:p>
                      <a:pPr marL="0" lvl="0" indent="0" algn="ctr">
                        <a:lnSpc>
                          <a:spcPct val="100000"/>
                        </a:lnSpc>
                        <a:spcBef>
                          <a:spcPts val="0"/>
                        </a:spcBef>
                        <a:spcAft>
                          <a:spcPts val="0"/>
                        </a:spcAft>
                        <a:buNone/>
                      </a:pPr>
                      <a:r>
                        <a:rPr lang="en-US" sz="3000">
                          <a:latin typeface="Community"/>
                        </a:rPr>
                        <a:t>$0.68M / </a:t>
                      </a:r>
                      <a:r>
                        <a:rPr lang="en-US" sz="3000">
                          <a:solidFill>
                            <a:srgbClr val="386E1D"/>
                          </a:solidFill>
                          <a:latin typeface="Community"/>
                        </a:rPr>
                        <a:t>74%</a:t>
                      </a:r>
                    </a:p>
                  </a:txBody>
                  <a:tcPr marL="182880" marR="182880" marT="91440" marB="91440" anchor="ctr"/>
                </a:tc>
                <a:tc>
                  <a:txBody>
                    <a:bodyPr/>
                    <a:lstStyle/>
                    <a:p>
                      <a:pPr marL="0" lvl="0" indent="0" algn="ctr">
                        <a:lnSpc>
                          <a:spcPct val="100000"/>
                        </a:lnSpc>
                        <a:spcBef>
                          <a:spcPts val="0"/>
                        </a:spcBef>
                        <a:spcAft>
                          <a:spcPts val="0"/>
                        </a:spcAft>
                        <a:buNone/>
                      </a:pPr>
                      <a:r>
                        <a:rPr lang="en-US" sz="3000">
                          <a:latin typeface="Community"/>
                        </a:rPr>
                        <a:t>$4.74M / </a:t>
                      </a:r>
                      <a:r>
                        <a:rPr lang="en-US" sz="3000">
                          <a:solidFill>
                            <a:srgbClr val="386E1D"/>
                          </a:solidFill>
                          <a:latin typeface="Community"/>
                        </a:rPr>
                        <a:t>55%</a:t>
                      </a:r>
                    </a:p>
                  </a:txBody>
                  <a:tcPr marL="182880" marR="182880" marT="91440" marB="91440" anchor="ctr">
                    <a:lnR w="19050" cap="flat" cmpd="sng" algn="ctr">
                      <a:solidFill>
                        <a:schemeClr val="bg2">
                          <a:lumMod val="75000"/>
                        </a:schemeClr>
                      </a:solidFill>
                      <a:prstDash val="solid"/>
                      <a:round/>
                      <a:headEnd type="none" w="med" len="med"/>
                      <a:tailEnd type="none" w="med" len="med"/>
                    </a:lnR>
                  </a:tcPr>
                </a:tc>
                <a:tc>
                  <a:txBody>
                    <a:bodyPr/>
                    <a:lstStyle/>
                    <a:p>
                      <a:pPr marL="0" lvl="0" indent="0" algn="ctr" defTabSz="914400">
                        <a:lnSpc>
                          <a:spcPct val="100000"/>
                        </a:lnSpc>
                        <a:spcBef>
                          <a:spcPts val="0"/>
                        </a:spcBef>
                        <a:spcAft>
                          <a:spcPts val="0"/>
                        </a:spcAft>
                        <a:buNone/>
                        <a:tabLst/>
                        <a:defRPr/>
                      </a:pPr>
                      <a:r>
                        <a:rPr lang="en-US" sz="3000" b="1">
                          <a:latin typeface="Community"/>
                        </a:rPr>
                        <a:t>$0.70M</a:t>
                      </a:r>
                    </a:p>
                  </a:txBody>
                  <a:tcPr marL="182880" marR="182880" marT="91440" marB="91440" anchor="ctr">
                    <a:lnL w="19050" cap="flat" cmpd="sng" algn="ctr">
                      <a:solidFill>
                        <a:schemeClr val="bg2">
                          <a:lumMod val="75000"/>
                        </a:schemeClr>
                      </a:solidFill>
                      <a:prstDash val="solid"/>
                      <a:round/>
                      <a:headEnd type="none" w="med" len="med"/>
                      <a:tailEnd type="none" w="med" len="med"/>
                    </a:lnL>
                  </a:tcPr>
                </a:tc>
                <a:tc>
                  <a:txBody>
                    <a:bodyPr/>
                    <a:lstStyle/>
                    <a:p>
                      <a:pPr marL="0" lvl="0" indent="0" algn="ctr" defTabSz="914400">
                        <a:lnSpc>
                          <a:spcPct val="100000"/>
                        </a:lnSpc>
                        <a:spcBef>
                          <a:spcPts val="0"/>
                        </a:spcBef>
                        <a:spcAft>
                          <a:spcPts val="0"/>
                        </a:spcAft>
                        <a:buNone/>
                        <a:tabLst/>
                        <a:defRPr/>
                      </a:pPr>
                      <a:r>
                        <a:rPr lang="en-US" sz="2800">
                          <a:latin typeface="Community"/>
                        </a:rPr>
                        <a:t>$0M</a:t>
                      </a:r>
                    </a:p>
                  </a:txBody>
                  <a:tcPr marL="182880" marR="182880" marT="91440" marB="91440" anchor="ctr"/>
                </a:tc>
                <a:tc>
                  <a:txBody>
                    <a:bodyPr/>
                    <a:lstStyle/>
                    <a:p>
                      <a:pPr marL="0" lvl="0" indent="0" algn="ctr" defTabSz="914400">
                        <a:lnSpc>
                          <a:spcPct val="100000"/>
                        </a:lnSpc>
                        <a:spcBef>
                          <a:spcPts val="0"/>
                        </a:spcBef>
                        <a:spcAft>
                          <a:spcPts val="0"/>
                        </a:spcAft>
                        <a:buNone/>
                        <a:tabLst/>
                        <a:defRPr/>
                      </a:pPr>
                      <a:r>
                        <a:rPr lang="en-US" sz="2800">
                          <a:latin typeface="Community"/>
                        </a:rPr>
                        <a:t>$0.70M</a:t>
                      </a:r>
                    </a:p>
                  </a:txBody>
                  <a:tcPr marL="182880" marR="182880" marT="91440" marB="91440" anchor="ctr">
                    <a:lnR w="19050" cap="flat" cmpd="sng" algn="ctr">
                      <a:solidFill>
                        <a:schemeClr val="bg2">
                          <a:lumMod val="75000"/>
                        </a:schemeClr>
                      </a:solidFill>
                      <a:prstDash val="solid"/>
                      <a:round/>
                      <a:headEnd type="none" w="med" len="med"/>
                      <a:tailEnd type="none" w="med" len="med"/>
                    </a:lnR>
                  </a:tcPr>
                </a:tc>
                <a:tc>
                  <a:txBody>
                    <a:bodyPr/>
                    <a:lstStyle/>
                    <a:p>
                      <a:pPr lvl="0" algn="ctr">
                        <a:buNone/>
                      </a:pPr>
                      <a:r>
                        <a:rPr lang="en-US" sz="3000" b="1">
                          <a:latin typeface="Community"/>
                        </a:rPr>
                        <a:t>72%</a:t>
                      </a:r>
                    </a:p>
                  </a:txBody>
                  <a:tcPr marL="182880" marR="182880" marT="91440" marB="91440" anchor="ctr">
                    <a:lnL w="19050" cap="flat" cmpd="sng" algn="ctr">
                      <a:solidFill>
                        <a:schemeClr val="bg2">
                          <a:lumMod val="75000"/>
                        </a:schemeClr>
                      </a:solidFill>
                      <a:prstDash val="solid"/>
                      <a:round/>
                      <a:headEnd type="none" w="med" len="med"/>
                      <a:tailEnd type="none" w="med" len="med"/>
                    </a:lnL>
                    <a:solidFill>
                      <a:srgbClr val="D9F2D0"/>
                    </a:solidFill>
                  </a:tcPr>
                </a:tc>
                <a:tc>
                  <a:txBody>
                    <a:bodyPr/>
                    <a:lstStyle/>
                    <a:p>
                      <a:pPr lvl="0" algn="ctr">
                        <a:buNone/>
                      </a:pPr>
                      <a:r>
                        <a:rPr lang="en-US" sz="3000" b="1">
                          <a:latin typeface="Community"/>
                        </a:rPr>
                        <a:t>0.80</a:t>
                      </a:r>
                    </a:p>
                  </a:txBody>
                  <a:tcPr marL="182880" marR="182880" marT="91440" marB="91440" anchor="ctr">
                    <a:noFill/>
                  </a:tcPr>
                </a:tc>
                <a:extLst>
                  <a:ext uri="{0D108BD9-81ED-4DB2-BD59-A6C34878D82A}">
                    <a16:rowId xmlns:a16="http://schemas.microsoft.com/office/drawing/2014/main" val="2112684564"/>
                  </a:ext>
                </a:extLst>
              </a:tr>
            </a:tbl>
          </a:graphicData>
        </a:graphic>
      </p:graphicFrame>
      <p:sp>
        <p:nvSpPr>
          <p:cNvPr id="22" name="Rectangle 21">
            <a:extLst>
              <a:ext uri="{FF2B5EF4-FFF2-40B4-BE49-F238E27FC236}">
                <a16:creationId xmlns:a16="http://schemas.microsoft.com/office/drawing/2014/main" id="{B41361C3-35BC-16A3-0D11-F8BD22B7A2BB}"/>
              </a:ext>
            </a:extLst>
          </p:cNvPr>
          <p:cNvSpPr/>
          <p:nvPr/>
        </p:nvSpPr>
        <p:spPr>
          <a:xfrm>
            <a:off x="473812" y="9432927"/>
            <a:ext cx="23458628" cy="32971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lang="en-US" sz="7200"/>
          </a:p>
        </p:txBody>
      </p:sp>
      <p:sp>
        <p:nvSpPr>
          <p:cNvPr id="23" name="Oval 22">
            <a:extLst>
              <a:ext uri="{FF2B5EF4-FFF2-40B4-BE49-F238E27FC236}">
                <a16:creationId xmlns:a16="http://schemas.microsoft.com/office/drawing/2014/main" id="{CAD4D1CC-6AB8-B855-9541-ABAB96EAE87B}"/>
              </a:ext>
            </a:extLst>
          </p:cNvPr>
          <p:cNvSpPr/>
          <p:nvPr/>
        </p:nvSpPr>
        <p:spPr>
          <a:xfrm>
            <a:off x="13717352" y="7537164"/>
            <a:ext cx="359294" cy="33028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r>
              <a:rPr lang="en-US" sz="2200">
                <a:solidFill>
                  <a:srgbClr val="FFFFFF"/>
                </a:solidFill>
              </a:rPr>
              <a:t>1</a:t>
            </a:r>
          </a:p>
        </p:txBody>
      </p:sp>
      <p:sp>
        <p:nvSpPr>
          <p:cNvPr id="24" name="Oval 23">
            <a:extLst>
              <a:ext uri="{FF2B5EF4-FFF2-40B4-BE49-F238E27FC236}">
                <a16:creationId xmlns:a16="http://schemas.microsoft.com/office/drawing/2014/main" id="{615259A9-45EA-2F35-B13A-75EEFAC7C6A2}"/>
              </a:ext>
            </a:extLst>
          </p:cNvPr>
          <p:cNvSpPr/>
          <p:nvPr/>
        </p:nvSpPr>
        <p:spPr>
          <a:xfrm>
            <a:off x="709301" y="9588404"/>
            <a:ext cx="573596" cy="52061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r>
              <a:rPr lang="en-US" sz="3200">
                <a:solidFill>
                  <a:srgbClr val="FFFFFF"/>
                </a:solidFill>
                <a:latin typeface="Community"/>
              </a:rPr>
              <a:t>1</a:t>
            </a:r>
          </a:p>
        </p:txBody>
      </p:sp>
      <p:sp>
        <p:nvSpPr>
          <p:cNvPr id="25" name="TextBox 24">
            <a:extLst>
              <a:ext uri="{FF2B5EF4-FFF2-40B4-BE49-F238E27FC236}">
                <a16:creationId xmlns:a16="http://schemas.microsoft.com/office/drawing/2014/main" id="{33AEEAA1-2190-9F21-AA4D-290F92C4D6A5}"/>
              </a:ext>
            </a:extLst>
          </p:cNvPr>
          <p:cNvSpPr txBox="1"/>
          <p:nvPr/>
        </p:nvSpPr>
        <p:spPr>
          <a:xfrm>
            <a:off x="1358895" y="9502388"/>
            <a:ext cx="22496044" cy="1508105"/>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r>
              <a:rPr lang="en-US" sz="3200" b="1">
                <a:latin typeface="Community"/>
              </a:rPr>
              <a:t>GSA strength led by ALC new business over-attainment in capture rate and bookings</a:t>
            </a:r>
          </a:p>
          <a:p>
            <a:r>
              <a:rPr lang="en-US" sz="3000">
                <a:latin typeface="Community Light"/>
              </a:rPr>
              <a:t>New business generated $4.7M (148% attainment) in impact, driven by capture rate overperformance (+9 ppts, 55% actual vs 46% plan) and bookings strength (+$31M, $120M actual vs $89M plan)</a:t>
            </a:r>
          </a:p>
        </p:txBody>
      </p:sp>
      <p:sp>
        <p:nvSpPr>
          <p:cNvPr id="26" name="TextBox 25">
            <a:extLst>
              <a:ext uri="{FF2B5EF4-FFF2-40B4-BE49-F238E27FC236}">
                <a16:creationId xmlns:a16="http://schemas.microsoft.com/office/drawing/2014/main" id="{0110B5AC-8C4E-A346-40FC-C2A49F1BAD71}"/>
              </a:ext>
            </a:extLst>
          </p:cNvPr>
          <p:cNvSpPr txBox="1"/>
          <p:nvPr/>
        </p:nvSpPr>
        <p:spPr>
          <a:xfrm>
            <a:off x="1311578" y="11010439"/>
            <a:ext cx="22496042" cy="1508105"/>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r>
              <a:rPr lang="en-US" sz="3200" b="1">
                <a:latin typeface="Community"/>
              </a:rPr>
              <a:t>EP Conversions have already surpassed H1FY26 plan from very strong RIG</a:t>
            </a:r>
          </a:p>
          <a:p>
            <a:r>
              <a:rPr lang="en-US" sz="3000">
                <a:latin typeface="Community Light"/>
              </a:rPr>
              <a:t>EP conversions generated $700k in pricing H1 impact (172% attainment) driven by very strong RIG (+14ppts,, 2.18 actual vs 2.04 plan) and bookings exceeding plan (+$3.3M, $9.3M actual vs $6M plan)</a:t>
            </a:r>
          </a:p>
        </p:txBody>
      </p:sp>
      <p:sp>
        <p:nvSpPr>
          <p:cNvPr id="27" name="Oval 26">
            <a:extLst>
              <a:ext uri="{FF2B5EF4-FFF2-40B4-BE49-F238E27FC236}">
                <a16:creationId xmlns:a16="http://schemas.microsoft.com/office/drawing/2014/main" id="{32468693-BFED-F2D9-4478-C78E1EFCA820}"/>
              </a:ext>
            </a:extLst>
          </p:cNvPr>
          <p:cNvSpPr/>
          <p:nvPr/>
        </p:nvSpPr>
        <p:spPr>
          <a:xfrm>
            <a:off x="709301" y="11038266"/>
            <a:ext cx="573596" cy="52061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r>
              <a:rPr lang="en-US" sz="3200">
                <a:solidFill>
                  <a:srgbClr val="FFFFFF"/>
                </a:solidFill>
                <a:latin typeface="Community"/>
              </a:rPr>
              <a:t>2</a:t>
            </a:r>
          </a:p>
        </p:txBody>
      </p:sp>
      <p:sp>
        <p:nvSpPr>
          <p:cNvPr id="28" name="Oval 27">
            <a:extLst>
              <a:ext uri="{FF2B5EF4-FFF2-40B4-BE49-F238E27FC236}">
                <a16:creationId xmlns:a16="http://schemas.microsoft.com/office/drawing/2014/main" id="{A1D3A53B-AD8F-77A2-0493-74628BFB0BF9}"/>
              </a:ext>
            </a:extLst>
          </p:cNvPr>
          <p:cNvSpPr/>
          <p:nvPr/>
        </p:nvSpPr>
        <p:spPr>
          <a:xfrm>
            <a:off x="19586955" y="7599321"/>
            <a:ext cx="359294" cy="33028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r>
              <a:rPr lang="en-US" sz="2200">
                <a:solidFill>
                  <a:srgbClr val="FFFFFF"/>
                </a:solidFill>
              </a:rPr>
              <a:t>2</a:t>
            </a:r>
          </a:p>
        </p:txBody>
      </p:sp>
      <p:sp>
        <p:nvSpPr>
          <p:cNvPr id="29" name="TextBox 28">
            <a:extLst>
              <a:ext uri="{FF2B5EF4-FFF2-40B4-BE49-F238E27FC236}">
                <a16:creationId xmlns:a16="http://schemas.microsoft.com/office/drawing/2014/main" id="{1446F529-97EC-67DE-049F-684EF997D275}"/>
              </a:ext>
            </a:extLst>
          </p:cNvPr>
          <p:cNvSpPr txBox="1"/>
          <p:nvPr/>
        </p:nvSpPr>
        <p:spPr>
          <a:xfrm>
            <a:off x="674070" y="13421224"/>
            <a:ext cx="6076606" cy="276999"/>
          </a:xfrm>
          <a:prstGeom prst="rect">
            <a:avLst/>
          </a:prstGeom>
          <a:noFill/>
        </p:spPr>
        <p:txBody>
          <a:bodyPr wrap="square" lIns="91440" tIns="45720" rIns="91440" bIns="45720" rtlCol="0" anchor="t">
            <a:spAutoFit/>
          </a:bodyPr>
          <a:lstStyle/>
          <a:p>
            <a:r>
              <a:rPr lang="en-US" sz="1200">
                <a:solidFill>
                  <a:schemeClr val="bg2">
                    <a:lumMod val="10000"/>
                  </a:schemeClr>
                </a:solidFill>
                <a:latin typeface="Community"/>
              </a:rPr>
              <a:t>Notes: Data from July 1, 2025 – December 31, 2025</a:t>
            </a:r>
            <a:endParaRPr lang="en-US" sz="1200">
              <a:solidFill>
                <a:schemeClr val="bg2">
                  <a:lumMod val="10000"/>
                </a:schemeClr>
              </a:solidFill>
              <a:latin typeface="Community" panose="02000303040000020003" pitchFamily="2" charset="0"/>
            </a:endParaRPr>
          </a:p>
        </p:txBody>
      </p:sp>
      <p:sp>
        <p:nvSpPr>
          <p:cNvPr id="3" name="Rectangle 2">
            <a:extLst>
              <a:ext uri="{FF2B5EF4-FFF2-40B4-BE49-F238E27FC236}">
                <a16:creationId xmlns:a16="http://schemas.microsoft.com/office/drawing/2014/main" id="{04041099-1929-23A1-BF56-D7E66FD851DB}"/>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224838718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302CC-9EEC-B785-E018-8DFD3068C99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424BEFB-8376-0D08-F20C-F8B966860C32}"/>
              </a:ext>
            </a:extLst>
          </p:cNvPr>
          <p:cNvSpPr>
            <a:spLocks noGrp="1"/>
          </p:cNvSpPr>
          <p:nvPr>
            <p:ph type="body" sz="quarter" idx="15"/>
          </p:nvPr>
        </p:nvSpPr>
        <p:spPr/>
        <p:txBody>
          <a:bodyPr/>
          <a:lstStyle/>
          <a:p>
            <a:r>
              <a:rPr lang="en-US">
                <a:latin typeface="Community Pro Medium"/>
              </a:rPr>
              <a:t>Actions from last QBR</a:t>
            </a:r>
            <a:endParaRPr lang="en-US"/>
          </a:p>
        </p:txBody>
      </p:sp>
      <p:sp>
        <p:nvSpPr>
          <p:cNvPr id="4" name="Text Placeholder 3">
            <a:extLst>
              <a:ext uri="{FF2B5EF4-FFF2-40B4-BE49-F238E27FC236}">
                <a16:creationId xmlns:a16="http://schemas.microsoft.com/office/drawing/2014/main" id="{95A3D1E0-6CF6-6551-F046-F71F537839C5}"/>
              </a:ext>
            </a:extLst>
          </p:cNvPr>
          <p:cNvSpPr>
            <a:spLocks noGrp="1"/>
          </p:cNvSpPr>
          <p:nvPr>
            <p:ph type="body" sz="quarter" idx="17"/>
          </p:nvPr>
        </p:nvSpPr>
        <p:spPr/>
        <p:txBody>
          <a:bodyPr/>
          <a:lstStyle/>
          <a:p>
            <a:r>
              <a:rPr lang="en-US">
                <a:latin typeface="Community Pro Medium"/>
              </a:rPr>
              <a:t>Performance Summary (H1 and Q3 to date)</a:t>
            </a:r>
            <a:endParaRPr lang="en-US"/>
          </a:p>
        </p:txBody>
      </p:sp>
      <p:sp>
        <p:nvSpPr>
          <p:cNvPr id="5" name="Text Placeholder 4">
            <a:extLst>
              <a:ext uri="{FF2B5EF4-FFF2-40B4-BE49-F238E27FC236}">
                <a16:creationId xmlns:a16="http://schemas.microsoft.com/office/drawing/2014/main" id="{762B5738-85A6-A9D3-AE92-9C38006FE22B}"/>
              </a:ext>
            </a:extLst>
          </p:cNvPr>
          <p:cNvSpPr>
            <a:spLocks noGrp="1"/>
          </p:cNvSpPr>
          <p:nvPr>
            <p:ph type="body" sz="quarter" idx="18"/>
          </p:nvPr>
        </p:nvSpPr>
        <p:spPr/>
        <p:txBody>
          <a:bodyPr/>
          <a:lstStyle/>
          <a:p>
            <a:r>
              <a:rPr lang="en-US">
                <a:latin typeface="Community Pro Medium"/>
              </a:rPr>
              <a:t>Deep Dive: Account Utilization</a:t>
            </a:r>
            <a:endParaRPr lang="en-US"/>
          </a:p>
        </p:txBody>
      </p:sp>
      <p:sp>
        <p:nvSpPr>
          <p:cNvPr id="8" name="Text Placeholder 7">
            <a:extLst>
              <a:ext uri="{FF2B5EF4-FFF2-40B4-BE49-F238E27FC236}">
                <a16:creationId xmlns:a16="http://schemas.microsoft.com/office/drawing/2014/main" id="{39D55958-B922-D2C1-ABD9-46A3480DE8C5}"/>
              </a:ext>
            </a:extLst>
          </p:cNvPr>
          <p:cNvSpPr>
            <a:spLocks noGrp="1"/>
          </p:cNvSpPr>
          <p:nvPr>
            <p:ph type="body" sz="quarter" idx="10"/>
          </p:nvPr>
        </p:nvSpPr>
        <p:spPr/>
        <p:txBody>
          <a:bodyPr vert="horz" lIns="91440" tIns="45720" rIns="91440" bIns="45720" rtlCol="0" anchor="t">
            <a:normAutofit lnSpcReduction="10000"/>
          </a:bodyPr>
          <a:lstStyle/>
          <a:p>
            <a:r>
              <a:rPr lang="en-US" sz="1700">
                <a:latin typeface="Community Pro"/>
              </a:rPr>
              <a:t>HEP Whitespace</a:t>
            </a:r>
            <a:endParaRPr lang="en-US"/>
          </a:p>
        </p:txBody>
      </p:sp>
      <p:pic>
        <p:nvPicPr>
          <p:cNvPr id="12" name="Arrow Up Left" descr="preencoded.png">
            <a:extLst>
              <a:ext uri="{FF2B5EF4-FFF2-40B4-BE49-F238E27FC236}">
                <a16:creationId xmlns:a16="http://schemas.microsoft.com/office/drawing/2014/main" id="{14CD4614-F0AC-8A51-3E0C-5995B541538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2696487" y="2730504"/>
            <a:ext cx="762000" cy="761993"/>
          </a:xfrm>
          <a:prstGeom prst="rect">
            <a:avLst/>
          </a:prstGeom>
        </p:spPr>
      </p:pic>
      <p:pic>
        <p:nvPicPr>
          <p:cNvPr id="13" name="Arrow Up Left" descr="preencoded.png">
            <a:extLst>
              <a:ext uri="{FF2B5EF4-FFF2-40B4-BE49-F238E27FC236}">
                <a16:creationId xmlns:a16="http://schemas.microsoft.com/office/drawing/2014/main" id="{698FB086-5031-F687-B8EC-00866930E40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2696487" y="4622804"/>
            <a:ext cx="762000" cy="761993"/>
          </a:xfrm>
          <a:prstGeom prst="rect">
            <a:avLst/>
          </a:prstGeom>
        </p:spPr>
      </p:pic>
      <p:pic>
        <p:nvPicPr>
          <p:cNvPr id="17" name="Arrow Up Left" descr="preencoded.png">
            <a:extLst>
              <a:ext uri="{FF2B5EF4-FFF2-40B4-BE49-F238E27FC236}">
                <a16:creationId xmlns:a16="http://schemas.microsoft.com/office/drawing/2014/main" id="{BCC05CCD-D586-1A2F-92A4-2DE6736E230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2696487" y="838204"/>
            <a:ext cx="762000" cy="761993"/>
          </a:xfrm>
          <a:prstGeom prst="rect">
            <a:avLst/>
          </a:prstGeom>
        </p:spPr>
      </p:pic>
      <p:sp>
        <p:nvSpPr>
          <p:cNvPr id="25" name="Rectangle 24">
            <a:extLst>
              <a:ext uri="{FF2B5EF4-FFF2-40B4-BE49-F238E27FC236}">
                <a16:creationId xmlns:a16="http://schemas.microsoft.com/office/drawing/2014/main" id="{9768CF45-6B30-A999-7CB0-905733AD6343}"/>
              </a:ext>
            </a:extLst>
          </p:cNvPr>
          <p:cNvSpPr/>
          <p:nvPr/>
        </p:nvSpPr>
        <p:spPr>
          <a:xfrm>
            <a:off x="22439086" y="6444343"/>
            <a:ext cx="1364343" cy="5413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9">
            <a:extLst>
              <a:ext uri="{FF2B5EF4-FFF2-40B4-BE49-F238E27FC236}">
                <a16:creationId xmlns:a16="http://schemas.microsoft.com/office/drawing/2014/main" id="{DBBFF8FE-FBC0-A7A8-EA03-CC1BC43EBCAB}"/>
              </a:ext>
            </a:extLst>
          </p:cNvPr>
          <p:cNvSpPr txBox="1">
            <a:spLocks/>
          </p:cNvSpPr>
          <p:nvPr/>
        </p:nvSpPr>
        <p:spPr>
          <a:xfrm>
            <a:off x="807464" y="926006"/>
            <a:ext cx="7357885" cy="2406839"/>
          </a:xfrm>
          <a:prstGeom prst="rect">
            <a:avLst/>
          </a:prstGeom>
          <a:effectLst/>
        </p:spPr>
        <p:txBody>
          <a:bodyPr vert="horz" lIns="91440" tIns="45720" rIns="91440" bIns="45720" rtlCol="0" anchor="t">
            <a:noAutofit/>
          </a:bodyPr>
          <a:lstStyle>
            <a:lvl1pPr marL="0" indent="0" algn="l" defTabSz="1219170" rtl="0" eaLnBrk="1" latinLnBrk="0" hangingPunct="1">
              <a:lnSpc>
                <a:spcPct val="73000"/>
              </a:lnSpc>
              <a:spcBef>
                <a:spcPts val="0"/>
              </a:spcBef>
              <a:buFont typeface="Arial" pitchFamily="34" charset="0"/>
              <a:buNone/>
              <a:defRPr sz="9800" b="1" i="0" kern="1200" spc="-400" baseline="0">
                <a:solidFill>
                  <a:schemeClr val="bg1"/>
                </a:solidFill>
                <a:latin typeface="Community Pro" panose="02000303040000020003" pitchFamily="2" charset="0"/>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a:solidFill>
                  <a:schemeClr val="bg2"/>
                </a:solidFill>
                <a:latin typeface="Community Pro"/>
              </a:rPr>
              <a:t>HEP</a:t>
            </a:r>
            <a:endParaRPr lang="en-US">
              <a:solidFill>
                <a:schemeClr val="bg2"/>
              </a:solidFill>
            </a:endParaRPr>
          </a:p>
          <a:p>
            <a:r>
              <a:rPr lang="en-US">
                <a:solidFill>
                  <a:schemeClr val="bg2"/>
                </a:solidFill>
                <a:latin typeface="Community Pro"/>
              </a:rPr>
              <a:t>Whitespace</a:t>
            </a:r>
            <a:endParaRPr lang="en-US">
              <a:solidFill>
                <a:schemeClr val="bg2"/>
              </a:solidFill>
            </a:endParaRPr>
          </a:p>
          <a:p>
            <a:endParaRPr lang="en-US">
              <a:latin typeface="Community Pro"/>
            </a:endParaRPr>
          </a:p>
          <a:p>
            <a:r>
              <a:rPr lang="en-US">
                <a:latin typeface="Community Pro"/>
              </a:rPr>
              <a:t>Agenda</a:t>
            </a:r>
          </a:p>
        </p:txBody>
      </p:sp>
      <p:sp>
        <p:nvSpPr>
          <p:cNvPr id="19" name="Text Placeholder 10">
            <a:extLst>
              <a:ext uri="{FF2B5EF4-FFF2-40B4-BE49-F238E27FC236}">
                <a16:creationId xmlns:a16="http://schemas.microsoft.com/office/drawing/2014/main" id="{1DCE32BE-B536-EB4C-A8E9-416AFE8F7E5C}"/>
              </a:ext>
            </a:extLst>
          </p:cNvPr>
          <p:cNvSpPr txBox="1">
            <a:spLocks/>
          </p:cNvSpPr>
          <p:nvPr/>
        </p:nvSpPr>
        <p:spPr>
          <a:xfrm>
            <a:off x="807464" y="5822754"/>
            <a:ext cx="7357885" cy="517783"/>
          </a:xfrm>
          <a:prstGeom prst="rect">
            <a:avLst/>
          </a:prstGeom>
          <a:effectLst>
            <a:outerShdw blurRad="508000" dist="38100" dir="2700000" algn="ctr" rotWithShape="0">
              <a:prstClr val="black">
                <a:alpha val="65000"/>
              </a:prstClr>
            </a:outerShdw>
          </a:effectLst>
        </p:spPr>
        <p:txBody>
          <a:bodyPr vert="horz" lIns="91440" tIns="45720" rIns="91440" bIns="45720" rtlCol="0">
            <a:noAutofit/>
          </a:bodyPr>
          <a:lstStyle>
            <a:lvl1pPr marL="0" indent="0" algn="l" defTabSz="1219170" rtl="0" eaLnBrk="1" latinLnBrk="0" hangingPunct="1">
              <a:lnSpc>
                <a:spcPct val="73000"/>
              </a:lnSpc>
              <a:spcBef>
                <a:spcPts val="0"/>
              </a:spcBef>
              <a:buFont typeface="Arial" pitchFamily="34" charset="0"/>
              <a:buNone/>
              <a:defRPr sz="4000" b="1" i="0" kern="1200" spc="-200" baseline="0">
                <a:solidFill>
                  <a:schemeClr val="accent3"/>
                </a:solidFill>
                <a:latin typeface="Community Pro" panose="02000303040000020003" pitchFamily="2" charset="0"/>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a:t>02.17.2026</a:t>
            </a:r>
          </a:p>
        </p:txBody>
      </p:sp>
      <p:sp>
        <p:nvSpPr>
          <p:cNvPr id="6" name="Rectangle 5">
            <a:extLst>
              <a:ext uri="{FF2B5EF4-FFF2-40B4-BE49-F238E27FC236}">
                <a16:creationId xmlns:a16="http://schemas.microsoft.com/office/drawing/2014/main" id="{5E5682AD-A3DE-733C-9096-460266A3976A}"/>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2396970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B7F95-39AF-BA93-9FB1-E3DC232B057B}"/>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A043BC29-5075-F077-B579-412FFEA3B24E}"/>
              </a:ext>
            </a:extLst>
          </p:cNvPr>
          <p:cNvSpPr txBox="1">
            <a:spLocks/>
          </p:cNvSpPr>
          <p:nvPr/>
        </p:nvSpPr>
        <p:spPr>
          <a:xfrm>
            <a:off x="0" y="0"/>
            <a:ext cx="0" cy="0"/>
          </a:xfr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8844C01-219E-3342-9BDB-DBCB9E29B672}" type="slidenum">
              <a:rPr lang="en-US" smtClean="0"/>
              <a:pPr/>
              <a:t>11</a:t>
            </a:fld>
            <a:endParaRPr lang="en-US"/>
          </a:p>
        </p:txBody>
      </p:sp>
      <p:sp>
        <p:nvSpPr>
          <p:cNvPr id="3" name="Title 1">
            <a:extLst>
              <a:ext uri="{FF2B5EF4-FFF2-40B4-BE49-F238E27FC236}">
                <a16:creationId xmlns:a16="http://schemas.microsoft.com/office/drawing/2014/main" id="{64618465-89D4-2B10-99E8-B65A0325CEED}"/>
              </a:ext>
            </a:extLst>
          </p:cNvPr>
          <p:cNvSpPr txBox="1">
            <a:spLocks/>
          </p:cNvSpPr>
          <p:nvPr/>
        </p:nvSpPr>
        <p:spPr>
          <a:xfrm>
            <a:off x="314905" y="1362200"/>
            <a:ext cx="23757364" cy="1378684"/>
          </a:xfrm>
          <a:prstGeom prst="rect">
            <a:avLst/>
          </a:prstGeom>
        </p:spPr>
        <p:txBody>
          <a:bodyPr vert="horz" lIns="91440" tIns="45720" rIns="91440" bIns="45720" anchor="t">
            <a:noAutofit/>
          </a:bodyPr>
          <a:lstStyle>
            <a:lvl1pPr algn="l" defTabSz="1219170" rtl="0" eaLnBrk="1" latinLnBrk="0" hangingPunct="1">
              <a:spcBef>
                <a:spcPct val="0"/>
              </a:spcBef>
              <a:buNone/>
              <a:defRPr sz="8000" b="1" kern="1200">
                <a:solidFill>
                  <a:schemeClr val="tx2"/>
                </a:solidFill>
                <a:latin typeface="Community Pro" panose="02000303040000020003"/>
                <a:ea typeface="+mj-ea"/>
                <a:cs typeface="+mj-cs"/>
              </a:defRPr>
            </a:lvl1pPr>
          </a:lstStyle>
          <a:p>
            <a:r>
              <a:rPr lang="en-US" sz="5400" b="0">
                <a:latin typeface="Community"/>
              </a:rPr>
              <a:t>Follow Up Action Items from last QBR</a:t>
            </a:r>
          </a:p>
        </p:txBody>
      </p:sp>
      <p:graphicFrame>
        <p:nvGraphicFramePr>
          <p:cNvPr id="4" name="Table 3">
            <a:extLst>
              <a:ext uri="{FF2B5EF4-FFF2-40B4-BE49-F238E27FC236}">
                <a16:creationId xmlns:a16="http://schemas.microsoft.com/office/drawing/2014/main" id="{8C7E2701-5027-CF4D-8881-9BC6AC374EC3}"/>
              </a:ext>
            </a:extLst>
          </p:cNvPr>
          <p:cNvGraphicFramePr>
            <a:graphicFrameLocks noGrp="1"/>
          </p:cNvGraphicFramePr>
          <p:nvPr/>
        </p:nvGraphicFramePr>
        <p:xfrm>
          <a:off x="16560271" y="305549"/>
          <a:ext cx="7078328" cy="483324"/>
        </p:xfrm>
        <a:graphic>
          <a:graphicData uri="http://schemas.openxmlformats.org/drawingml/2006/table">
            <a:tbl>
              <a:tblPr bandRow="1">
                <a:tableStyleId>{5C22544A-7EE6-4342-B048-85BDC9FD1C3A}</a:tableStyleId>
              </a:tblPr>
              <a:tblGrid>
                <a:gridCol w="1769582">
                  <a:extLst>
                    <a:ext uri="{9D8B030D-6E8A-4147-A177-3AD203B41FA5}">
                      <a16:colId xmlns:a16="http://schemas.microsoft.com/office/drawing/2014/main" val="3827131316"/>
                    </a:ext>
                  </a:extLst>
                </a:gridCol>
                <a:gridCol w="1769582">
                  <a:extLst>
                    <a:ext uri="{9D8B030D-6E8A-4147-A177-3AD203B41FA5}">
                      <a16:colId xmlns:a16="http://schemas.microsoft.com/office/drawing/2014/main" val="1137873054"/>
                    </a:ext>
                  </a:extLst>
                </a:gridCol>
                <a:gridCol w="1769582">
                  <a:extLst>
                    <a:ext uri="{9D8B030D-6E8A-4147-A177-3AD203B41FA5}">
                      <a16:colId xmlns:a16="http://schemas.microsoft.com/office/drawing/2014/main" val="1443534952"/>
                    </a:ext>
                  </a:extLst>
                </a:gridCol>
                <a:gridCol w="1769582">
                  <a:extLst>
                    <a:ext uri="{9D8B030D-6E8A-4147-A177-3AD203B41FA5}">
                      <a16:colId xmlns:a16="http://schemas.microsoft.com/office/drawing/2014/main" val="283665822"/>
                    </a:ext>
                  </a:extLst>
                </a:gridCol>
              </a:tblGrid>
              <a:tr h="483324">
                <a:tc>
                  <a:txBody>
                    <a:bodyPr/>
                    <a:lstStyle/>
                    <a:p>
                      <a:pPr algn="ctr" fontAlgn="base">
                        <a:lnSpc>
                          <a:spcPts val="1200"/>
                        </a:lnSpc>
                        <a:buNone/>
                      </a:pPr>
                      <a:r>
                        <a:rPr lang="en-US" sz="1400" b="1" i="0">
                          <a:solidFill>
                            <a:srgbClr val="3C4345"/>
                          </a:solidFill>
                          <a:effectLst/>
                          <a:latin typeface="Community"/>
                        </a:rPr>
                        <a:t>Completed</a:t>
                      </a:r>
                      <a:endParaRPr lang="en-US" sz="1400" b="1" i="0">
                        <a:solidFill>
                          <a:srgbClr val="FDFAF5"/>
                        </a:solidFill>
                        <a:effectLst/>
                      </a:endParaRPr>
                    </a:p>
                  </a:txBody>
                  <a:tcPr marL="182880" marR="182880" marT="91440" marB="91440" anchor="ctr">
                    <a:lnL w="18517" cap="flat" cmpd="sng" algn="ctr">
                      <a:solidFill>
                        <a:srgbClr val="FDFAF5"/>
                      </a:solidFill>
                      <a:prstDash val="solid"/>
                      <a:round/>
                      <a:headEnd type="none" w="med" len="med"/>
                      <a:tailEnd type="none" w="med" len="med"/>
                    </a:lnL>
                    <a:lnR w="18517" cap="flat" cmpd="sng" algn="ctr">
                      <a:solidFill>
                        <a:srgbClr val="FDFAF5"/>
                      </a:solidFill>
                      <a:prstDash val="solid"/>
                      <a:round/>
                      <a:headEnd type="none" w="med" len="med"/>
                      <a:tailEnd type="none" w="med" len="med"/>
                    </a:lnR>
                    <a:lnT w="18517" cap="flat" cmpd="sng" algn="ctr">
                      <a:solidFill>
                        <a:srgbClr val="FDFAF5"/>
                      </a:solidFill>
                      <a:prstDash val="solid"/>
                      <a:round/>
                      <a:headEnd type="none" w="med" len="med"/>
                      <a:tailEnd type="none" w="med" len="med"/>
                    </a:lnT>
                    <a:lnB w="55559" cap="flat" cmpd="sng" algn="ctr">
                      <a:solidFill>
                        <a:srgbClr val="FDFAF5"/>
                      </a:solidFill>
                      <a:prstDash val="solid"/>
                      <a:round/>
                      <a:headEnd type="none" w="med" len="med"/>
                      <a:tailEnd type="none" w="med" len="med"/>
                    </a:lnB>
                    <a:solidFill>
                      <a:srgbClr val="8BC2F9"/>
                    </a:solidFill>
                  </a:tcPr>
                </a:tc>
                <a:tc>
                  <a:txBody>
                    <a:bodyPr/>
                    <a:lstStyle/>
                    <a:p>
                      <a:pPr algn="ctr" fontAlgn="base">
                        <a:lnSpc>
                          <a:spcPts val="1200"/>
                        </a:lnSpc>
                        <a:buNone/>
                      </a:pPr>
                      <a:r>
                        <a:rPr lang="en-US" sz="1400" b="1" i="0">
                          <a:solidFill>
                            <a:srgbClr val="3C4345"/>
                          </a:solidFill>
                          <a:effectLst/>
                          <a:latin typeface="Community"/>
                        </a:rPr>
                        <a:t>On Track</a:t>
                      </a:r>
                      <a:endParaRPr lang="en-US" sz="1400" b="1" i="0">
                        <a:solidFill>
                          <a:srgbClr val="FDFAF5"/>
                        </a:solidFill>
                        <a:effectLst/>
                      </a:endParaRPr>
                    </a:p>
                  </a:txBody>
                  <a:tcPr marL="182880" marR="182880" marT="91440" marB="91440" anchor="ctr">
                    <a:lnL w="18517" cap="flat" cmpd="sng" algn="ctr">
                      <a:solidFill>
                        <a:srgbClr val="FDFAF5"/>
                      </a:solidFill>
                      <a:prstDash val="solid"/>
                      <a:round/>
                      <a:headEnd type="none" w="med" len="med"/>
                      <a:tailEnd type="none" w="med" len="med"/>
                    </a:lnL>
                    <a:lnR w="18517" cap="flat" cmpd="sng" algn="ctr">
                      <a:solidFill>
                        <a:srgbClr val="FDFAF5"/>
                      </a:solidFill>
                      <a:prstDash val="solid"/>
                      <a:round/>
                      <a:headEnd type="none" w="med" len="med"/>
                      <a:tailEnd type="none" w="med" len="med"/>
                    </a:lnR>
                    <a:lnT w="18517" cap="flat" cmpd="sng" algn="ctr">
                      <a:solidFill>
                        <a:srgbClr val="FDFAF5"/>
                      </a:solidFill>
                      <a:prstDash val="solid"/>
                      <a:round/>
                      <a:headEnd type="none" w="med" len="med"/>
                      <a:tailEnd type="none" w="med" len="med"/>
                    </a:lnT>
                    <a:lnB w="55559" cap="flat" cmpd="sng" algn="ctr">
                      <a:solidFill>
                        <a:srgbClr val="FDFAF5"/>
                      </a:solidFill>
                      <a:prstDash val="solid"/>
                      <a:round/>
                      <a:headEnd type="none" w="med" len="med"/>
                      <a:tailEnd type="none" w="med" len="med"/>
                    </a:lnB>
                    <a:solidFill>
                      <a:srgbClr val="D7EBCD"/>
                    </a:solidFill>
                  </a:tcPr>
                </a:tc>
                <a:tc>
                  <a:txBody>
                    <a:bodyPr/>
                    <a:lstStyle/>
                    <a:p>
                      <a:pPr algn="ctr" fontAlgn="base">
                        <a:lnSpc>
                          <a:spcPts val="1200"/>
                        </a:lnSpc>
                        <a:buNone/>
                      </a:pPr>
                      <a:r>
                        <a:rPr lang="en-US" sz="1400" b="1" i="0">
                          <a:solidFill>
                            <a:srgbClr val="3C4345"/>
                          </a:solidFill>
                          <a:effectLst/>
                          <a:latin typeface="Community"/>
                        </a:rPr>
                        <a:t>Requires More Info</a:t>
                      </a:r>
                      <a:endParaRPr lang="en-US" sz="1400" b="1" i="0">
                        <a:solidFill>
                          <a:srgbClr val="FDFAF5"/>
                        </a:solidFill>
                        <a:effectLst/>
                      </a:endParaRPr>
                    </a:p>
                  </a:txBody>
                  <a:tcPr marL="182880" marR="182880" marT="91440" marB="91440" anchor="ctr">
                    <a:lnL w="18517" cap="flat" cmpd="sng" algn="ctr">
                      <a:solidFill>
                        <a:srgbClr val="FDFAF5"/>
                      </a:solidFill>
                      <a:prstDash val="solid"/>
                      <a:round/>
                      <a:headEnd type="none" w="med" len="med"/>
                      <a:tailEnd type="none" w="med" len="med"/>
                    </a:lnL>
                    <a:lnR w="18517" cap="flat" cmpd="sng" algn="ctr">
                      <a:solidFill>
                        <a:srgbClr val="FDFAF5"/>
                      </a:solidFill>
                      <a:prstDash val="solid"/>
                      <a:round/>
                      <a:headEnd type="none" w="med" len="med"/>
                      <a:tailEnd type="none" w="med" len="med"/>
                    </a:lnR>
                    <a:lnT w="18517" cap="flat" cmpd="sng" algn="ctr">
                      <a:solidFill>
                        <a:srgbClr val="FDFAF5"/>
                      </a:solidFill>
                      <a:prstDash val="solid"/>
                      <a:round/>
                      <a:headEnd type="none" w="med" len="med"/>
                      <a:tailEnd type="none" w="med" len="med"/>
                    </a:lnT>
                    <a:lnB w="55559" cap="flat" cmpd="sng" algn="ctr">
                      <a:solidFill>
                        <a:srgbClr val="FDFAF5"/>
                      </a:solidFill>
                      <a:prstDash val="solid"/>
                      <a:round/>
                      <a:headEnd type="none" w="med" len="med"/>
                      <a:tailEnd type="none" w="med" len="med"/>
                    </a:lnB>
                    <a:solidFill>
                      <a:srgbClr val="FFF2CC"/>
                    </a:solidFill>
                  </a:tcPr>
                </a:tc>
                <a:tc>
                  <a:txBody>
                    <a:bodyPr/>
                    <a:lstStyle/>
                    <a:p>
                      <a:pPr algn="ctr" fontAlgn="base">
                        <a:lnSpc>
                          <a:spcPts val="1200"/>
                        </a:lnSpc>
                        <a:buNone/>
                      </a:pPr>
                      <a:r>
                        <a:rPr lang="en-US" sz="1400" b="1" i="0">
                          <a:solidFill>
                            <a:srgbClr val="3C4345"/>
                          </a:solidFill>
                          <a:effectLst/>
                          <a:latin typeface="Community"/>
                        </a:rPr>
                        <a:t>Not Started </a:t>
                      </a:r>
                      <a:endParaRPr lang="en-US" sz="1400" b="1" i="0">
                        <a:solidFill>
                          <a:srgbClr val="FDFAF5"/>
                        </a:solidFill>
                        <a:effectLst/>
                      </a:endParaRPr>
                    </a:p>
                  </a:txBody>
                  <a:tcPr marL="182880" marR="182880" marT="91440" marB="91440" anchor="ctr">
                    <a:lnL w="18517" cap="flat" cmpd="sng" algn="ctr">
                      <a:solidFill>
                        <a:srgbClr val="FDFAF5"/>
                      </a:solidFill>
                      <a:prstDash val="solid"/>
                      <a:round/>
                      <a:headEnd type="none" w="med" len="med"/>
                      <a:tailEnd type="none" w="med" len="med"/>
                    </a:lnL>
                    <a:lnR w="18517" cap="flat" cmpd="sng" algn="ctr">
                      <a:solidFill>
                        <a:srgbClr val="FDFAF5"/>
                      </a:solidFill>
                      <a:prstDash val="solid"/>
                      <a:round/>
                      <a:headEnd type="none" w="med" len="med"/>
                      <a:tailEnd type="none" w="med" len="med"/>
                    </a:lnR>
                    <a:lnT w="18517" cap="flat" cmpd="sng" algn="ctr">
                      <a:solidFill>
                        <a:srgbClr val="FDFAF5"/>
                      </a:solidFill>
                      <a:prstDash val="solid"/>
                      <a:round/>
                      <a:headEnd type="none" w="med" len="med"/>
                      <a:tailEnd type="none" w="med" len="med"/>
                    </a:lnT>
                    <a:lnB w="55559" cap="flat" cmpd="sng" algn="ctr">
                      <a:solidFill>
                        <a:srgbClr val="FDFAF5"/>
                      </a:solidFill>
                      <a:prstDash val="solid"/>
                      <a:round/>
                      <a:headEnd type="none" w="med" len="med"/>
                      <a:tailEnd type="none" w="med" len="med"/>
                    </a:lnB>
                    <a:solidFill>
                      <a:srgbClr val="EDAC99"/>
                    </a:solidFill>
                  </a:tcPr>
                </a:tc>
                <a:extLst>
                  <a:ext uri="{0D108BD9-81ED-4DB2-BD59-A6C34878D82A}">
                    <a16:rowId xmlns:a16="http://schemas.microsoft.com/office/drawing/2014/main" val="1748070862"/>
                  </a:ext>
                </a:extLst>
              </a:tr>
            </a:tbl>
          </a:graphicData>
        </a:graphic>
      </p:graphicFrame>
      <p:graphicFrame>
        <p:nvGraphicFramePr>
          <p:cNvPr id="5" name="Table 4">
            <a:extLst>
              <a:ext uri="{FF2B5EF4-FFF2-40B4-BE49-F238E27FC236}">
                <a16:creationId xmlns:a16="http://schemas.microsoft.com/office/drawing/2014/main" id="{AC1301F5-33B5-35CC-46BB-C3CD87224D64}"/>
              </a:ext>
            </a:extLst>
          </p:cNvPr>
          <p:cNvGraphicFramePr>
            <a:graphicFrameLocks noGrp="1"/>
          </p:cNvGraphicFramePr>
          <p:nvPr>
            <p:extLst>
              <p:ext uri="{D42A27DB-BD31-4B8C-83A1-F6EECF244321}">
                <p14:modId xmlns:p14="http://schemas.microsoft.com/office/powerpoint/2010/main" val="708793571"/>
              </p:ext>
            </p:extLst>
          </p:nvPr>
        </p:nvGraphicFramePr>
        <p:xfrm>
          <a:off x="314905" y="3314211"/>
          <a:ext cx="23353992" cy="5908755"/>
        </p:xfrm>
        <a:graphic>
          <a:graphicData uri="http://schemas.openxmlformats.org/drawingml/2006/table">
            <a:tbl>
              <a:tblPr firstRow="1" bandRow="1">
                <a:tableStyleId>{5C22544A-7EE6-4342-B048-85BDC9FD1C3A}</a:tableStyleId>
              </a:tblPr>
              <a:tblGrid>
                <a:gridCol w="466145">
                  <a:extLst>
                    <a:ext uri="{9D8B030D-6E8A-4147-A177-3AD203B41FA5}">
                      <a16:colId xmlns:a16="http://schemas.microsoft.com/office/drawing/2014/main" val="2307957439"/>
                    </a:ext>
                  </a:extLst>
                </a:gridCol>
                <a:gridCol w="6032126">
                  <a:extLst>
                    <a:ext uri="{9D8B030D-6E8A-4147-A177-3AD203B41FA5}">
                      <a16:colId xmlns:a16="http://schemas.microsoft.com/office/drawing/2014/main" val="343739080"/>
                    </a:ext>
                  </a:extLst>
                </a:gridCol>
                <a:gridCol w="7375085">
                  <a:extLst>
                    <a:ext uri="{9D8B030D-6E8A-4147-A177-3AD203B41FA5}">
                      <a16:colId xmlns:a16="http://schemas.microsoft.com/office/drawing/2014/main" val="1667602955"/>
                    </a:ext>
                  </a:extLst>
                </a:gridCol>
                <a:gridCol w="7570195">
                  <a:extLst>
                    <a:ext uri="{9D8B030D-6E8A-4147-A177-3AD203B41FA5}">
                      <a16:colId xmlns:a16="http://schemas.microsoft.com/office/drawing/2014/main" val="539539710"/>
                    </a:ext>
                  </a:extLst>
                </a:gridCol>
                <a:gridCol w="1910441">
                  <a:extLst>
                    <a:ext uri="{9D8B030D-6E8A-4147-A177-3AD203B41FA5}">
                      <a16:colId xmlns:a16="http://schemas.microsoft.com/office/drawing/2014/main" val="2148888507"/>
                    </a:ext>
                  </a:extLst>
                </a:gridCol>
              </a:tblGrid>
              <a:tr h="446579">
                <a:tc>
                  <a:txBody>
                    <a:bodyPr/>
                    <a:lstStyle/>
                    <a:p>
                      <a:r>
                        <a:rPr lang="en-US"/>
                        <a:t>#</a:t>
                      </a:r>
                    </a:p>
                  </a:txBody>
                  <a:tcPr/>
                </a:tc>
                <a:tc>
                  <a:txBody>
                    <a:bodyPr/>
                    <a:lstStyle/>
                    <a:p>
                      <a:r>
                        <a:rPr lang="en-US"/>
                        <a:t>Action to be taken</a:t>
                      </a:r>
                    </a:p>
                  </a:txBody>
                  <a:tcPr/>
                </a:tc>
                <a:tc>
                  <a:txBody>
                    <a:bodyPr/>
                    <a:lstStyle/>
                    <a:p>
                      <a:r>
                        <a:rPr lang="en-US"/>
                        <a:t>Next Steps highlighted during last QBR</a:t>
                      </a:r>
                    </a:p>
                  </a:txBody>
                  <a:tcPr/>
                </a:tc>
                <a:tc>
                  <a:txBody>
                    <a:bodyPr/>
                    <a:lstStyle/>
                    <a:p>
                      <a:r>
                        <a:rPr lang="en-US"/>
                        <a:t>Update</a:t>
                      </a:r>
                    </a:p>
                  </a:txBody>
                  <a:tcPr/>
                </a:tc>
                <a:tc>
                  <a:txBody>
                    <a:bodyPr/>
                    <a:lstStyle/>
                    <a:p>
                      <a:r>
                        <a:rPr lang="en-US"/>
                        <a:t>Status</a:t>
                      </a:r>
                    </a:p>
                  </a:txBody>
                  <a:tcPr/>
                </a:tc>
                <a:extLst>
                  <a:ext uri="{0D108BD9-81ED-4DB2-BD59-A6C34878D82A}">
                    <a16:rowId xmlns:a16="http://schemas.microsoft.com/office/drawing/2014/main" val="3279729639"/>
                  </a:ext>
                </a:extLst>
              </a:tr>
              <a:tr h="1055185">
                <a:tc>
                  <a:txBody>
                    <a:bodyPr/>
                    <a:lstStyle/>
                    <a:p>
                      <a:pPr>
                        <a:buNone/>
                      </a:pPr>
                      <a:r>
                        <a:rPr lang="en-US"/>
                        <a:t>1</a:t>
                      </a:r>
                    </a:p>
                  </a:txBody>
                  <a:tcPr marL="0" marR="0" marT="0" marB="0" horzOverflow="overflow"/>
                </a:tc>
                <a:tc>
                  <a:txBody>
                    <a:bodyPr/>
                    <a:lstStyle/>
                    <a:p>
                      <a:pPr>
                        <a:buNone/>
                      </a:pPr>
                      <a:r>
                        <a:rPr lang="en-US"/>
                        <a:t>Are we sizing HEPs effectively?</a:t>
                      </a:r>
                    </a:p>
                  </a:txBody>
                  <a:tcPr marL="0" marR="0" marT="0" marB="0" horzOverflow="overflow"/>
                </a:tc>
                <a:tc>
                  <a:txBody>
                    <a:bodyPr/>
                    <a:lstStyle/>
                    <a:p>
                      <a:pPr marL="285750" lvl="1" indent="-285750">
                        <a:buClr>
                          <a:srgbClr val="07284B"/>
                        </a:buClr>
                        <a:buFont typeface="Arial,Sans-Serif"/>
                        <a:buChar char="•"/>
                      </a:pPr>
                      <a:r>
                        <a:rPr lang="en-US" sz="2400" b="0" i="0" u="none" strike="noStrike" noProof="0">
                          <a:solidFill>
                            <a:schemeClr val="dk1"/>
                          </a:solidFill>
                          <a:latin typeface="+mn-lt"/>
                        </a:rPr>
                        <a:t>Gather feedback from the field</a:t>
                      </a:r>
                      <a:endParaRPr lang="en-US"/>
                    </a:p>
                    <a:p>
                      <a:pPr marL="285750" lvl="1" indent="-285750">
                        <a:buClr>
                          <a:srgbClr val="07284B"/>
                        </a:buClr>
                        <a:buFont typeface="Arial,Sans-Serif"/>
                        <a:buChar char="•"/>
                      </a:pPr>
                      <a:r>
                        <a:rPr lang="en-US" sz="2400" b="0" i="0" u="none" strike="noStrike" noProof="0">
                          <a:solidFill>
                            <a:schemeClr val="dk1"/>
                          </a:solidFill>
                          <a:latin typeface="+mn-lt"/>
                        </a:rPr>
                        <a:t>Pricing to interview 20 reps to understand drivers for these outcomes (i.e. data issues, objection handling) </a:t>
                      </a:r>
                    </a:p>
                    <a:p>
                      <a:pPr marL="285750" lvl="1" indent="-285750">
                        <a:buClr>
                          <a:srgbClr val="07284B"/>
                        </a:buClr>
                        <a:buFont typeface="Arial,Sans-Serif"/>
                        <a:buChar char="•"/>
                      </a:pPr>
                      <a:r>
                        <a:rPr lang="en-US" sz="2400" b="0" i="0" u="none" strike="noStrike" noProof="0">
                          <a:solidFill>
                            <a:schemeClr val="dk1"/>
                          </a:solidFill>
                          <a:latin typeface="+mn-lt"/>
                        </a:rPr>
                        <a:t>Share findings and recommendations with Travis and the GSA Sales Advisory Board </a:t>
                      </a:r>
                    </a:p>
                    <a:p>
                      <a:pPr marL="342900" indent="-342900" rtl="0" fontAlgn="base">
                        <a:buFont typeface="Arial" panose="020B0604020202020204" pitchFamily="34" charset="0"/>
                        <a:buChar char="•"/>
                      </a:pPr>
                      <a:endParaRPr lang="en-US" sz="2400" b="0" i="0" u="none" strike="noStrike" noProof="0">
                        <a:solidFill>
                          <a:schemeClr val="dk1"/>
                        </a:solidFill>
                        <a:latin typeface="+mn-lt"/>
                      </a:endParaRPr>
                    </a:p>
                  </a:txBody>
                  <a:tcPr/>
                </a:tc>
                <a:tc>
                  <a:txBody>
                    <a:bodyPr/>
                    <a:lstStyle/>
                    <a:p>
                      <a:pPr marL="342900" indent="-342900">
                        <a:buFont typeface="Arial"/>
                        <a:buChar char="•"/>
                      </a:pPr>
                      <a:r>
                        <a:rPr lang="en-US"/>
                        <a:t>To discuss during this QBR </a:t>
                      </a:r>
                    </a:p>
                    <a:p>
                      <a:pPr marL="951865" lvl="1" indent="-342900">
                        <a:buFont typeface="Arial" panose="020B0604020202020204" pitchFamily="34" charset="0"/>
                        <a:buChar char="•"/>
                      </a:pPr>
                      <a:r>
                        <a:rPr lang="en-US"/>
                        <a:t>Slides 14-18</a:t>
                      </a:r>
                    </a:p>
                    <a:p>
                      <a:pPr marL="951865" lvl="1" indent="-342900">
                        <a:buFont typeface="Arial" panose="020B0604020202020204" pitchFamily="34" charset="0"/>
                        <a:buChar char="•"/>
                      </a:pPr>
                      <a:r>
                        <a:rPr lang="en-US"/>
                        <a:t>Appendix HEP</a:t>
                      </a:r>
                    </a:p>
                  </a:txBody>
                  <a:tcPr/>
                </a:tc>
                <a:tc>
                  <a:txBody>
                    <a:bodyPr/>
                    <a:lstStyle/>
                    <a:p>
                      <a:endParaRPr lang="en-US"/>
                    </a:p>
                  </a:txBody>
                  <a:tcPr>
                    <a:solidFill>
                      <a:schemeClr val="bg2"/>
                    </a:solidFill>
                  </a:tcPr>
                </a:tc>
                <a:extLst>
                  <a:ext uri="{0D108BD9-81ED-4DB2-BD59-A6C34878D82A}">
                    <a16:rowId xmlns:a16="http://schemas.microsoft.com/office/drawing/2014/main" val="3538153337"/>
                  </a:ext>
                </a:extLst>
              </a:tr>
              <a:tr h="1055185">
                <a:tc>
                  <a:txBody>
                    <a:bodyPr/>
                    <a:lstStyle/>
                    <a:p>
                      <a:r>
                        <a:rPr lang="en-US"/>
                        <a:t>2</a:t>
                      </a:r>
                    </a:p>
                  </a:txBody>
                  <a:tcPr/>
                </a:tc>
                <a:tc>
                  <a:txBody>
                    <a:bodyPr/>
                    <a:lstStyle/>
                    <a:p>
                      <a:r>
                        <a:rPr lang="en-US"/>
                        <a:t>HEP Flattening Recommendation </a:t>
                      </a:r>
                    </a:p>
                  </a:txBody>
                  <a:tcPr/>
                </a:tc>
                <a:tc>
                  <a:txBody>
                    <a:bodyPr/>
                    <a:lstStyle/>
                    <a:p>
                      <a:pPr marL="342900" indent="-342900">
                        <a:buFont typeface="Arial" panose="020B0604020202020204" pitchFamily="34" charset="0"/>
                        <a:buChar char="•"/>
                      </a:pPr>
                      <a:r>
                        <a:rPr lang="en-US"/>
                        <a:t>Overview submitted to Mark</a:t>
                      </a:r>
                    </a:p>
                    <a:p>
                      <a:pPr marL="342900" indent="-342900">
                        <a:buFont typeface="Arial" panose="020B0604020202020204" pitchFamily="34" charset="0"/>
                        <a:buChar char="•"/>
                      </a:pPr>
                      <a:r>
                        <a:rPr lang="en-US"/>
                        <a:t>Pricing to complete research and share recommendation </a:t>
                      </a:r>
                    </a:p>
                  </a:txBody>
                  <a:tcPr/>
                </a:tc>
                <a:tc>
                  <a:txBody>
                    <a:bodyPr/>
                    <a:lstStyle/>
                    <a:p>
                      <a:pPr marL="342900" indent="-342900">
                        <a:buFont typeface="Arial"/>
                        <a:buChar char="•"/>
                      </a:pPr>
                      <a:r>
                        <a:rPr lang="en-US"/>
                        <a:t>Policy went live Feb 2026</a:t>
                      </a:r>
                    </a:p>
                    <a:p>
                      <a:pPr marL="342900" lvl="0" indent="-342900">
                        <a:buFont typeface="Arial"/>
                        <a:buChar char="•"/>
                      </a:pPr>
                      <a:r>
                        <a:rPr lang="en-US"/>
                        <a:t>Rep enablement to follow in March</a:t>
                      </a:r>
                    </a:p>
                  </a:txBody>
                  <a:tcPr/>
                </a:tc>
                <a:tc>
                  <a:txBody>
                    <a:bodyPr/>
                    <a:lstStyle/>
                    <a:p>
                      <a:endParaRPr lang="en-US"/>
                    </a:p>
                  </a:txBody>
                  <a:tcPr>
                    <a:solidFill>
                      <a:schemeClr val="bg2"/>
                    </a:solidFill>
                  </a:tcPr>
                </a:tc>
                <a:extLst>
                  <a:ext uri="{0D108BD9-81ED-4DB2-BD59-A6C34878D82A}">
                    <a16:rowId xmlns:a16="http://schemas.microsoft.com/office/drawing/2014/main" val="1247537010"/>
                  </a:ext>
                </a:extLst>
              </a:tr>
              <a:tr h="1055185">
                <a:tc>
                  <a:txBody>
                    <a:bodyPr/>
                    <a:lstStyle/>
                    <a:p>
                      <a:r>
                        <a:rPr lang="en-US"/>
                        <a:t>3</a:t>
                      </a:r>
                    </a:p>
                  </a:txBody>
                  <a:tcPr/>
                </a:tc>
                <a:tc>
                  <a:txBody>
                    <a:bodyPr/>
                    <a:lstStyle/>
                    <a:p>
                      <a:r>
                        <a:rPr lang="en-US"/>
                        <a:t>Tighten MF Usage (TCV Impacting)</a:t>
                      </a:r>
                    </a:p>
                  </a:txBody>
                  <a:tcPr/>
                </a:tc>
                <a:tc>
                  <a:txBody>
                    <a:bodyPr/>
                    <a:lstStyle/>
                    <a:p>
                      <a:pPr marL="342900" indent="-342900">
                        <a:buFont typeface="Arial" panose="020B0604020202020204" pitchFamily="34" charset="0"/>
                        <a:buChar char="•"/>
                      </a:pPr>
                      <a:r>
                        <a:rPr lang="en-US"/>
                        <a:t>Discuss options with Travis</a:t>
                      </a:r>
                    </a:p>
                    <a:p>
                      <a:pPr marL="342900" indent="-342900">
                        <a:buFont typeface="Arial" panose="020B0604020202020204" pitchFamily="34" charset="0"/>
                        <a:buChar char="•"/>
                      </a:pPr>
                      <a:r>
                        <a:rPr lang="en-US"/>
                        <a:t>Propose Recommendation </a:t>
                      </a:r>
                    </a:p>
                  </a:txBody>
                  <a:tcPr/>
                </a:tc>
                <a:tc>
                  <a:txBody>
                    <a:bodyPr/>
                    <a:lstStyle/>
                    <a:p>
                      <a:pPr marL="342900" lvl="0" indent="-342900">
                        <a:buFont typeface="Arial"/>
                        <a:buChar char="•"/>
                      </a:pPr>
                      <a:r>
                        <a:rPr lang="en-US"/>
                        <a:t>Discount Policy (VP approval on discounts) went live Feb 2026 for TAE only</a:t>
                      </a:r>
                    </a:p>
                  </a:txBody>
                  <a:tcPr/>
                </a:tc>
                <a:tc>
                  <a:txBody>
                    <a:bodyPr/>
                    <a:lstStyle/>
                    <a:p>
                      <a:pPr lvl="0">
                        <a:buNone/>
                      </a:pPr>
                      <a:endParaRPr lang="en-US"/>
                    </a:p>
                  </a:txBody>
                  <a:tcPr>
                    <a:solidFill>
                      <a:schemeClr val="bg2"/>
                    </a:solidFill>
                  </a:tcPr>
                </a:tc>
                <a:extLst>
                  <a:ext uri="{0D108BD9-81ED-4DB2-BD59-A6C34878D82A}">
                    <a16:rowId xmlns:a16="http://schemas.microsoft.com/office/drawing/2014/main" val="431515706"/>
                  </a:ext>
                </a:extLst>
              </a:tr>
              <a:tr h="1055185">
                <a:tc>
                  <a:txBody>
                    <a:bodyPr/>
                    <a:lstStyle/>
                    <a:p>
                      <a:r>
                        <a:rPr lang="en-US"/>
                        <a:t>4</a:t>
                      </a:r>
                    </a:p>
                  </a:txBody>
                  <a:tcPr/>
                </a:tc>
                <a:tc>
                  <a:txBody>
                    <a:bodyPr/>
                    <a:lstStyle/>
                    <a:p>
                      <a:r>
                        <a:rPr lang="en-US" err="1"/>
                        <a:t>MyBiz</a:t>
                      </a:r>
                      <a:r>
                        <a:rPr lang="en-US"/>
                        <a:t> Dash addition -&gt; Activation Metrics</a:t>
                      </a:r>
                    </a:p>
                  </a:txBody>
                  <a:tcPr/>
                </a:tc>
                <a:tc>
                  <a:txBody>
                    <a:bodyPr/>
                    <a:lstStyle/>
                    <a:p>
                      <a:pPr marL="342900" indent="-342900">
                        <a:buFont typeface="Arial" panose="020B0604020202020204" pitchFamily="34" charset="0"/>
                        <a:buChar char="•"/>
                      </a:pPr>
                      <a:r>
                        <a:rPr lang="en-US"/>
                        <a:t>Central Ops designing an addition to </a:t>
                      </a:r>
                      <a:r>
                        <a:rPr lang="en-US" err="1"/>
                        <a:t>MyBiz</a:t>
                      </a:r>
                      <a:r>
                        <a:rPr lang="en-US"/>
                        <a:t> dash to track activation metrics by rep / region</a:t>
                      </a:r>
                    </a:p>
                  </a:txBody>
                  <a:tcPr/>
                </a:tc>
                <a:tc>
                  <a:txBody>
                    <a:bodyPr/>
                    <a:lstStyle/>
                    <a:p>
                      <a:pPr marL="342900" indent="-342900">
                        <a:buFont typeface="Arial"/>
                        <a:buChar char="•"/>
                      </a:pPr>
                      <a:r>
                        <a:rPr lang="en-US"/>
                        <a:t>Updated and live on myBiz Dash</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lang="en-US"/>
                    </a:p>
                  </a:txBody>
                  <a:tcPr>
                    <a:solidFill>
                      <a:schemeClr val="bg2"/>
                    </a:solidFill>
                  </a:tcPr>
                </a:tc>
                <a:extLst>
                  <a:ext uri="{0D108BD9-81ED-4DB2-BD59-A6C34878D82A}">
                    <a16:rowId xmlns:a16="http://schemas.microsoft.com/office/drawing/2014/main" val="3819449114"/>
                  </a:ext>
                </a:extLst>
              </a:tr>
            </a:tbl>
          </a:graphicData>
        </a:graphic>
      </p:graphicFrame>
      <p:sp>
        <p:nvSpPr>
          <p:cNvPr id="6" name="Terminator 5">
            <a:extLst>
              <a:ext uri="{FF2B5EF4-FFF2-40B4-BE49-F238E27FC236}">
                <a16:creationId xmlns:a16="http://schemas.microsoft.com/office/drawing/2014/main" id="{464008E3-63F1-0BF1-D6E0-A9E6E66DF897}"/>
              </a:ext>
            </a:extLst>
          </p:cNvPr>
          <p:cNvSpPr/>
          <p:nvPr/>
        </p:nvSpPr>
        <p:spPr>
          <a:xfrm>
            <a:off x="215526" y="157262"/>
            <a:ext cx="2266121" cy="517525"/>
          </a:xfrm>
          <a:prstGeom prst="flowChartTermina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1"/>
                </a:solidFill>
              </a:rPr>
              <a:t>Follow Ups </a:t>
            </a:r>
          </a:p>
        </p:txBody>
      </p:sp>
      <p:sp>
        <p:nvSpPr>
          <p:cNvPr id="8" name="Rectangle 7">
            <a:extLst>
              <a:ext uri="{FF2B5EF4-FFF2-40B4-BE49-F238E27FC236}">
                <a16:creationId xmlns:a16="http://schemas.microsoft.com/office/drawing/2014/main" id="{7B8442C1-ACF4-1A07-AB7F-0C28941C7F20}"/>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879260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49E6C-6B83-4F2D-9DD2-EB7978B6EDF8}"/>
            </a:ext>
          </a:extLst>
        </p:cNvPr>
        <p:cNvGrpSpPr/>
        <p:nvPr/>
      </p:nvGrpSpPr>
      <p:grpSpPr>
        <a:xfrm>
          <a:off x="0" y="0"/>
          <a:ext cx="0" cy="0"/>
          <a:chOff x="0" y="0"/>
          <a:chExt cx="0" cy="0"/>
        </a:xfrm>
      </p:grpSpPr>
      <p:graphicFrame>
        <p:nvGraphicFramePr>
          <p:cNvPr id="71" name="think-cell data - do not delete" hidden="1">
            <a:extLst>
              <a:ext uri="{FF2B5EF4-FFF2-40B4-BE49-F238E27FC236}">
                <a16:creationId xmlns:a16="http://schemas.microsoft.com/office/drawing/2014/main" id="{23CA5B7A-7924-4AFE-E150-5F1826F5F53D}"/>
              </a:ext>
            </a:extLst>
          </p:cNvPr>
          <p:cNvGraphicFramePr>
            <a:graphicFrameLocks/>
          </p:cNvGraphicFramePr>
          <p:nvPr>
            <p:custDataLst>
              <p:tags r:id="rId1"/>
            </p:custDataLst>
            <p:extLst>
              <p:ext uri="{D42A27DB-BD31-4B8C-83A1-F6EECF244321}">
                <p14:modId xmlns:p14="http://schemas.microsoft.com/office/powerpoint/2010/main" val="26950421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8" imgW="7772400" imgH="10058400" progId="TCLayout.ActiveDocument.1">
                  <p:embed/>
                </p:oleObj>
              </mc:Choice>
              <mc:Fallback>
                <p:oleObj name="think-cell Slide" r:id="rId28" imgW="7772400" imgH="10058400" progId="TCLayout.ActiveDocument.1">
                  <p:embed/>
                  <p:pic>
                    <p:nvPicPr>
                      <p:cNvPr id="71" name="think-cell data - do not delete" hidden="1">
                        <a:extLst>
                          <a:ext uri="{FF2B5EF4-FFF2-40B4-BE49-F238E27FC236}">
                            <a16:creationId xmlns:a16="http://schemas.microsoft.com/office/drawing/2014/main" id="{23CA5B7A-7924-4AFE-E150-5F1826F5F53D}"/>
                          </a:ext>
                        </a:extLst>
                      </p:cNvPr>
                      <p:cNvPicPr/>
                      <p:nvPr/>
                    </p:nvPicPr>
                    <p:blipFill>
                      <a:blip r:embed="rId29"/>
                      <a:stretch>
                        <a:fillRect/>
                      </a:stretch>
                    </p:blipFill>
                    <p:spPr>
                      <a:xfrm>
                        <a:off x="1588" y="1588"/>
                        <a:ext cx="1227" cy="1588"/>
                      </a:xfrm>
                      <a:prstGeom prst="rect">
                        <a:avLst/>
                      </a:prstGeom>
                    </p:spPr>
                  </p:pic>
                </p:oleObj>
              </mc:Fallback>
            </mc:AlternateContent>
          </a:graphicData>
        </a:graphic>
      </p:graphicFrame>
      <p:sp>
        <p:nvSpPr>
          <p:cNvPr id="2" name="Slide Number Placeholder 3">
            <a:extLst>
              <a:ext uri="{FF2B5EF4-FFF2-40B4-BE49-F238E27FC236}">
                <a16:creationId xmlns:a16="http://schemas.microsoft.com/office/drawing/2014/main" id="{E94343A0-C399-B74B-5B16-831EFC6A7FC5}"/>
              </a:ext>
            </a:extLst>
          </p:cNvPr>
          <p:cNvSpPr txBox="1">
            <a:spLocks/>
          </p:cNvSpPr>
          <p:nvPr/>
        </p:nvSpPr>
        <p:spPr>
          <a:xfrm>
            <a:off x="0" y="0"/>
            <a:ext cx="0" cy="0"/>
          </a:xfr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8844C01-219E-3342-9BDB-DBCB9E29B672}" type="slidenum">
              <a:rPr lang="en-US" smtClean="0"/>
              <a:pPr/>
              <a:t>12</a:t>
            </a:fld>
            <a:endParaRPr lang="en-US"/>
          </a:p>
        </p:txBody>
      </p:sp>
      <p:cxnSp>
        <p:nvCxnSpPr>
          <p:cNvPr id="3" name="Straight Connector 2">
            <a:extLst>
              <a:ext uri="{FF2B5EF4-FFF2-40B4-BE49-F238E27FC236}">
                <a16:creationId xmlns:a16="http://schemas.microsoft.com/office/drawing/2014/main" id="{8AF09F96-28B7-E066-0C37-278F34CD4292}"/>
              </a:ext>
            </a:extLst>
          </p:cNvPr>
          <p:cNvCxnSpPr>
            <a:cxnSpLocks/>
          </p:cNvCxnSpPr>
          <p:nvPr/>
        </p:nvCxnSpPr>
        <p:spPr>
          <a:xfrm>
            <a:off x="12635706" y="8202002"/>
            <a:ext cx="1124743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1BDD0CE-7EC7-6E64-1395-BA0A4A88AF1E}"/>
              </a:ext>
            </a:extLst>
          </p:cNvPr>
          <p:cNvSpPr txBox="1"/>
          <p:nvPr/>
        </p:nvSpPr>
        <p:spPr>
          <a:xfrm>
            <a:off x="1487488" y="3621088"/>
            <a:ext cx="10721975" cy="635000"/>
          </a:xfrm>
          <a:prstGeom prst="rect">
            <a:avLst/>
          </a:prstGeom>
          <a:noFill/>
        </p:spPr>
        <p:txBody>
          <a:bodyPr wrap="square" lIns="0" tIns="0" rIns="0" bIns="0" rtlCol="0" anchor="t">
            <a:noAutofit/>
          </a:bodyPr>
          <a:lstStyle/>
          <a:p>
            <a:pPr algn="ctr" defTabSz="1828800">
              <a:defRPr/>
            </a:pPr>
            <a:r>
              <a:rPr lang="en-US" sz="3200">
                <a:solidFill>
                  <a:srgbClr val="3C4345"/>
                </a:solidFill>
                <a:latin typeface="Community"/>
              </a:rPr>
              <a:t>FY26 Q3 Plan to Actuals Bridge [Y1 Bookings]</a:t>
            </a:r>
          </a:p>
        </p:txBody>
      </p:sp>
      <p:sp>
        <p:nvSpPr>
          <p:cNvPr id="5" name="TextBox 4">
            <a:extLst>
              <a:ext uri="{FF2B5EF4-FFF2-40B4-BE49-F238E27FC236}">
                <a16:creationId xmlns:a16="http://schemas.microsoft.com/office/drawing/2014/main" id="{508BAE1B-E19C-7898-0585-BA149B64DC9E}"/>
              </a:ext>
            </a:extLst>
          </p:cNvPr>
          <p:cNvSpPr txBox="1"/>
          <p:nvPr/>
        </p:nvSpPr>
        <p:spPr>
          <a:xfrm>
            <a:off x="13445026" y="3614738"/>
            <a:ext cx="10683875" cy="631825"/>
          </a:xfrm>
          <a:prstGeom prst="rect">
            <a:avLst/>
          </a:prstGeom>
          <a:noFill/>
        </p:spPr>
        <p:txBody>
          <a:bodyPr wrap="square" lIns="0" tIns="0" rIns="0" bIns="0" rtlCol="0" anchor="t">
            <a:noAutofit/>
          </a:bodyPr>
          <a:lstStyle/>
          <a:p>
            <a:pPr algn="ctr" defTabSz="1828800">
              <a:defRPr/>
            </a:pPr>
            <a:r>
              <a:rPr lang="en-US" sz="3200">
                <a:solidFill>
                  <a:srgbClr val="3C4345"/>
                </a:solidFill>
                <a:latin typeface="Community"/>
              </a:rPr>
              <a:t>FY26 Q3 Supporting Metrics</a:t>
            </a:r>
          </a:p>
        </p:txBody>
      </p:sp>
      <p:grpSp>
        <p:nvGrpSpPr>
          <p:cNvPr id="6" name="Group 5">
            <a:extLst>
              <a:ext uri="{FF2B5EF4-FFF2-40B4-BE49-F238E27FC236}">
                <a16:creationId xmlns:a16="http://schemas.microsoft.com/office/drawing/2014/main" id="{BA306324-7944-70EF-A355-274BDEDEC148}"/>
              </a:ext>
            </a:extLst>
          </p:cNvPr>
          <p:cNvGrpSpPr/>
          <p:nvPr/>
        </p:nvGrpSpPr>
        <p:grpSpPr>
          <a:xfrm>
            <a:off x="16913225" y="4868863"/>
            <a:ext cx="2857500" cy="2805113"/>
            <a:chOff x="6777063" y="2152820"/>
            <a:chExt cx="1048838" cy="1037794"/>
          </a:xfrm>
        </p:grpSpPr>
        <p:sp>
          <p:nvSpPr>
            <p:cNvPr id="11" name="Oval 10">
              <a:extLst>
                <a:ext uri="{FF2B5EF4-FFF2-40B4-BE49-F238E27FC236}">
                  <a16:creationId xmlns:a16="http://schemas.microsoft.com/office/drawing/2014/main" id="{80CE75B0-9C7C-5C7B-3030-3826DFB83B8B}"/>
                </a:ext>
              </a:extLst>
            </p:cNvPr>
            <p:cNvSpPr/>
            <p:nvPr/>
          </p:nvSpPr>
          <p:spPr>
            <a:xfrm>
              <a:off x="6777063" y="2152820"/>
              <a:ext cx="1048838" cy="1037794"/>
            </a:xfrm>
            <a:prstGeom prst="ellipse">
              <a:avLst/>
            </a:prstGeom>
            <a:solidFill>
              <a:srgbClr val="C0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1828800">
                <a:defRPr/>
              </a:pPr>
              <a:endParaRPr lang="en-US" sz="4000">
                <a:solidFill>
                  <a:srgbClr val="FDFAF5"/>
                </a:solidFill>
                <a:latin typeface="Arial" panose="020B0604020202020204"/>
              </a:endParaRPr>
            </a:p>
          </p:txBody>
        </p:sp>
        <p:sp>
          <p:nvSpPr>
            <p:cNvPr id="12" name="Oval 11">
              <a:extLst>
                <a:ext uri="{FF2B5EF4-FFF2-40B4-BE49-F238E27FC236}">
                  <a16:creationId xmlns:a16="http://schemas.microsoft.com/office/drawing/2014/main" id="{6ED51464-0E3D-1525-075C-DE8F77CB0657}"/>
                </a:ext>
              </a:extLst>
            </p:cNvPr>
            <p:cNvSpPr/>
            <p:nvPr/>
          </p:nvSpPr>
          <p:spPr>
            <a:xfrm>
              <a:off x="6877151" y="2245575"/>
              <a:ext cx="855452" cy="8573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endParaRPr lang="en-US" sz="4000">
                <a:solidFill>
                  <a:srgbClr val="FDFAF5"/>
                </a:solidFill>
                <a:latin typeface="Arial" panose="020B0604020202020204"/>
              </a:endParaRPr>
            </a:p>
          </p:txBody>
        </p:sp>
        <p:sp>
          <p:nvSpPr>
            <p:cNvPr id="13" name="TextBox 12">
              <a:extLst>
                <a:ext uri="{FF2B5EF4-FFF2-40B4-BE49-F238E27FC236}">
                  <a16:creationId xmlns:a16="http://schemas.microsoft.com/office/drawing/2014/main" id="{680476D1-E7C6-4A37-27A1-969C92C6E9EF}"/>
                </a:ext>
              </a:extLst>
            </p:cNvPr>
            <p:cNvSpPr txBox="1"/>
            <p:nvPr/>
          </p:nvSpPr>
          <p:spPr>
            <a:xfrm>
              <a:off x="6854039" y="2696099"/>
              <a:ext cx="909115" cy="233022"/>
            </a:xfrm>
            <a:prstGeom prst="rect">
              <a:avLst/>
            </a:prstGeom>
            <a:noFill/>
          </p:spPr>
          <p:txBody>
            <a:bodyPr wrap="square" lIns="0" tIns="0" rIns="0" bIns="0" rtlCol="0" anchor="t">
              <a:noAutofit/>
            </a:bodyPr>
            <a:lstStyle/>
            <a:p>
              <a:pPr algn="ctr" defTabSz="1828800">
                <a:defRPr/>
              </a:pPr>
              <a:r>
                <a:rPr lang="en-US" sz="2100">
                  <a:solidFill>
                    <a:srgbClr val="3C4345"/>
                  </a:solidFill>
                  <a:latin typeface="Community Light"/>
                </a:rPr>
                <a:t>18%</a:t>
              </a:r>
            </a:p>
            <a:p>
              <a:pPr algn="ctr" defTabSz="1828800">
                <a:defRPr/>
              </a:pPr>
              <a:r>
                <a:rPr lang="en-US" sz="2100">
                  <a:solidFill>
                    <a:srgbClr val="3C4345"/>
                  </a:solidFill>
                  <a:latin typeface="Community Light"/>
                </a:rPr>
                <a:t>(-7pp vs Plan)</a:t>
              </a:r>
              <a:endParaRPr lang="en-US" sz="2100">
                <a:solidFill>
                  <a:srgbClr val="3C4345"/>
                </a:solidFill>
                <a:latin typeface="Community Light" panose="02000303040000020003" pitchFamily="50" charset="0"/>
              </a:endParaRPr>
            </a:p>
            <a:p>
              <a:pPr marL="571500" indent="-571500" algn="ctr" defTabSz="1828800">
                <a:buFont typeface="Arial" panose="020B0604020202020204" pitchFamily="34" charset="0"/>
                <a:buChar char="•"/>
                <a:defRPr/>
              </a:pPr>
              <a:endParaRPr lang="en-US" sz="2200">
                <a:solidFill>
                  <a:srgbClr val="3C4345"/>
                </a:solidFill>
                <a:latin typeface="Community Light" panose="02000303040000020003" pitchFamily="50" charset="0"/>
              </a:endParaRPr>
            </a:p>
            <a:p>
              <a:pPr marL="571500" indent="-571500" algn="ctr" defTabSz="1828800">
                <a:buFont typeface="Arial" panose="020B0604020202020204" pitchFamily="34" charset="0"/>
                <a:buChar char="•"/>
                <a:defRPr/>
              </a:pPr>
              <a:endParaRPr lang="en-US" sz="2200">
                <a:solidFill>
                  <a:srgbClr val="3C4345"/>
                </a:solidFill>
                <a:latin typeface="Community Light" panose="02000303040000020003" pitchFamily="50" charset="0"/>
              </a:endParaRPr>
            </a:p>
          </p:txBody>
        </p:sp>
        <p:sp>
          <p:nvSpPr>
            <p:cNvPr id="14" name="TextBox 13">
              <a:extLst>
                <a:ext uri="{FF2B5EF4-FFF2-40B4-BE49-F238E27FC236}">
                  <a16:creationId xmlns:a16="http://schemas.microsoft.com/office/drawing/2014/main" id="{88E8CC3D-C83F-9254-E259-5C89C34282A4}"/>
                </a:ext>
              </a:extLst>
            </p:cNvPr>
            <p:cNvSpPr txBox="1"/>
            <p:nvPr/>
          </p:nvSpPr>
          <p:spPr>
            <a:xfrm>
              <a:off x="6869351" y="2324825"/>
              <a:ext cx="864262" cy="178532"/>
            </a:xfrm>
            <a:prstGeom prst="rect">
              <a:avLst/>
            </a:prstGeom>
            <a:noFill/>
          </p:spPr>
          <p:txBody>
            <a:bodyPr wrap="square" lIns="0" tIns="0" rIns="0" bIns="0" rtlCol="0" anchor="t">
              <a:noAutofit/>
            </a:bodyPr>
            <a:lstStyle/>
            <a:p>
              <a:pPr algn="ctr" defTabSz="1828800">
                <a:defRPr/>
              </a:pPr>
              <a:r>
                <a:rPr lang="en-US" sz="3200" b="1">
                  <a:solidFill>
                    <a:srgbClr val="3C4345"/>
                  </a:solidFill>
                  <a:latin typeface="Community Light"/>
                </a:rPr>
                <a:t>Win %*</a:t>
              </a:r>
            </a:p>
            <a:p>
              <a:pPr algn="ctr" defTabSz="1828800">
                <a:defRPr/>
              </a:pPr>
              <a:r>
                <a:rPr lang="en-US" b="1" i="1">
                  <a:solidFill>
                    <a:srgbClr val="3C4345"/>
                  </a:solidFill>
                  <a:latin typeface="Community Light"/>
                </a:rPr>
                <a:t>Actual. (vs plan)</a:t>
              </a:r>
              <a:endParaRPr lang="en-US" b="1">
                <a:solidFill>
                  <a:srgbClr val="3C4345"/>
                </a:solidFill>
                <a:latin typeface="Community Light" panose="02000303040000020003" pitchFamily="50" charset="0"/>
              </a:endParaRPr>
            </a:p>
          </p:txBody>
        </p:sp>
      </p:grpSp>
      <p:sp>
        <p:nvSpPr>
          <p:cNvPr id="15" name="Oval 14">
            <a:extLst>
              <a:ext uri="{FF2B5EF4-FFF2-40B4-BE49-F238E27FC236}">
                <a16:creationId xmlns:a16="http://schemas.microsoft.com/office/drawing/2014/main" id="{7EDFE3DC-7AE3-A37B-2803-B9CBCE73E554}"/>
              </a:ext>
            </a:extLst>
          </p:cNvPr>
          <p:cNvSpPr/>
          <p:nvPr/>
        </p:nvSpPr>
        <p:spPr>
          <a:xfrm>
            <a:off x="20340638" y="8993188"/>
            <a:ext cx="2857500" cy="2805113"/>
          </a:xfrm>
          <a:prstGeom prst="ellipse">
            <a:avLst/>
          </a:prstGeom>
          <a:solidFill>
            <a:srgbClr val="386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endParaRPr lang="en-US" sz="4000">
              <a:solidFill>
                <a:srgbClr val="FDFAF5"/>
              </a:solidFill>
              <a:latin typeface="Arial" panose="020B0604020202020204"/>
            </a:endParaRPr>
          </a:p>
        </p:txBody>
      </p:sp>
      <p:sp>
        <p:nvSpPr>
          <p:cNvPr id="16" name="Oval 15">
            <a:extLst>
              <a:ext uri="{FF2B5EF4-FFF2-40B4-BE49-F238E27FC236}">
                <a16:creationId xmlns:a16="http://schemas.microsoft.com/office/drawing/2014/main" id="{4705A6FD-E609-E3BB-595E-26D95CED0A62}"/>
              </a:ext>
            </a:extLst>
          </p:cNvPr>
          <p:cNvSpPr/>
          <p:nvPr/>
        </p:nvSpPr>
        <p:spPr>
          <a:xfrm>
            <a:off x="20597813" y="9240838"/>
            <a:ext cx="2330450" cy="2317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endParaRPr lang="en-US" sz="4000">
              <a:solidFill>
                <a:srgbClr val="FDFAF5"/>
              </a:solidFill>
              <a:latin typeface="Arial" panose="020B0604020202020204"/>
            </a:endParaRPr>
          </a:p>
        </p:txBody>
      </p:sp>
      <p:sp>
        <p:nvSpPr>
          <p:cNvPr id="17" name="TextBox 16">
            <a:extLst>
              <a:ext uri="{FF2B5EF4-FFF2-40B4-BE49-F238E27FC236}">
                <a16:creationId xmlns:a16="http://schemas.microsoft.com/office/drawing/2014/main" id="{BE757778-7CB0-5763-9B10-B3F3E5B01878}"/>
              </a:ext>
            </a:extLst>
          </p:cNvPr>
          <p:cNvSpPr txBox="1"/>
          <p:nvPr/>
        </p:nvSpPr>
        <p:spPr>
          <a:xfrm>
            <a:off x="20539075" y="10434638"/>
            <a:ext cx="2478088" cy="630238"/>
          </a:xfrm>
          <a:prstGeom prst="rect">
            <a:avLst/>
          </a:prstGeom>
          <a:noFill/>
        </p:spPr>
        <p:txBody>
          <a:bodyPr wrap="square" lIns="0" tIns="0" rIns="0" bIns="0" rtlCol="0" anchor="t">
            <a:noAutofit/>
          </a:bodyPr>
          <a:lstStyle/>
          <a:p>
            <a:pPr algn="ctr" defTabSz="1828800">
              <a:defRPr/>
            </a:pPr>
            <a:r>
              <a:rPr lang="en-US" sz="2100">
                <a:solidFill>
                  <a:srgbClr val="3C4345"/>
                </a:solidFill>
                <a:latin typeface="Community Light"/>
              </a:rPr>
              <a:t>$51K</a:t>
            </a:r>
          </a:p>
          <a:p>
            <a:pPr algn="ctr" defTabSz="1828800">
              <a:defRPr/>
            </a:pPr>
            <a:r>
              <a:rPr lang="en-US" sz="2100">
                <a:solidFill>
                  <a:srgbClr val="3C4345"/>
                </a:solidFill>
                <a:latin typeface="Community Light"/>
              </a:rPr>
              <a:t>( +$5K vs Plan)</a:t>
            </a:r>
          </a:p>
          <a:p>
            <a:pPr marL="571500" indent="-571500" algn="ctr" defTabSz="1828800">
              <a:buFont typeface="Arial" panose="020B0604020202020204" pitchFamily="34" charset="0"/>
              <a:buChar char="•"/>
              <a:defRPr/>
            </a:pPr>
            <a:endParaRPr lang="en-US" sz="2200">
              <a:solidFill>
                <a:srgbClr val="3C4345"/>
              </a:solidFill>
              <a:latin typeface="Community Light" panose="02000303040000020003" pitchFamily="50" charset="0"/>
            </a:endParaRPr>
          </a:p>
        </p:txBody>
      </p:sp>
      <p:sp>
        <p:nvSpPr>
          <p:cNvPr id="18" name="Oval 17">
            <a:extLst>
              <a:ext uri="{FF2B5EF4-FFF2-40B4-BE49-F238E27FC236}">
                <a16:creationId xmlns:a16="http://schemas.microsoft.com/office/drawing/2014/main" id="{671F115B-C53A-6F3C-6232-5B2CDB25D100}"/>
              </a:ext>
            </a:extLst>
          </p:cNvPr>
          <p:cNvSpPr/>
          <p:nvPr/>
        </p:nvSpPr>
        <p:spPr>
          <a:xfrm>
            <a:off x="20399375" y="4876800"/>
            <a:ext cx="2857500" cy="2805113"/>
          </a:xfrm>
          <a:prstGeom prst="ellipse">
            <a:avLst/>
          </a:prstGeom>
          <a:solidFill>
            <a:srgbClr val="447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endParaRPr lang="en-US" sz="3600">
              <a:solidFill>
                <a:srgbClr val="FDFAF5"/>
              </a:solidFill>
              <a:latin typeface="Arial" panose="020B0604020202020204"/>
            </a:endParaRPr>
          </a:p>
        </p:txBody>
      </p:sp>
      <p:sp>
        <p:nvSpPr>
          <p:cNvPr id="19" name="Oval 18">
            <a:extLst>
              <a:ext uri="{FF2B5EF4-FFF2-40B4-BE49-F238E27FC236}">
                <a16:creationId xmlns:a16="http://schemas.microsoft.com/office/drawing/2014/main" id="{AC2CD598-F150-01A5-D0C3-DA7506534175}"/>
              </a:ext>
            </a:extLst>
          </p:cNvPr>
          <p:cNvSpPr/>
          <p:nvPr/>
        </p:nvSpPr>
        <p:spPr>
          <a:xfrm>
            <a:off x="20670838" y="5126038"/>
            <a:ext cx="2330450" cy="2317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endParaRPr lang="en-US" sz="4000">
              <a:solidFill>
                <a:srgbClr val="FDFAF5"/>
              </a:solidFill>
              <a:latin typeface="Arial" panose="020B0604020202020204"/>
            </a:endParaRPr>
          </a:p>
        </p:txBody>
      </p:sp>
      <p:sp>
        <p:nvSpPr>
          <p:cNvPr id="20" name="TextBox 19">
            <a:extLst>
              <a:ext uri="{FF2B5EF4-FFF2-40B4-BE49-F238E27FC236}">
                <a16:creationId xmlns:a16="http://schemas.microsoft.com/office/drawing/2014/main" id="{6D9FEA2A-6597-EAE3-DCD8-D60517058DE6}"/>
              </a:ext>
            </a:extLst>
          </p:cNvPr>
          <p:cNvSpPr txBox="1"/>
          <p:nvPr/>
        </p:nvSpPr>
        <p:spPr>
          <a:xfrm>
            <a:off x="20610513" y="6342063"/>
            <a:ext cx="2478088" cy="628650"/>
          </a:xfrm>
          <a:prstGeom prst="rect">
            <a:avLst/>
          </a:prstGeom>
          <a:noFill/>
        </p:spPr>
        <p:txBody>
          <a:bodyPr wrap="square" lIns="0" tIns="0" rIns="0" bIns="0" rtlCol="0" anchor="t">
            <a:noAutofit/>
          </a:bodyPr>
          <a:lstStyle/>
          <a:p>
            <a:pPr algn="ctr" defTabSz="1828800">
              <a:defRPr/>
            </a:pPr>
            <a:r>
              <a:rPr lang="en-US" sz="2100">
                <a:solidFill>
                  <a:srgbClr val="3C4345"/>
                </a:solidFill>
                <a:latin typeface="Community Light"/>
              </a:rPr>
              <a:t>2.23</a:t>
            </a:r>
          </a:p>
          <a:p>
            <a:pPr algn="ctr" defTabSz="1828800">
              <a:defRPr/>
            </a:pPr>
            <a:r>
              <a:rPr lang="en-US" sz="2100">
                <a:solidFill>
                  <a:srgbClr val="3C4345"/>
                </a:solidFill>
                <a:latin typeface="Community Light"/>
              </a:rPr>
              <a:t> (+0.18 vs Plan)</a:t>
            </a:r>
            <a:endParaRPr lang="en-US" sz="2100">
              <a:solidFill>
                <a:srgbClr val="3C4345"/>
              </a:solidFill>
              <a:latin typeface="Community Light" panose="02000303040000020003" pitchFamily="50" charset="0"/>
            </a:endParaRPr>
          </a:p>
          <a:p>
            <a:pPr marL="571500" indent="-571500" algn="ctr" defTabSz="1828800">
              <a:buFont typeface="Arial" panose="020B0604020202020204" pitchFamily="34" charset="0"/>
              <a:buChar char="•"/>
              <a:defRPr/>
            </a:pPr>
            <a:endParaRPr lang="en-US" sz="2200">
              <a:solidFill>
                <a:srgbClr val="3C4345"/>
              </a:solidFill>
              <a:latin typeface="Community Light" panose="02000303040000020003" pitchFamily="50" charset="0"/>
            </a:endParaRPr>
          </a:p>
          <a:p>
            <a:pPr marL="571500" indent="-571500" algn="ctr" defTabSz="1828800">
              <a:buFont typeface="Arial" panose="020B0604020202020204" pitchFamily="34" charset="0"/>
              <a:buChar char="•"/>
              <a:defRPr/>
            </a:pPr>
            <a:endParaRPr lang="en-US" sz="2200">
              <a:solidFill>
                <a:srgbClr val="3C4345"/>
              </a:solidFill>
              <a:latin typeface="Community Light" panose="02000303040000020003" pitchFamily="50" charset="0"/>
            </a:endParaRPr>
          </a:p>
        </p:txBody>
      </p:sp>
      <p:sp>
        <p:nvSpPr>
          <p:cNvPr id="21" name="TextBox 20">
            <a:extLst>
              <a:ext uri="{FF2B5EF4-FFF2-40B4-BE49-F238E27FC236}">
                <a16:creationId xmlns:a16="http://schemas.microsoft.com/office/drawing/2014/main" id="{86B5092F-9117-2C6E-61B4-E9B812DC0B00}"/>
              </a:ext>
            </a:extLst>
          </p:cNvPr>
          <p:cNvSpPr txBox="1"/>
          <p:nvPr/>
        </p:nvSpPr>
        <p:spPr>
          <a:xfrm>
            <a:off x="20650200" y="5432425"/>
            <a:ext cx="2355850" cy="482600"/>
          </a:xfrm>
          <a:prstGeom prst="rect">
            <a:avLst/>
          </a:prstGeom>
          <a:noFill/>
        </p:spPr>
        <p:txBody>
          <a:bodyPr wrap="square" lIns="0" tIns="0" rIns="0" bIns="0" rtlCol="0" anchor="t">
            <a:noAutofit/>
          </a:bodyPr>
          <a:lstStyle/>
          <a:p>
            <a:pPr algn="ctr" defTabSz="1828800">
              <a:defRPr/>
            </a:pPr>
            <a:r>
              <a:rPr lang="en-US" sz="3200" b="1">
                <a:solidFill>
                  <a:srgbClr val="3C4345"/>
                </a:solidFill>
                <a:latin typeface="Community Light"/>
              </a:rPr>
              <a:t>RIG</a:t>
            </a:r>
          </a:p>
          <a:p>
            <a:pPr algn="ctr" defTabSz="1828800">
              <a:defRPr/>
            </a:pPr>
            <a:r>
              <a:rPr lang="en-US" b="1" i="1">
                <a:solidFill>
                  <a:srgbClr val="3C4345"/>
                </a:solidFill>
                <a:latin typeface="Community Light"/>
              </a:rPr>
              <a:t>Actual (vs plan)</a:t>
            </a:r>
            <a:endParaRPr lang="en-US" b="1">
              <a:solidFill>
                <a:srgbClr val="3C4345"/>
              </a:solidFill>
              <a:latin typeface="Community Light" panose="02000303040000020003" pitchFamily="50" charset="0"/>
            </a:endParaRPr>
          </a:p>
        </p:txBody>
      </p:sp>
      <p:sp>
        <p:nvSpPr>
          <p:cNvPr id="22" name="Oval 21">
            <a:extLst>
              <a:ext uri="{FF2B5EF4-FFF2-40B4-BE49-F238E27FC236}">
                <a16:creationId xmlns:a16="http://schemas.microsoft.com/office/drawing/2014/main" id="{5C9D9D2E-2C90-1C97-A195-CD1F2444BBA7}"/>
              </a:ext>
            </a:extLst>
          </p:cNvPr>
          <p:cNvSpPr/>
          <p:nvPr/>
        </p:nvSpPr>
        <p:spPr>
          <a:xfrm>
            <a:off x="13623925" y="8958263"/>
            <a:ext cx="2857500" cy="2806700"/>
          </a:xfrm>
          <a:prstGeom prst="ellipse">
            <a:avLst/>
          </a:prstGeom>
          <a:solidFill>
            <a:srgbClr val="386E1D"/>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1828800">
              <a:defRPr/>
            </a:pPr>
            <a:endParaRPr lang="en-US" sz="4000">
              <a:solidFill>
                <a:srgbClr val="FDFAF5"/>
              </a:solidFill>
              <a:latin typeface="Arial" panose="020B0604020202020204"/>
            </a:endParaRPr>
          </a:p>
        </p:txBody>
      </p:sp>
      <p:sp>
        <p:nvSpPr>
          <p:cNvPr id="23" name="Oval 22">
            <a:extLst>
              <a:ext uri="{FF2B5EF4-FFF2-40B4-BE49-F238E27FC236}">
                <a16:creationId xmlns:a16="http://schemas.microsoft.com/office/drawing/2014/main" id="{5599D8A2-8F71-CC56-5089-0061475E01EB}"/>
              </a:ext>
            </a:extLst>
          </p:cNvPr>
          <p:cNvSpPr/>
          <p:nvPr/>
        </p:nvSpPr>
        <p:spPr>
          <a:xfrm>
            <a:off x="13895388" y="9209088"/>
            <a:ext cx="2330450" cy="2317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endParaRPr lang="en-US" sz="4000">
              <a:solidFill>
                <a:srgbClr val="FDFAF5"/>
              </a:solidFill>
              <a:latin typeface="Arial" panose="020B0604020202020204"/>
            </a:endParaRPr>
          </a:p>
        </p:txBody>
      </p:sp>
      <p:sp>
        <p:nvSpPr>
          <p:cNvPr id="24" name="TextBox 23">
            <a:extLst>
              <a:ext uri="{FF2B5EF4-FFF2-40B4-BE49-F238E27FC236}">
                <a16:creationId xmlns:a16="http://schemas.microsoft.com/office/drawing/2014/main" id="{E8325FD6-8DB1-5C84-F435-2068524B9089}"/>
              </a:ext>
            </a:extLst>
          </p:cNvPr>
          <p:cNvSpPr txBox="1"/>
          <p:nvPr/>
        </p:nvSpPr>
        <p:spPr>
          <a:xfrm>
            <a:off x="13814425" y="10394950"/>
            <a:ext cx="2476500" cy="630238"/>
          </a:xfrm>
          <a:prstGeom prst="rect">
            <a:avLst/>
          </a:prstGeom>
          <a:noFill/>
        </p:spPr>
        <p:txBody>
          <a:bodyPr wrap="square" lIns="0" tIns="0" rIns="0" bIns="0" rtlCol="0" anchor="t">
            <a:noAutofit/>
          </a:bodyPr>
          <a:lstStyle/>
          <a:p>
            <a:pPr algn="ctr" defTabSz="1828800">
              <a:defRPr/>
            </a:pPr>
            <a:r>
              <a:rPr lang="en-US" sz="2100">
                <a:solidFill>
                  <a:srgbClr val="3C4345"/>
                </a:solidFill>
                <a:latin typeface="Community Light"/>
              </a:rPr>
              <a:t>$20.3M</a:t>
            </a:r>
          </a:p>
          <a:p>
            <a:pPr algn="ctr" defTabSz="1828800">
              <a:defRPr/>
            </a:pPr>
            <a:r>
              <a:rPr lang="en-US" sz="2100">
                <a:solidFill>
                  <a:srgbClr val="3C4345"/>
                </a:solidFill>
                <a:latin typeface="Community Light"/>
              </a:rPr>
              <a:t>(+112% vs Plan)</a:t>
            </a:r>
          </a:p>
          <a:p>
            <a:pPr algn="ctr" defTabSz="1828800">
              <a:defRPr/>
            </a:pPr>
            <a:endParaRPr lang="en-US" sz="2100">
              <a:solidFill>
                <a:srgbClr val="3C4345"/>
              </a:solidFill>
              <a:latin typeface="Community Light"/>
            </a:endParaRPr>
          </a:p>
          <a:p>
            <a:pPr algn="ctr" defTabSz="1828800">
              <a:defRPr/>
            </a:pPr>
            <a:endParaRPr lang="en-US" sz="2200">
              <a:solidFill>
                <a:srgbClr val="3C4345"/>
              </a:solidFill>
              <a:highlight>
                <a:srgbClr val="FFFF00"/>
              </a:highlight>
              <a:latin typeface="Community Light" panose="02000303040000020003" pitchFamily="50" charset="0"/>
            </a:endParaRPr>
          </a:p>
          <a:p>
            <a:pPr marL="571500" indent="-571500" algn="ctr" defTabSz="1828800">
              <a:buFont typeface="Arial" panose="020B0604020202020204" pitchFamily="34" charset="0"/>
              <a:buChar char="•"/>
              <a:defRPr/>
            </a:pPr>
            <a:endParaRPr lang="en-US" sz="2200">
              <a:solidFill>
                <a:srgbClr val="3C4345"/>
              </a:solidFill>
              <a:latin typeface="Community Light" panose="02000303040000020003" pitchFamily="50" charset="0"/>
            </a:endParaRPr>
          </a:p>
        </p:txBody>
      </p:sp>
      <p:sp>
        <p:nvSpPr>
          <p:cNvPr id="25" name="TextBox 24">
            <a:extLst>
              <a:ext uri="{FF2B5EF4-FFF2-40B4-BE49-F238E27FC236}">
                <a16:creationId xmlns:a16="http://schemas.microsoft.com/office/drawing/2014/main" id="{3E4B6330-4936-1CB1-592B-E0AD226F8334}"/>
              </a:ext>
            </a:extLst>
          </p:cNvPr>
          <p:cNvSpPr txBox="1"/>
          <p:nvPr/>
        </p:nvSpPr>
        <p:spPr>
          <a:xfrm>
            <a:off x="13874750" y="9453563"/>
            <a:ext cx="2355850" cy="482600"/>
          </a:xfrm>
          <a:prstGeom prst="rect">
            <a:avLst/>
          </a:prstGeom>
          <a:noFill/>
        </p:spPr>
        <p:txBody>
          <a:bodyPr wrap="square" lIns="0" tIns="0" rIns="0" bIns="0" rtlCol="0" anchor="t">
            <a:noAutofit/>
          </a:bodyPr>
          <a:lstStyle/>
          <a:p>
            <a:pPr algn="ctr" defTabSz="1828800">
              <a:defRPr/>
            </a:pPr>
            <a:r>
              <a:rPr lang="en-US" sz="3200" b="1">
                <a:solidFill>
                  <a:srgbClr val="3C4345"/>
                </a:solidFill>
                <a:latin typeface="Community Light"/>
              </a:rPr>
              <a:t>TAE</a:t>
            </a:r>
          </a:p>
          <a:p>
            <a:pPr algn="ctr" defTabSz="1828800">
              <a:defRPr/>
            </a:pPr>
            <a:r>
              <a:rPr lang="en-US" b="1" i="1">
                <a:solidFill>
                  <a:srgbClr val="3C4345"/>
                </a:solidFill>
                <a:latin typeface="Community Light"/>
              </a:rPr>
              <a:t>field bkgs. vs plan</a:t>
            </a:r>
            <a:endParaRPr lang="en-US" b="1">
              <a:solidFill>
                <a:srgbClr val="3C4345"/>
              </a:solidFill>
              <a:latin typeface="Community Light"/>
            </a:endParaRPr>
          </a:p>
        </p:txBody>
      </p:sp>
      <p:grpSp>
        <p:nvGrpSpPr>
          <p:cNvPr id="26" name="Group 25">
            <a:extLst>
              <a:ext uri="{FF2B5EF4-FFF2-40B4-BE49-F238E27FC236}">
                <a16:creationId xmlns:a16="http://schemas.microsoft.com/office/drawing/2014/main" id="{ED932845-E128-D843-6523-65456A2ABF61}"/>
              </a:ext>
            </a:extLst>
          </p:cNvPr>
          <p:cNvGrpSpPr/>
          <p:nvPr/>
        </p:nvGrpSpPr>
        <p:grpSpPr>
          <a:xfrm>
            <a:off x="13928725" y="5248275"/>
            <a:ext cx="5795963" cy="6513513"/>
            <a:chOff x="5697214" y="782138"/>
            <a:chExt cx="2126875" cy="2409036"/>
          </a:xfrm>
        </p:grpSpPr>
        <p:sp>
          <p:nvSpPr>
            <p:cNvPr id="27" name="Oval 26">
              <a:extLst>
                <a:ext uri="{FF2B5EF4-FFF2-40B4-BE49-F238E27FC236}">
                  <a16:creationId xmlns:a16="http://schemas.microsoft.com/office/drawing/2014/main" id="{22673D7B-A53C-EF0A-06F6-54B493068506}"/>
                </a:ext>
              </a:extLst>
            </p:cNvPr>
            <p:cNvSpPr/>
            <p:nvPr/>
          </p:nvSpPr>
          <p:spPr>
            <a:xfrm>
              <a:off x="6775251" y="2153380"/>
              <a:ext cx="1048838" cy="1037794"/>
            </a:xfrm>
            <a:prstGeom prst="ellipse">
              <a:avLst/>
            </a:prstGeom>
            <a:solidFill>
              <a:srgbClr val="386E1D"/>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1828800">
                <a:defRPr/>
              </a:pPr>
              <a:endParaRPr lang="en-US" sz="4000">
                <a:solidFill>
                  <a:srgbClr val="FDFAF5"/>
                </a:solidFill>
                <a:latin typeface="Arial" panose="020B0604020202020204"/>
              </a:endParaRPr>
            </a:p>
          </p:txBody>
        </p:sp>
        <p:sp>
          <p:nvSpPr>
            <p:cNvPr id="28" name="Oval 27">
              <a:extLst>
                <a:ext uri="{FF2B5EF4-FFF2-40B4-BE49-F238E27FC236}">
                  <a16:creationId xmlns:a16="http://schemas.microsoft.com/office/drawing/2014/main" id="{BE381C18-2B47-8BA8-B4D3-3C0663FB90D8}"/>
                </a:ext>
              </a:extLst>
            </p:cNvPr>
            <p:cNvSpPr/>
            <p:nvPr/>
          </p:nvSpPr>
          <p:spPr>
            <a:xfrm>
              <a:off x="6869108" y="2245575"/>
              <a:ext cx="855452" cy="8573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endParaRPr lang="en-US" sz="4000">
                <a:solidFill>
                  <a:srgbClr val="FDFAF5"/>
                </a:solidFill>
                <a:latin typeface="Arial" panose="020B0604020202020204"/>
              </a:endParaRPr>
            </a:p>
          </p:txBody>
        </p:sp>
        <p:sp>
          <p:nvSpPr>
            <p:cNvPr id="29" name="TextBox 28">
              <a:extLst>
                <a:ext uri="{FF2B5EF4-FFF2-40B4-BE49-F238E27FC236}">
                  <a16:creationId xmlns:a16="http://schemas.microsoft.com/office/drawing/2014/main" id="{E7BCA8E5-117C-CF93-BA1D-51C8643529E7}"/>
                </a:ext>
              </a:extLst>
            </p:cNvPr>
            <p:cNvSpPr txBox="1"/>
            <p:nvPr/>
          </p:nvSpPr>
          <p:spPr>
            <a:xfrm>
              <a:off x="5697214" y="782138"/>
              <a:ext cx="864262" cy="178532"/>
            </a:xfrm>
            <a:prstGeom prst="rect">
              <a:avLst/>
            </a:prstGeom>
            <a:noFill/>
          </p:spPr>
          <p:txBody>
            <a:bodyPr wrap="square" lIns="0" tIns="0" rIns="0" bIns="0" rtlCol="0">
              <a:noAutofit/>
            </a:bodyPr>
            <a:lstStyle/>
            <a:p>
              <a:pPr algn="ctr" defTabSz="1828800">
                <a:defRPr/>
              </a:pPr>
              <a:r>
                <a:rPr lang="en-US" sz="3200" b="1">
                  <a:solidFill>
                    <a:srgbClr val="3C4345"/>
                  </a:solidFill>
                  <a:latin typeface="Community Light" panose="02000303040000020003" pitchFamily="50" charset="0"/>
                </a:rPr>
                <a:t>CVR</a:t>
              </a:r>
            </a:p>
            <a:p>
              <a:pPr algn="ctr" defTabSz="1828800">
                <a:defRPr/>
              </a:pPr>
              <a:r>
                <a:rPr lang="en-US" b="1" i="1">
                  <a:solidFill>
                    <a:srgbClr val="3C4345"/>
                  </a:solidFill>
                  <a:latin typeface="Community Light" panose="02000303040000020003" pitchFamily="50" charset="0"/>
                </a:rPr>
                <a:t>field bkgs. vs plan</a:t>
              </a:r>
              <a:endParaRPr lang="en-US" b="1">
                <a:solidFill>
                  <a:srgbClr val="3C4345"/>
                </a:solidFill>
                <a:latin typeface="Community Light" panose="02000303040000020003" pitchFamily="50" charset="0"/>
              </a:endParaRPr>
            </a:p>
          </p:txBody>
        </p:sp>
      </p:grpSp>
      <p:sp>
        <p:nvSpPr>
          <p:cNvPr id="30" name="TextBox 29">
            <a:extLst>
              <a:ext uri="{FF2B5EF4-FFF2-40B4-BE49-F238E27FC236}">
                <a16:creationId xmlns:a16="http://schemas.microsoft.com/office/drawing/2014/main" id="{BB52B18B-C02E-2CC1-501C-99C2C7C34E72}"/>
              </a:ext>
            </a:extLst>
          </p:cNvPr>
          <p:cNvSpPr txBox="1"/>
          <p:nvPr/>
        </p:nvSpPr>
        <p:spPr>
          <a:xfrm>
            <a:off x="17081500" y="9485313"/>
            <a:ext cx="2355850" cy="482600"/>
          </a:xfrm>
          <a:prstGeom prst="rect">
            <a:avLst/>
          </a:prstGeom>
          <a:noFill/>
        </p:spPr>
        <p:txBody>
          <a:bodyPr wrap="square" lIns="0" tIns="0" rIns="0" bIns="0" rtlCol="0">
            <a:noAutofit/>
          </a:bodyPr>
          <a:lstStyle/>
          <a:p>
            <a:pPr algn="ctr" defTabSz="1828800">
              <a:defRPr/>
            </a:pPr>
            <a:r>
              <a:rPr lang="en-US" sz="3200" b="1">
                <a:solidFill>
                  <a:srgbClr val="3C4345"/>
                </a:solidFill>
                <a:latin typeface="Community Light" panose="02000303040000020003" pitchFamily="50" charset="0"/>
              </a:rPr>
              <a:t>CVR $</a:t>
            </a:r>
          </a:p>
          <a:p>
            <a:pPr algn="ctr" defTabSz="1828800">
              <a:defRPr/>
            </a:pPr>
            <a:r>
              <a:rPr lang="en-US" b="1" i="1">
                <a:solidFill>
                  <a:srgbClr val="3C4345"/>
                </a:solidFill>
                <a:latin typeface="Community Light" panose="02000303040000020003" pitchFamily="50" charset="0"/>
              </a:rPr>
              <a:t>Actual  vs plan</a:t>
            </a:r>
            <a:endParaRPr lang="en-US" b="1">
              <a:solidFill>
                <a:srgbClr val="3C4345"/>
              </a:solidFill>
              <a:latin typeface="Community Light" panose="02000303040000020003" pitchFamily="50" charset="0"/>
            </a:endParaRPr>
          </a:p>
        </p:txBody>
      </p:sp>
      <p:grpSp>
        <p:nvGrpSpPr>
          <p:cNvPr id="31" name="Group 30">
            <a:extLst>
              <a:ext uri="{FF2B5EF4-FFF2-40B4-BE49-F238E27FC236}">
                <a16:creationId xmlns:a16="http://schemas.microsoft.com/office/drawing/2014/main" id="{7BBE987C-F8E3-FFD4-CEAE-58ABBB923BAB}"/>
              </a:ext>
            </a:extLst>
          </p:cNvPr>
          <p:cNvGrpSpPr/>
          <p:nvPr/>
        </p:nvGrpSpPr>
        <p:grpSpPr>
          <a:xfrm>
            <a:off x="13669963" y="4840288"/>
            <a:ext cx="9277350" cy="5314950"/>
            <a:chOff x="6777063" y="2152820"/>
            <a:chExt cx="3404602" cy="1965625"/>
          </a:xfrm>
        </p:grpSpPr>
        <p:sp>
          <p:nvSpPr>
            <p:cNvPr id="32" name="Oval 31">
              <a:extLst>
                <a:ext uri="{FF2B5EF4-FFF2-40B4-BE49-F238E27FC236}">
                  <a16:creationId xmlns:a16="http://schemas.microsoft.com/office/drawing/2014/main" id="{CD1EC7F3-E4E7-5C08-46C0-D9B287081F10}"/>
                </a:ext>
              </a:extLst>
            </p:cNvPr>
            <p:cNvSpPr/>
            <p:nvPr/>
          </p:nvSpPr>
          <p:spPr>
            <a:xfrm>
              <a:off x="6777063" y="2152820"/>
              <a:ext cx="1048838" cy="1037794"/>
            </a:xfrm>
            <a:prstGeom prst="ellipse">
              <a:avLst/>
            </a:prstGeom>
            <a:solidFill>
              <a:srgbClr val="386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endParaRPr lang="en-US" sz="4000">
                <a:solidFill>
                  <a:srgbClr val="FDFAF5"/>
                </a:solidFill>
                <a:latin typeface="Arial" panose="020B0604020202020204"/>
              </a:endParaRPr>
            </a:p>
          </p:txBody>
        </p:sp>
        <p:sp>
          <p:nvSpPr>
            <p:cNvPr id="33" name="Oval 32">
              <a:extLst>
                <a:ext uri="{FF2B5EF4-FFF2-40B4-BE49-F238E27FC236}">
                  <a16:creationId xmlns:a16="http://schemas.microsoft.com/office/drawing/2014/main" id="{221F9C56-2C39-40E5-B9B7-86CD2FA70DDD}"/>
                </a:ext>
              </a:extLst>
            </p:cNvPr>
            <p:cNvSpPr/>
            <p:nvPr/>
          </p:nvSpPr>
          <p:spPr>
            <a:xfrm>
              <a:off x="6877151" y="2245575"/>
              <a:ext cx="855452" cy="8573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endParaRPr lang="en-US" sz="4000">
                <a:solidFill>
                  <a:srgbClr val="FDFAF5"/>
                </a:solidFill>
                <a:latin typeface="Arial" panose="020B0604020202020204"/>
              </a:endParaRPr>
            </a:p>
          </p:txBody>
        </p:sp>
        <p:sp>
          <p:nvSpPr>
            <p:cNvPr id="34" name="TextBox 33">
              <a:extLst>
                <a:ext uri="{FF2B5EF4-FFF2-40B4-BE49-F238E27FC236}">
                  <a16:creationId xmlns:a16="http://schemas.microsoft.com/office/drawing/2014/main" id="{6E74F759-B6C1-54AD-926C-A66E4DDB9C7C}"/>
                </a:ext>
              </a:extLst>
            </p:cNvPr>
            <p:cNvSpPr txBox="1"/>
            <p:nvPr/>
          </p:nvSpPr>
          <p:spPr>
            <a:xfrm>
              <a:off x="6848290" y="2690949"/>
              <a:ext cx="909115" cy="233022"/>
            </a:xfrm>
            <a:prstGeom prst="rect">
              <a:avLst/>
            </a:prstGeom>
            <a:noFill/>
          </p:spPr>
          <p:txBody>
            <a:bodyPr wrap="square" lIns="0" tIns="0" rIns="0" bIns="0" rtlCol="0" anchor="t">
              <a:noAutofit/>
            </a:bodyPr>
            <a:lstStyle/>
            <a:p>
              <a:pPr algn="ctr" defTabSz="1828800">
                <a:defRPr/>
              </a:pPr>
              <a:r>
                <a:rPr lang="en-US" sz="2100">
                  <a:solidFill>
                    <a:srgbClr val="3C4345"/>
                  </a:solidFill>
                  <a:latin typeface="Community Light"/>
                </a:rPr>
                <a:t>2,984</a:t>
              </a:r>
            </a:p>
            <a:p>
              <a:pPr algn="ctr" defTabSz="1828800">
                <a:defRPr/>
              </a:pPr>
              <a:r>
                <a:rPr lang="en-US" sz="2100">
                  <a:solidFill>
                    <a:srgbClr val="3C4345"/>
                  </a:solidFill>
                  <a:latin typeface="Community Light"/>
                </a:rPr>
                <a:t>(148% vs Plan)</a:t>
              </a:r>
              <a:endParaRPr lang="en-US" sz="2100">
                <a:solidFill>
                  <a:srgbClr val="3C4345"/>
                </a:solidFill>
                <a:latin typeface="Community Light" panose="02000303040000020003" pitchFamily="50" charset="0"/>
              </a:endParaRPr>
            </a:p>
            <a:p>
              <a:pPr marL="571500" indent="-571500" algn="ctr" defTabSz="1828800">
                <a:buFont typeface="Arial" panose="020B0604020202020204" pitchFamily="34" charset="0"/>
                <a:buChar char="•"/>
                <a:defRPr/>
              </a:pPr>
              <a:endParaRPr lang="en-US" sz="2200">
                <a:solidFill>
                  <a:srgbClr val="3C4345"/>
                </a:solidFill>
                <a:latin typeface="Community Light" panose="02000303040000020003" pitchFamily="50" charset="0"/>
              </a:endParaRPr>
            </a:p>
            <a:p>
              <a:pPr marL="571500" indent="-571500" algn="ctr" defTabSz="1828800">
                <a:buFont typeface="Arial" panose="020B0604020202020204" pitchFamily="34" charset="0"/>
                <a:buChar char="•"/>
                <a:defRPr/>
              </a:pPr>
              <a:endParaRPr lang="en-US" sz="2200">
                <a:solidFill>
                  <a:srgbClr val="3C4345"/>
                </a:solidFill>
                <a:latin typeface="Community Light" panose="02000303040000020003" pitchFamily="50" charset="0"/>
              </a:endParaRPr>
            </a:p>
          </p:txBody>
        </p:sp>
        <p:sp>
          <p:nvSpPr>
            <p:cNvPr id="35" name="TextBox 34">
              <a:extLst>
                <a:ext uri="{FF2B5EF4-FFF2-40B4-BE49-F238E27FC236}">
                  <a16:creationId xmlns:a16="http://schemas.microsoft.com/office/drawing/2014/main" id="{A87610EC-AC4B-D97B-B1EC-E5254465BE21}"/>
                </a:ext>
              </a:extLst>
            </p:cNvPr>
            <p:cNvSpPr txBox="1"/>
            <p:nvPr/>
          </p:nvSpPr>
          <p:spPr>
            <a:xfrm>
              <a:off x="9317403" y="3939913"/>
              <a:ext cx="864262" cy="178532"/>
            </a:xfrm>
            <a:prstGeom prst="rect">
              <a:avLst/>
            </a:prstGeom>
            <a:noFill/>
          </p:spPr>
          <p:txBody>
            <a:bodyPr wrap="square" lIns="0" tIns="0" rIns="0" bIns="0" rtlCol="0">
              <a:noAutofit/>
            </a:bodyPr>
            <a:lstStyle/>
            <a:p>
              <a:pPr algn="ctr" defTabSz="1828800">
                <a:defRPr/>
              </a:pPr>
              <a:r>
                <a:rPr lang="en-US" sz="3200" b="1">
                  <a:solidFill>
                    <a:srgbClr val="3C4345"/>
                  </a:solidFill>
                  <a:latin typeface="Community Light" panose="02000303040000020003" pitchFamily="50" charset="0"/>
                </a:rPr>
                <a:t>ASP</a:t>
              </a:r>
            </a:p>
            <a:p>
              <a:pPr algn="ctr" defTabSz="1828800">
                <a:defRPr/>
              </a:pPr>
              <a:r>
                <a:rPr lang="en-US" b="1" i="1">
                  <a:solidFill>
                    <a:srgbClr val="3C4345"/>
                  </a:solidFill>
                  <a:latin typeface="Community Light" panose="02000303040000020003" pitchFamily="50" charset="0"/>
                </a:rPr>
                <a:t>Actuals vs plan</a:t>
              </a:r>
              <a:endParaRPr lang="en-US" b="1">
                <a:solidFill>
                  <a:srgbClr val="3C4345"/>
                </a:solidFill>
                <a:latin typeface="Community Light" panose="02000303040000020003" pitchFamily="50" charset="0"/>
              </a:endParaRPr>
            </a:p>
          </p:txBody>
        </p:sp>
        <p:sp>
          <p:nvSpPr>
            <p:cNvPr id="36" name="TextBox 35">
              <a:extLst>
                <a:ext uri="{FF2B5EF4-FFF2-40B4-BE49-F238E27FC236}">
                  <a16:creationId xmlns:a16="http://schemas.microsoft.com/office/drawing/2014/main" id="{71940E6A-2E11-3FA8-75D2-5F3C4DB4C088}"/>
                </a:ext>
              </a:extLst>
            </p:cNvPr>
            <p:cNvSpPr txBox="1"/>
            <p:nvPr/>
          </p:nvSpPr>
          <p:spPr>
            <a:xfrm>
              <a:off x="7065418" y="2926570"/>
              <a:ext cx="491956" cy="233022"/>
            </a:xfrm>
            <a:prstGeom prst="rect">
              <a:avLst/>
            </a:prstGeom>
            <a:noFill/>
          </p:spPr>
          <p:txBody>
            <a:bodyPr wrap="square" lIns="0" tIns="0" rIns="0" bIns="0" rtlCol="0" anchor="t">
              <a:noAutofit/>
            </a:bodyPr>
            <a:lstStyle/>
            <a:p>
              <a:pPr algn="ctr" defTabSz="1828800">
                <a:defRPr/>
              </a:pPr>
              <a:endParaRPr lang="en-US" sz="2000">
                <a:solidFill>
                  <a:srgbClr val="FF0000"/>
                </a:solidFill>
                <a:latin typeface="Community Light"/>
              </a:endParaRPr>
            </a:p>
            <a:p>
              <a:pPr marL="571500" indent="-571500" algn="ctr" defTabSz="1828800">
                <a:buFont typeface="Arial" panose="020B0604020202020204" pitchFamily="34" charset="0"/>
                <a:buChar char="•"/>
                <a:defRPr/>
              </a:pPr>
              <a:endParaRPr lang="en-US" sz="4000">
                <a:solidFill>
                  <a:srgbClr val="44712E"/>
                </a:solidFill>
                <a:latin typeface="Community Light" panose="02000303040000020003" pitchFamily="50" charset="0"/>
              </a:endParaRPr>
            </a:p>
            <a:p>
              <a:pPr marL="571500" indent="-571500" algn="ctr" defTabSz="1828800">
                <a:buFont typeface="Arial" panose="020B0604020202020204" pitchFamily="34" charset="0"/>
                <a:buChar char="•"/>
                <a:defRPr/>
              </a:pPr>
              <a:endParaRPr lang="en-US" sz="4000">
                <a:solidFill>
                  <a:srgbClr val="44712E"/>
                </a:solidFill>
                <a:latin typeface="Community Light" panose="02000303040000020003" pitchFamily="50" charset="0"/>
              </a:endParaRPr>
            </a:p>
          </p:txBody>
        </p:sp>
      </p:grpSp>
      <p:sp>
        <p:nvSpPr>
          <p:cNvPr id="37" name="TextBox 36">
            <a:extLst>
              <a:ext uri="{FF2B5EF4-FFF2-40B4-BE49-F238E27FC236}">
                <a16:creationId xmlns:a16="http://schemas.microsoft.com/office/drawing/2014/main" id="{6CF2553A-551D-545F-184B-2CD85AB2C56F}"/>
              </a:ext>
            </a:extLst>
          </p:cNvPr>
          <p:cNvSpPr txBox="1"/>
          <p:nvPr/>
        </p:nvSpPr>
        <p:spPr>
          <a:xfrm>
            <a:off x="13984288" y="5275263"/>
            <a:ext cx="2355850" cy="482600"/>
          </a:xfrm>
          <a:prstGeom prst="rect">
            <a:avLst/>
          </a:prstGeom>
          <a:noFill/>
        </p:spPr>
        <p:txBody>
          <a:bodyPr wrap="square" lIns="0" tIns="0" rIns="0" bIns="0" rtlCol="0" anchor="t">
            <a:noAutofit/>
          </a:bodyPr>
          <a:lstStyle/>
          <a:p>
            <a:pPr algn="ctr" defTabSz="1828800">
              <a:defRPr/>
            </a:pPr>
            <a:r>
              <a:rPr lang="en-US" sz="3200" b="1">
                <a:solidFill>
                  <a:srgbClr val="3C4345"/>
                </a:solidFill>
                <a:latin typeface="Community Light"/>
              </a:rPr>
              <a:t># Pitches</a:t>
            </a:r>
          </a:p>
          <a:p>
            <a:pPr algn="ctr" defTabSz="1828800">
              <a:defRPr/>
            </a:pPr>
            <a:r>
              <a:rPr lang="en-US" b="1" i="1">
                <a:solidFill>
                  <a:srgbClr val="3C4345"/>
                </a:solidFill>
                <a:latin typeface="Community Light"/>
              </a:rPr>
              <a:t>Actual. vs plan</a:t>
            </a:r>
            <a:endParaRPr lang="en-US" b="1">
              <a:solidFill>
                <a:srgbClr val="3C4345"/>
              </a:solidFill>
              <a:latin typeface="Community Light"/>
            </a:endParaRPr>
          </a:p>
        </p:txBody>
      </p:sp>
      <p:cxnSp>
        <p:nvCxnSpPr>
          <p:cNvPr id="41" name="Straight Connector 40">
            <a:extLst>
              <a:ext uri="{FF2B5EF4-FFF2-40B4-BE49-F238E27FC236}">
                <a16:creationId xmlns:a16="http://schemas.microsoft.com/office/drawing/2014/main" id="{DA5AEA50-9539-BB26-B3FD-81FFFAB0E16F}"/>
              </a:ext>
            </a:extLst>
          </p:cNvPr>
          <p:cNvCxnSpPr/>
          <p:nvPr>
            <p:custDataLst>
              <p:tags r:id="rId2"/>
            </p:custDataLst>
          </p:nvPr>
        </p:nvCxnSpPr>
        <p:spPr bwMode="auto">
          <a:xfrm>
            <a:off x="3090863" y="6145213"/>
            <a:ext cx="7588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175E3FB8-F584-4755-C146-8C28620A1778}"/>
              </a:ext>
            </a:extLst>
          </p:cNvPr>
          <p:cNvCxnSpPr/>
          <p:nvPr>
            <p:custDataLst>
              <p:tags r:id="rId3"/>
            </p:custDataLst>
          </p:nvPr>
        </p:nvCxnSpPr>
        <p:spPr bwMode="auto">
          <a:xfrm>
            <a:off x="4799013" y="5846763"/>
            <a:ext cx="7588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10F63410-AC43-0486-6487-4A53187E6B29}"/>
              </a:ext>
            </a:extLst>
          </p:cNvPr>
          <p:cNvCxnSpPr/>
          <p:nvPr>
            <p:custDataLst>
              <p:tags r:id="rId4"/>
            </p:custDataLst>
          </p:nvPr>
        </p:nvCxnSpPr>
        <p:spPr bwMode="auto">
          <a:xfrm>
            <a:off x="6507163" y="5619750"/>
            <a:ext cx="7572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082C552F-C39C-A27C-A36C-1A556D1B7104}"/>
              </a:ext>
            </a:extLst>
          </p:cNvPr>
          <p:cNvCxnSpPr/>
          <p:nvPr>
            <p:custDataLst>
              <p:tags r:id="rId5"/>
            </p:custDataLst>
          </p:nvPr>
        </p:nvCxnSpPr>
        <p:spPr bwMode="auto">
          <a:xfrm>
            <a:off x="9921875" y="5505450"/>
            <a:ext cx="7588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4FC37DDD-14D7-AF7E-BB47-8AD88B5AB7EB}"/>
              </a:ext>
            </a:extLst>
          </p:cNvPr>
          <p:cNvCxnSpPr/>
          <p:nvPr>
            <p:custDataLst>
              <p:tags r:id="rId6"/>
            </p:custDataLst>
          </p:nvPr>
        </p:nvCxnSpPr>
        <p:spPr bwMode="auto">
          <a:xfrm>
            <a:off x="8213725" y="5619750"/>
            <a:ext cx="7588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7" name="Rectangle 76">
            <a:extLst>
              <a:ext uri="{FF2B5EF4-FFF2-40B4-BE49-F238E27FC236}">
                <a16:creationId xmlns:a16="http://schemas.microsoft.com/office/drawing/2014/main" id="{F75AC2E8-2619-2F2C-77D7-2056E1AC56DC}"/>
              </a:ext>
            </a:extLst>
          </p:cNvPr>
          <p:cNvSpPr/>
          <p:nvPr>
            <p:custDataLst>
              <p:tags r:id="rId7"/>
            </p:custDataLst>
          </p:nvPr>
        </p:nvSpPr>
        <p:spPr bwMode="auto">
          <a:xfrm>
            <a:off x="7264400" y="5616575"/>
            <a:ext cx="949325" cy="6350"/>
          </a:xfrm>
          <a:prstGeom prst="rect">
            <a:avLst/>
          </a:prstGeom>
          <a:solidFill>
            <a:schemeClr val="accent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5" name="Chart 74">
            <a:extLst>
              <a:ext uri="{FF2B5EF4-FFF2-40B4-BE49-F238E27FC236}">
                <a16:creationId xmlns:a16="http://schemas.microsoft.com/office/drawing/2014/main" id="{41117980-362A-A28B-94AE-E4297721CB64}"/>
              </a:ext>
            </a:extLst>
          </p:cNvPr>
          <p:cNvGraphicFramePr/>
          <p:nvPr>
            <p:custDataLst>
              <p:tags r:id="rId8"/>
            </p:custDataLst>
            <p:extLst>
              <p:ext uri="{D42A27DB-BD31-4B8C-83A1-F6EECF244321}">
                <p14:modId xmlns:p14="http://schemas.microsoft.com/office/powerpoint/2010/main" val="3948159143"/>
              </p:ext>
            </p:extLst>
          </p:nvPr>
        </p:nvGraphicFramePr>
        <p:xfrm>
          <a:off x="1679575" y="5422900"/>
          <a:ext cx="10412413" cy="4152900"/>
        </p:xfrm>
        <a:graphic>
          <a:graphicData uri="http://schemas.openxmlformats.org/drawingml/2006/chart">
            <c:chart xmlns:c="http://schemas.openxmlformats.org/drawingml/2006/chart" xmlns:r="http://schemas.openxmlformats.org/officeDocument/2006/relationships" r:id="rId30"/>
          </a:graphicData>
        </a:graphic>
      </p:graphicFrame>
      <p:cxnSp>
        <p:nvCxnSpPr>
          <p:cNvPr id="46" name="Straight Connector 45">
            <a:extLst>
              <a:ext uri="{FF2B5EF4-FFF2-40B4-BE49-F238E27FC236}">
                <a16:creationId xmlns:a16="http://schemas.microsoft.com/office/drawing/2014/main" id="{DE5A2397-8A61-6651-55D2-49CF436255D9}"/>
              </a:ext>
            </a:extLst>
          </p:cNvPr>
          <p:cNvCxnSpPr/>
          <p:nvPr>
            <p:custDataLst>
              <p:tags r:id="rId9"/>
            </p:custDataLst>
          </p:nvPr>
        </p:nvCxnSpPr>
        <p:spPr bwMode="auto">
          <a:xfrm flipV="1">
            <a:off x="2616200" y="5070475"/>
            <a:ext cx="0" cy="792163"/>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EE485A2B-1932-CD02-7E2C-1714AB9059E1}"/>
              </a:ext>
            </a:extLst>
          </p:cNvPr>
          <p:cNvCxnSpPr/>
          <p:nvPr>
            <p:custDataLst>
              <p:tags r:id="rId10"/>
            </p:custDataLst>
          </p:nvPr>
        </p:nvCxnSpPr>
        <p:spPr bwMode="auto">
          <a:xfrm>
            <a:off x="2616200" y="5070475"/>
            <a:ext cx="8539163"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A73EFDAC-649C-C384-4914-26140D5E388C}"/>
              </a:ext>
            </a:extLst>
          </p:cNvPr>
          <p:cNvCxnSpPr/>
          <p:nvPr>
            <p:custDataLst>
              <p:tags r:id="rId11"/>
            </p:custDataLst>
          </p:nvPr>
        </p:nvCxnSpPr>
        <p:spPr bwMode="auto">
          <a:xfrm>
            <a:off x="11155363" y="5070475"/>
            <a:ext cx="0" cy="1524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51" name="Text Placeholder 2">
            <a:extLst>
              <a:ext uri="{FF2B5EF4-FFF2-40B4-BE49-F238E27FC236}">
                <a16:creationId xmlns:a16="http://schemas.microsoft.com/office/drawing/2014/main" id="{BA192A91-73B7-8BF9-3A60-EF4EBF396198}"/>
              </a:ext>
            </a:extLst>
          </p:cNvPr>
          <p:cNvSpPr txBox="1">
            <a:spLocks/>
          </p:cNvSpPr>
          <p:nvPr>
            <p:custDataLst>
              <p:tags r:id="rId12"/>
            </p:custDataLst>
          </p:nvPr>
        </p:nvSpPr>
        <p:spPr bwMode="auto">
          <a:xfrm>
            <a:off x="2271713" y="9553575"/>
            <a:ext cx="688975" cy="2190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84DA0D80-5351-4B31-BEC9-787DD7994011}" type="datetime'''''Q''''3'''''''''''''' ''P''''''''l''''''''''a''''n'">
              <a:rPr lang="en-US" altLang="en-US" sz="1600" b="1" smtClean="0">
                <a:solidFill>
                  <a:schemeClr val="tx2"/>
                </a:solidFill>
              </a:rPr>
              <a:pPr algn="ctr">
                <a:spcBef>
                  <a:spcPct val="0"/>
                </a:spcBef>
                <a:spcAft>
                  <a:spcPct val="0"/>
                </a:spcAft>
              </a:pPr>
              <a:t>Q3 Plan</a:t>
            </a:fld>
            <a:endParaRPr lang="en-US" sz="1600" b="1" dirty="0">
              <a:solidFill>
                <a:schemeClr val="tx2"/>
              </a:solidFill>
            </a:endParaRPr>
          </a:p>
        </p:txBody>
      </p:sp>
      <p:sp>
        <p:nvSpPr>
          <p:cNvPr id="53" name="Text Placeholder 2">
            <a:extLst>
              <a:ext uri="{FF2B5EF4-FFF2-40B4-BE49-F238E27FC236}">
                <a16:creationId xmlns:a16="http://schemas.microsoft.com/office/drawing/2014/main" id="{3E57C241-C5D9-42A7-6A52-26F07852130E}"/>
              </a:ext>
            </a:extLst>
          </p:cNvPr>
          <p:cNvSpPr txBox="1">
            <a:spLocks/>
          </p:cNvSpPr>
          <p:nvPr>
            <p:custDataLst>
              <p:tags r:id="rId13"/>
            </p:custDataLst>
          </p:nvPr>
        </p:nvSpPr>
        <p:spPr bwMode="gray">
          <a:xfrm>
            <a:off x="4073525" y="5900738"/>
            <a:ext cx="5032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C7B28BB4-4F57-447E-AD74-8A471A220B94}" type="datetime'''''''''''$2''''.''''''''1'''''''''''''''''' ''M'''''''''''''">
              <a:rPr lang="en-US" altLang="en-US" sz="1400" smtClean="0">
                <a:solidFill>
                  <a:schemeClr val="bg1"/>
                </a:solidFill>
              </a:rPr>
              <a:pPr algn="ctr">
                <a:spcBef>
                  <a:spcPct val="0"/>
                </a:spcBef>
                <a:spcAft>
                  <a:spcPct val="0"/>
                </a:spcAft>
              </a:pPr>
              <a:t>$2.1 M</a:t>
            </a:fld>
            <a:endParaRPr lang="en-US" sz="1400">
              <a:solidFill>
                <a:schemeClr val="bg1"/>
              </a:solidFill>
            </a:endParaRPr>
          </a:p>
        </p:txBody>
      </p:sp>
      <p:sp>
        <p:nvSpPr>
          <p:cNvPr id="52" name="Text Placeholder 2">
            <a:extLst>
              <a:ext uri="{FF2B5EF4-FFF2-40B4-BE49-F238E27FC236}">
                <a16:creationId xmlns:a16="http://schemas.microsoft.com/office/drawing/2014/main" id="{03D5FEB7-C87B-673A-E6B5-EAACD617137B}"/>
              </a:ext>
            </a:extLst>
          </p:cNvPr>
          <p:cNvSpPr txBox="1">
            <a:spLocks/>
          </p:cNvSpPr>
          <p:nvPr>
            <p:custDataLst>
              <p:tags r:id="rId14"/>
            </p:custDataLst>
          </p:nvPr>
        </p:nvSpPr>
        <p:spPr bwMode="auto">
          <a:xfrm>
            <a:off x="3846513" y="9553575"/>
            <a:ext cx="955675" cy="2190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11CAC663-D787-4965-BD72-ED14B003862D}" type="datetime'A''''''''c''''q''''uisi''''''''''t''''''''''i''o''n '''">
              <a:rPr lang="en-US" altLang="en-US" sz="1600" b="1" smtClean="0">
                <a:solidFill>
                  <a:schemeClr val="tx2"/>
                </a:solidFill>
              </a:rPr>
              <a:pPr algn="ctr">
                <a:spcBef>
                  <a:spcPct val="0"/>
                </a:spcBef>
                <a:spcAft>
                  <a:spcPct val="0"/>
                </a:spcAft>
              </a:pPr>
              <a:t>Acquisition </a:t>
            </a:fld>
            <a:endParaRPr lang="en-US" sz="1600" b="1">
              <a:solidFill>
                <a:schemeClr val="tx2"/>
              </a:solidFill>
            </a:endParaRPr>
          </a:p>
        </p:txBody>
      </p:sp>
      <p:sp>
        <p:nvSpPr>
          <p:cNvPr id="47" name="Text Placeholder 2">
            <a:extLst>
              <a:ext uri="{FF2B5EF4-FFF2-40B4-BE49-F238E27FC236}">
                <a16:creationId xmlns:a16="http://schemas.microsoft.com/office/drawing/2014/main" id="{7534ECA1-469D-7AF2-3559-298BA5DE51B8}"/>
              </a:ext>
            </a:extLst>
          </p:cNvPr>
          <p:cNvSpPr txBox="1">
            <a:spLocks/>
          </p:cNvSpPr>
          <p:nvPr>
            <p:custDataLst>
              <p:tags r:id="rId15"/>
            </p:custDataLst>
          </p:nvPr>
        </p:nvSpPr>
        <p:spPr bwMode="gray">
          <a:xfrm>
            <a:off x="5778500" y="5637213"/>
            <a:ext cx="508000" cy="192088"/>
          </a:xfrm>
          <a:prstGeom prst="rect">
            <a:avLst/>
          </a:prstGeom>
          <a:noFill/>
          <a:ln>
            <a:noFill/>
          </a:ln>
          <a:effectLst/>
          <a:extLst>
            <a:ext uri="{909E8E84-426E-40DD-AFC4-6F175D3DCCD1}">
              <a14:hiddenFill xmlns:a14="http://schemas.microsoft.com/office/drawing/2010/main">
                <a:solidFill>
                  <a:srgbClr val="007770"/>
                </a:solidFill>
              </a14:hiddenFill>
            </a:ext>
          </a:extLst>
        </p:spPr>
        <p:txBody>
          <a:bodyPr vert="horz" wrap="none" lIns="25400" tIns="0" rIns="25400" bIns="0" rtlCol="0" anchor="ctr">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EAD86D17-9CB9-470A-A18C-7BF866D6F07D}" type="datetime'''''''''''''''$''''''''1''''''''''''.''''''''6'''' M'''''">
              <a:rPr lang="en-US" altLang="en-US" sz="1400" smtClean="0">
                <a:solidFill>
                  <a:schemeClr val="bg1"/>
                </a:solidFill>
              </a:rPr>
              <a:pPr algn="ctr">
                <a:spcBef>
                  <a:spcPct val="0"/>
                </a:spcBef>
                <a:spcAft>
                  <a:spcPct val="0"/>
                </a:spcAft>
              </a:pPr>
              <a:t>$1.6 M</a:t>
            </a:fld>
            <a:endParaRPr lang="en-US" sz="1400">
              <a:solidFill>
                <a:schemeClr val="bg1"/>
              </a:solidFill>
            </a:endParaRPr>
          </a:p>
        </p:txBody>
      </p:sp>
      <p:sp>
        <p:nvSpPr>
          <p:cNvPr id="50" name="Text Placeholder 2">
            <a:extLst>
              <a:ext uri="{FF2B5EF4-FFF2-40B4-BE49-F238E27FC236}">
                <a16:creationId xmlns:a16="http://schemas.microsoft.com/office/drawing/2014/main" id="{A53DAF92-C1D9-6017-5E40-91FD03810620}"/>
              </a:ext>
            </a:extLst>
          </p:cNvPr>
          <p:cNvSpPr txBox="1">
            <a:spLocks/>
          </p:cNvSpPr>
          <p:nvPr>
            <p:custDataLst>
              <p:tags r:id="rId16"/>
            </p:custDataLst>
          </p:nvPr>
        </p:nvSpPr>
        <p:spPr bwMode="auto">
          <a:xfrm>
            <a:off x="5514975" y="9553575"/>
            <a:ext cx="1035050" cy="2190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4913FAB0-76E4-4509-AA44-B1E9604DFF8A}" type="datetime'''''''''Co''''''n''''''''v''e''''''r''''''s''i''''''''''o''ns'">
              <a:rPr lang="en-US" altLang="en-US" sz="1600" b="1" smtClean="0">
                <a:solidFill>
                  <a:schemeClr val="tx2"/>
                </a:solidFill>
              </a:rPr>
              <a:pPr algn="ctr">
                <a:spcBef>
                  <a:spcPct val="0"/>
                </a:spcBef>
                <a:spcAft>
                  <a:spcPct val="0"/>
                </a:spcAft>
              </a:pPr>
              <a:t>Conversions</a:t>
            </a:fld>
            <a:endParaRPr lang="en-US" sz="1600" b="1">
              <a:solidFill>
                <a:schemeClr val="tx2"/>
              </a:solidFill>
            </a:endParaRPr>
          </a:p>
        </p:txBody>
      </p:sp>
      <p:sp useBgFill="1">
        <p:nvSpPr>
          <p:cNvPr id="56" name="Text Placeholder 2">
            <a:extLst>
              <a:ext uri="{FF2B5EF4-FFF2-40B4-BE49-F238E27FC236}">
                <a16:creationId xmlns:a16="http://schemas.microsoft.com/office/drawing/2014/main" id="{D7CA2606-EFD3-9E92-636D-A3AAACA8CFB9}"/>
              </a:ext>
            </a:extLst>
          </p:cNvPr>
          <p:cNvSpPr txBox="1">
            <a:spLocks/>
          </p:cNvSpPr>
          <p:nvPr>
            <p:custDataLst>
              <p:tags r:id="rId17"/>
            </p:custDataLst>
          </p:nvPr>
        </p:nvSpPr>
        <p:spPr bwMode="gray">
          <a:xfrm>
            <a:off x="7470775" y="5524500"/>
            <a:ext cx="536575" cy="192088"/>
          </a:xfrm>
          <a:prstGeom prst="rect">
            <a:avLst/>
          </a:prstGeom>
          <a:ln>
            <a:noFill/>
          </a:ln>
          <a:effectLst/>
        </p:spPr>
        <p:txBody>
          <a:bodyPr vert="horz" wrap="none" lIns="25400" tIns="0" rIns="25400" bIns="0" rtlCol="0" anchor="ctr">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68339A0F-CBB5-4727-A7A6-941E3681B144}" type="datetime'''$''''''0''''.''0 ''''''''''''''M'''''''''''''''''''">
              <a:rPr lang="en-US" altLang="en-US" sz="1400" smtClean="0">
                <a:solidFill>
                  <a:schemeClr val="tx2"/>
                </a:solidFill>
                <a:effectLst/>
              </a:rPr>
              <a:pPr algn="ctr">
                <a:spcBef>
                  <a:spcPct val="0"/>
                </a:spcBef>
                <a:spcAft>
                  <a:spcPct val="0"/>
                </a:spcAft>
              </a:pPr>
              <a:t>$0.0 M</a:t>
            </a:fld>
            <a:endParaRPr lang="en-US" sz="1400">
              <a:solidFill>
                <a:schemeClr val="tx2"/>
              </a:solidFill>
            </a:endParaRPr>
          </a:p>
        </p:txBody>
      </p:sp>
      <p:sp>
        <p:nvSpPr>
          <p:cNvPr id="48" name="Text Placeholder 2">
            <a:extLst>
              <a:ext uri="{FF2B5EF4-FFF2-40B4-BE49-F238E27FC236}">
                <a16:creationId xmlns:a16="http://schemas.microsoft.com/office/drawing/2014/main" id="{010C46BD-264A-768F-0C2D-15F869844CC1}"/>
              </a:ext>
            </a:extLst>
          </p:cNvPr>
          <p:cNvSpPr txBox="1">
            <a:spLocks/>
          </p:cNvSpPr>
          <p:nvPr>
            <p:custDataLst>
              <p:tags r:id="rId18"/>
            </p:custDataLst>
          </p:nvPr>
        </p:nvSpPr>
        <p:spPr bwMode="auto">
          <a:xfrm>
            <a:off x="7359650" y="9553575"/>
            <a:ext cx="760413" cy="2190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9808A2EA-9F36-4233-8A50-17091CE73CD0}" type="datetime'''''A''''''''''''dd-''''On''''''''''''''s'''''''''''">
              <a:rPr lang="en-US" altLang="en-US" sz="1600" b="1" smtClean="0">
                <a:solidFill>
                  <a:schemeClr val="tx2"/>
                </a:solidFill>
              </a:rPr>
              <a:pPr algn="ctr">
                <a:spcBef>
                  <a:spcPct val="0"/>
                </a:spcBef>
                <a:spcAft>
                  <a:spcPct val="0"/>
                </a:spcAft>
              </a:pPr>
              <a:t>Add-Ons</a:t>
            </a:fld>
            <a:endParaRPr lang="en-US" sz="1600" b="1">
              <a:solidFill>
                <a:schemeClr val="tx2"/>
              </a:solidFill>
            </a:endParaRPr>
          </a:p>
        </p:txBody>
      </p:sp>
      <p:sp>
        <p:nvSpPr>
          <p:cNvPr id="49" name="Text Placeholder 2">
            <a:extLst>
              <a:ext uri="{FF2B5EF4-FFF2-40B4-BE49-F238E27FC236}">
                <a16:creationId xmlns:a16="http://schemas.microsoft.com/office/drawing/2014/main" id="{B19303DF-69C7-076E-847B-235EEB6829F8}"/>
              </a:ext>
            </a:extLst>
          </p:cNvPr>
          <p:cNvSpPr txBox="1">
            <a:spLocks/>
          </p:cNvSpPr>
          <p:nvPr>
            <p:custDataLst>
              <p:tags r:id="rId19"/>
            </p:custDataLst>
          </p:nvPr>
        </p:nvSpPr>
        <p:spPr bwMode="auto">
          <a:xfrm>
            <a:off x="10690225" y="9553575"/>
            <a:ext cx="931863" cy="2190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309C0E87-69E4-4647-9D0E-ACC14B0661A7}" type="datetime'''''''Q''''''''3 ''A''''c''t''''''u''''''''a''ls'''''''''''">
              <a:rPr lang="en-US" altLang="en-US" sz="1600" b="1" smtClean="0">
                <a:solidFill>
                  <a:schemeClr val="tx2"/>
                </a:solidFill>
              </a:rPr>
              <a:pPr algn="ctr">
                <a:spcBef>
                  <a:spcPct val="0"/>
                </a:spcBef>
                <a:spcAft>
                  <a:spcPct val="0"/>
                </a:spcAft>
              </a:pPr>
              <a:t>Q3 Actuals</a:t>
            </a:fld>
            <a:endParaRPr lang="en-US" sz="1600" b="1">
              <a:solidFill>
                <a:schemeClr val="tx2"/>
              </a:solidFill>
            </a:endParaRPr>
          </a:p>
        </p:txBody>
      </p:sp>
      <p:sp>
        <p:nvSpPr>
          <p:cNvPr id="54" name="Text Placeholder 2">
            <a:extLst>
              <a:ext uri="{FF2B5EF4-FFF2-40B4-BE49-F238E27FC236}">
                <a16:creationId xmlns:a16="http://schemas.microsoft.com/office/drawing/2014/main" id="{BDF1B7F4-165B-32A7-FDDD-EF0D35E585F4}"/>
              </a:ext>
            </a:extLst>
          </p:cNvPr>
          <p:cNvSpPr txBox="1">
            <a:spLocks/>
          </p:cNvSpPr>
          <p:nvPr>
            <p:custDataLst>
              <p:tags r:id="rId20"/>
            </p:custDataLst>
          </p:nvPr>
        </p:nvSpPr>
        <p:spPr bwMode="gray">
          <a:xfrm>
            <a:off x="2252663" y="5900738"/>
            <a:ext cx="727075" cy="2190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28575" tIns="0" rIns="28575" bIns="0" rtlCol="0" anchor="b">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F294FFDD-EBA6-402D-95A9-CA5F5D5ECA6A}" type="datetime'''''''''''''$''''''''''''''''''23''''''.''5'' ''''''M'''''''''">
              <a:rPr lang="en-US" altLang="en-US" sz="1600" b="1" smtClean="0">
                <a:solidFill>
                  <a:schemeClr val="tx2"/>
                </a:solidFill>
              </a:rPr>
              <a:pPr algn="ctr">
                <a:spcBef>
                  <a:spcPct val="0"/>
                </a:spcBef>
                <a:spcAft>
                  <a:spcPct val="0"/>
                </a:spcAft>
              </a:pPr>
              <a:t>$23.5 M</a:t>
            </a:fld>
            <a:endParaRPr lang="en-US" sz="1600" b="1">
              <a:solidFill>
                <a:schemeClr val="tx2"/>
              </a:solidFill>
            </a:endParaRPr>
          </a:p>
        </p:txBody>
      </p:sp>
      <p:sp>
        <p:nvSpPr>
          <p:cNvPr id="55" name="Text Placeholder 2">
            <a:extLst>
              <a:ext uri="{FF2B5EF4-FFF2-40B4-BE49-F238E27FC236}">
                <a16:creationId xmlns:a16="http://schemas.microsoft.com/office/drawing/2014/main" id="{70C8DB02-9D82-53C6-785E-2B5B6713D907}"/>
              </a:ext>
            </a:extLst>
          </p:cNvPr>
          <p:cNvSpPr txBox="1">
            <a:spLocks/>
          </p:cNvSpPr>
          <p:nvPr>
            <p:custDataLst>
              <p:tags r:id="rId21"/>
            </p:custDataLst>
          </p:nvPr>
        </p:nvSpPr>
        <p:spPr bwMode="gray">
          <a:xfrm>
            <a:off x="10785475" y="5260975"/>
            <a:ext cx="741363" cy="2190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28575" tIns="0" rIns="28575" bIns="0" rtlCol="0" anchor="b">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014C7C63-3040-4BE4-9691-644E5064F424}" type="datetime'''''''''''''''''$''''''''''2''''''''8''''.''''0'' ''M'''''''''">
              <a:rPr lang="en-US" altLang="en-US" sz="1600" b="1" smtClean="0">
                <a:solidFill>
                  <a:schemeClr val="tx2"/>
                </a:solidFill>
              </a:rPr>
              <a:pPr algn="ctr">
                <a:spcBef>
                  <a:spcPct val="0"/>
                </a:spcBef>
                <a:spcAft>
                  <a:spcPct val="0"/>
                </a:spcAft>
              </a:pPr>
              <a:t>$28.0 M</a:t>
            </a:fld>
            <a:endParaRPr lang="en-US" sz="1600" b="1">
              <a:solidFill>
                <a:schemeClr val="tx2"/>
              </a:solidFill>
            </a:endParaRPr>
          </a:p>
        </p:txBody>
      </p:sp>
      <p:sp>
        <p:nvSpPr>
          <p:cNvPr id="69" name="Text Placeholder 2">
            <a:extLst>
              <a:ext uri="{FF2B5EF4-FFF2-40B4-BE49-F238E27FC236}">
                <a16:creationId xmlns:a16="http://schemas.microsoft.com/office/drawing/2014/main" id="{6595A45D-2192-1FCC-57FD-21D3B2B97A29}"/>
              </a:ext>
            </a:extLst>
          </p:cNvPr>
          <p:cNvSpPr txBox="1">
            <a:spLocks/>
          </p:cNvSpPr>
          <p:nvPr>
            <p:custDataLst>
              <p:tags r:id="rId22"/>
            </p:custDataLst>
          </p:nvPr>
        </p:nvSpPr>
        <p:spPr bwMode="auto">
          <a:xfrm>
            <a:off x="9042400" y="9553575"/>
            <a:ext cx="809625" cy="2190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7808CB9F-8163-4FAC-AC85-7DB5EAA0955C}" type="datetime'''''Re''n''''e''w''''a''l''''''''''''''''s'''''''''''''">
              <a:rPr lang="en-US" altLang="en-US" sz="1600" b="1" smtClean="0">
                <a:solidFill>
                  <a:schemeClr val="tx2"/>
                </a:solidFill>
              </a:rPr>
              <a:pPr algn="ctr">
                <a:spcBef>
                  <a:spcPct val="0"/>
                </a:spcBef>
                <a:spcAft>
                  <a:spcPct val="0"/>
                </a:spcAft>
              </a:pPr>
              <a:t>Renewals</a:t>
            </a:fld>
            <a:endParaRPr lang="en-US" sz="1600" b="1">
              <a:solidFill>
                <a:schemeClr val="tx2"/>
              </a:solidFill>
            </a:endParaRPr>
          </a:p>
        </p:txBody>
      </p:sp>
      <p:sp>
        <p:nvSpPr>
          <p:cNvPr id="73" name="Text Placeholder 2">
            <a:extLst>
              <a:ext uri="{FF2B5EF4-FFF2-40B4-BE49-F238E27FC236}">
                <a16:creationId xmlns:a16="http://schemas.microsoft.com/office/drawing/2014/main" id="{1868ADBF-DA9F-CC36-C5E3-69F88C6F7A0B}"/>
              </a:ext>
            </a:extLst>
          </p:cNvPr>
          <p:cNvSpPr txBox="1">
            <a:spLocks/>
          </p:cNvSpPr>
          <p:nvPr>
            <p:custDataLst>
              <p:tags r:id="rId23"/>
            </p:custDataLst>
          </p:nvPr>
        </p:nvSpPr>
        <p:spPr bwMode="gray">
          <a:xfrm>
            <a:off x="9178925" y="5467350"/>
            <a:ext cx="538163" cy="192088"/>
          </a:xfrm>
          <a:prstGeom prst="rect">
            <a:avLst/>
          </a:prstGeom>
          <a:solidFill>
            <a:schemeClr val="accent1"/>
          </a:solidFill>
          <a:ln>
            <a:noFill/>
          </a:ln>
          <a:effectLst/>
        </p:spPr>
        <p:txBody>
          <a:bodyPr vert="horz" wrap="none" lIns="25400" tIns="0" rIns="25400" bIns="0" rtlCol="0" anchor="ctr">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192D26C5-D638-4DB6-8249-D16E84213491}" type="datetime'''''''''''''''''$0.''8'''' ''M'''''''''''''''''''''''''''">
              <a:rPr lang="en-US" altLang="en-US" sz="1400" smtClean="0">
                <a:solidFill>
                  <a:schemeClr val="bg1"/>
                </a:solidFill>
                <a:effectLst/>
              </a:rPr>
              <a:pPr algn="ctr">
                <a:spcBef>
                  <a:spcPct val="0"/>
                </a:spcBef>
                <a:spcAft>
                  <a:spcPct val="0"/>
                </a:spcAft>
              </a:pPr>
              <a:t>$0.8 M</a:t>
            </a:fld>
            <a:endParaRPr lang="en-US" sz="1400">
              <a:solidFill>
                <a:schemeClr val="bg1"/>
              </a:solidFill>
            </a:endParaRPr>
          </a:p>
        </p:txBody>
      </p:sp>
      <p:sp>
        <p:nvSpPr>
          <p:cNvPr id="57" name="Text Placeholder 2">
            <a:extLst>
              <a:ext uri="{FF2B5EF4-FFF2-40B4-BE49-F238E27FC236}">
                <a16:creationId xmlns:a16="http://schemas.microsoft.com/office/drawing/2014/main" id="{CC1BE4B4-DC0A-0103-6E8D-349C0DCC19C9}"/>
              </a:ext>
            </a:extLst>
          </p:cNvPr>
          <p:cNvSpPr txBox="1">
            <a:spLocks/>
          </p:cNvSpPr>
          <p:nvPr>
            <p:custDataLst>
              <p:tags r:id="rId24"/>
            </p:custDataLst>
          </p:nvPr>
        </p:nvSpPr>
        <p:spPr bwMode="auto">
          <a:xfrm>
            <a:off x="6615113" y="4933950"/>
            <a:ext cx="541338" cy="273050"/>
          </a:xfrm>
          <a:prstGeom prst="ellipse">
            <a:avLst/>
          </a:prstGeom>
          <a:solidFill>
            <a:schemeClr val="bg1"/>
          </a:solidFill>
          <a:ln w="9525" cmpd="sng">
            <a:solidFill>
              <a:schemeClr val="tx1"/>
            </a:solidFill>
          </a:ln>
          <a:effectLst/>
        </p:spPr>
        <p:txBody>
          <a:bodyPr vert="horz" wrap="none" lIns="0" tIns="0" rIns="0" bIns="0" rtlCol="0" anchor="ctr">
            <a:noAutofit/>
          </a:bodyPr>
          <a:lstStyle>
            <a:lvl1pPr marL="0" indent="0" algn="l" defTabSz="1828434" rtl="0" eaLnBrk="1" latinLnBrk="0" hangingPunct="1">
              <a:lnSpc>
                <a:spcPct val="90000"/>
              </a:lnSpc>
              <a:spcBef>
                <a:spcPts val="2000"/>
              </a:spcBef>
              <a:buFont typeface="Arial" panose="020B0604020202020204" pitchFamily="34" charset="0"/>
              <a:buNone/>
              <a:defRPr sz="5598" kern="1200" baseline="0">
                <a:solidFill>
                  <a:srgbClr val="56687A"/>
                </a:solidFill>
                <a:latin typeface="Community Light" panose="02000303040000020003" pitchFamily="2" charset="0"/>
                <a:ea typeface="+mn-ea"/>
                <a:cs typeface="+mn-cs"/>
              </a:defRPr>
            </a:lvl1pPr>
            <a:lvl2pPr marL="914218" indent="0" algn="l" defTabSz="1828434" rtl="0" eaLnBrk="1" latinLnBrk="0" hangingPunct="1">
              <a:lnSpc>
                <a:spcPct val="90000"/>
              </a:lnSpc>
              <a:spcBef>
                <a:spcPts val="1000"/>
              </a:spcBef>
              <a:buFont typeface="Arial" panose="020B0604020202020204" pitchFamily="34" charset="0"/>
              <a:buNone/>
              <a:defRPr sz="4800" kern="1200" baseline="0">
                <a:solidFill>
                  <a:srgbClr val="56687A"/>
                </a:solidFill>
                <a:latin typeface="Community Light" panose="02000303040000020003" pitchFamily="2" charset="0"/>
                <a:ea typeface="+mn-ea"/>
                <a:cs typeface="+mn-cs"/>
              </a:defRPr>
            </a:lvl2pPr>
            <a:lvl3pPr marL="1828434" indent="0" algn="l" defTabSz="1828434" rtl="0" eaLnBrk="1" latinLnBrk="0" hangingPunct="1">
              <a:lnSpc>
                <a:spcPct val="90000"/>
              </a:lnSpc>
              <a:spcBef>
                <a:spcPts val="1000"/>
              </a:spcBef>
              <a:buFont typeface="Arial" panose="020B0604020202020204" pitchFamily="34" charset="0"/>
              <a:buNone/>
              <a:defRPr sz="4000" kern="1200" baseline="0">
                <a:solidFill>
                  <a:srgbClr val="56687A"/>
                </a:solidFill>
                <a:latin typeface="Community Light" panose="02000303040000020003" pitchFamily="2" charset="0"/>
                <a:ea typeface="+mn-ea"/>
                <a:cs typeface="+mn-cs"/>
              </a:defRPr>
            </a:lvl3pPr>
            <a:lvl4pPr marL="2742652"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4pPr>
            <a:lvl5pPr marL="3656868" indent="0" algn="l" defTabSz="1828434" rtl="0" eaLnBrk="1" latinLnBrk="0" hangingPunct="1">
              <a:lnSpc>
                <a:spcPct val="90000"/>
              </a:lnSpc>
              <a:spcBef>
                <a:spcPts val="1000"/>
              </a:spcBef>
              <a:buFont typeface="Arial" panose="020B0604020202020204" pitchFamily="34" charset="0"/>
              <a:buNone/>
              <a:defRPr sz="3600" kern="1200" baseline="0">
                <a:solidFill>
                  <a:srgbClr val="56687A"/>
                </a:solidFill>
                <a:latin typeface="Community Light" panose="02000303040000020003" pitchFamily="2" charset="0"/>
                <a:ea typeface="+mn-ea"/>
                <a:cs typeface="+mn-cs"/>
              </a:defRPr>
            </a:lvl5pPr>
            <a:lvl6pPr marL="5028194"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2"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8"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ctr">
              <a:spcBef>
                <a:spcPct val="0"/>
              </a:spcBef>
              <a:spcAft>
                <a:spcPct val="0"/>
              </a:spcAft>
            </a:pPr>
            <a:fld id="{7EC9C2C0-4B82-4A98-8440-8D0F926EE46E}" type="datetime'+''''''''''''''''''''''''''''''''1''''''''9''''%'''''''">
              <a:rPr lang="en-US" altLang="en-US" sz="1400" b="1" smtClean="0">
                <a:solidFill>
                  <a:schemeClr val="tx2"/>
                </a:solidFill>
                <a:effectLst/>
              </a:rPr>
              <a:pPr algn="ctr">
                <a:spcBef>
                  <a:spcPct val="0"/>
                </a:spcBef>
                <a:spcAft>
                  <a:spcPct val="0"/>
                </a:spcAft>
              </a:pPr>
              <a:t>+19%</a:t>
            </a:fld>
            <a:endParaRPr lang="en-US" sz="1400" b="1">
              <a:solidFill>
                <a:schemeClr val="tx2"/>
              </a:solidFill>
            </a:endParaRPr>
          </a:p>
        </p:txBody>
      </p:sp>
      <p:sp>
        <p:nvSpPr>
          <p:cNvPr id="58" name="Oval 57">
            <a:extLst>
              <a:ext uri="{FF2B5EF4-FFF2-40B4-BE49-F238E27FC236}">
                <a16:creationId xmlns:a16="http://schemas.microsoft.com/office/drawing/2014/main" id="{AE4FD571-C98F-E563-8A38-5733057844FE}"/>
              </a:ext>
            </a:extLst>
          </p:cNvPr>
          <p:cNvSpPr/>
          <p:nvPr/>
        </p:nvSpPr>
        <p:spPr>
          <a:xfrm>
            <a:off x="3680568" y="10153650"/>
            <a:ext cx="1038225" cy="738188"/>
          </a:xfrm>
          <a:prstGeom prst="ellipse">
            <a:avLst/>
          </a:prstGeom>
          <a:solidFill>
            <a:srgbClr val="D9F2D0"/>
          </a:solidFill>
          <a:ln>
            <a:solidFill>
              <a:srgbClr val="386E1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a:solidFill>
                  <a:srgbClr val="386E1D"/>
                </a:solidFill>
                <a:latin typeface="Community"/>
              </a:rPr>
              <a:t>112%</a:t>
            </a:r>
          </a:p>
        </p:txBody>
      </p:sp>
      <p:sp>
        <p:nvSpPr>
          <p:cNvPr id="59" name="Oval 58">
            <a:extLst>
              <a:ext uri="{FF2B5EF4-FFF2-40B4-BE49-F238E27FC236}">
                <a16:creationId xmlns:a16="http://schemas.microsoft.com/office/drawing/2014/main" id="{E68F202C-36DA-0DE6-6A26-0D50EBF9F9BF}"/>
              </a:ext>
            </a:extLst>
          </p:cNvPr>
          <p:cNvSpPr/>
          <p:nvPr/>
        </p:nvSpPr>
        <p:spPr>
          <a:xfrm>
            <a:off x="5511800" y="10179844"/>
            <a:ext cx="1038225" cy="738188"/>
          </a:xfrm>
          <a:prstGeom prst="ellipse">
            <a:avLst/>
          </a:prstGeom>
          <a:solidFill>
            <a:srgbClr val="D9F2D0"/>
          </a:solidFill>
          <a:ln>
            <a:solidFill>
              <a:srgbClr val="386E1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a:solidFill>
                  <a:srgbClr val="386E1D"/>
                </a:solidFill>
                <a:latin typeface="Community"/>
              </a:rPr>
              <a:t>134%</a:t>
            </a:r>
          </a:p>
        </p:txBody>
      </p:sp>
      <p:sp>
        <p:nvSpPr>
          <p:cNvPr id="60" name="Oval 59">
            <a:extLst>
              <a:ext uri="{FF2B5EF4-FFF2-40B4-BE49-F238E27FC236}">
                <a16:creationId xmlns:a16="http://schemas.microsoft.com/office/drawing/2014/main" id="{6E350B98-1F70-0FFC-99DE-FC92EFF6F279}"/>
              </a:ext>
            </a:extLst>
          </p:cNvPr>
          <p:cNvSpPr/>
          <p:nvPr/>
        </p:nvSpPr>
        <p:spPr>
          <a:xfrm>
            <a:off x="7175500" y="10191346"/>
            <a:ext cx="1038225" cy="738188"/>
          </a:xfrm>
          <a:prstGeom prst="ellipse">
            <a:avLst/>
          </a:prstGeom>
          <a:solidFill>
            <a:srgbClr val="D9F2D0"/>
          </a:solidFill>
          <a:ln>
            <a:solidFill>
              <a:srgbClr val="386E1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a:solidFill>
                  <a:srgbClr val="386E1D"/>
                </a:solidFill>
                <a:latin typeface="Community"/>
              </a:rPr>
              <a:t>100%</a:t>
            </a:r>
          </a:p>
        </p:txBody>
      </p:sp>
      <p:sp>
        <p:nvSpPr>
          <p:cNvPr id="61" name="Oval 60">
            <a:extLst>
              <a:ext uri="{FF2B5EF4-FFF2-40B4-BE49-F238E27FC236}">
                <a16:creationId xmlns:a16="http://schemas.microsoft.com/office/drawing/2014/main" id="{DD4D5EF7-45FD-682C-86D2-31AA61A97211}"/>
              </a:ext>
            </a:extLst>
          </p:cNvPr>
          <p:cNvSpPr/>
          <p:nvPr/>
        </p:nvSpPr>
        <p:spPr>
          <a:xfrm>
            <a:off x="10631768" y="10034891"/>
            <a:ext cx="1038225" cy="738188"/>
          </a:xfrm>
          <a:prstGeom prst="ellipse">
            <a:avLst/>
          </a:prstGeom>
          <a:solidFill>
            <a:srgbClr val="D9F2D0"/>
          </a:solidFill>
          <a:ln>
            <a:solidFill>
              <a:srgbClr val="386E1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a:solidFill>
                  <a:srgbClr val="386E1D"/>
                </a:solidFill>
                <a:latin typeface="Community"/>
              </a:rPr>
              <a:t>116%</a:t>
            </a:r>
          </a:p>
        </p:txBody>
      </p:sp>
      <p:sp>
        <p:nvSpPr>
          <p:cNvPr id="62" name="TextBox 61">
            <a:extLst>
              <a:ext uri="{FF2B5EF4-FFF2-40B4-BE49-F238E27FC236}">
                <a16:creationId xmlns:a16="http://schemas.microsoft.com/office/drawing/2014/main" id="{4DB534DF-20BC-46C1-35B0-B14D6EB3D755}"/>
              </a:ext>
            </a:extLst>
          </p:cNvPr>
          <p:cNvSpPr txBox="1"/>
          <p:nvPr/>
        </p:nvSpPr>
        <p:spPr>
          <a:xfrm>
            <a:off x="1527175" y="10425113"/>
            <a:ext cx="2465388" cy="398463"/>
          </a:xfrm>
          <a:prstGeom prst="rect">
            <a:avLst/>
          </a:prstGeom>
          <a:noFill/>
        </p:spPr>
        <p:txBody>
          <a:bodyPr wrap="square" lIns="0" tIns="0" rIns="0" bIns="0" rtlCol="0" anchor="t">
            <a:noAutofit/>
          </a:bodyPr>
          <a:lstStyle/>
          <a:p>
            <a:pPr algn="ctr"/>
            <a:r>
              <a:rPr lang="en-US" sz="1600" b="1">
                <a:latin typeface="Community"/>
              </a:rPr>
              <a:t>Attainment</a:t>
            </a:r>
          </a:p>
          <a:p>
            <a:pPr algn="ctr"/>
            <a:endParaRPr lang="en-US" sz="1600" b="1">
              <a:latin typeface="Community"/>
            </a:endParaRPr>
          </a:p>
        </p:txBody>
      </p:sp>
      <p:sp>
        <p:nvSpPr>
          <p:cNvPr id="63" name="TextBox 62">
            <a:extLst>
              <a:ext uri="{FF2B5EF4-FFF2-40B4-BE49-F238E27FC236}">
                <a16:creationId xmlns:a16="http://schemas.microsoft.com/office/drawing/2014/main" id="{80AB1B42-B049-8E75-79BB-17EB1941FBC3}"/>
              </a:ext>
            </a:extLst>
          </p:cNvPr>
          <p:cNvSpPr txBox="1"/>
          <p:nvPr/>
        </p:nvSpPr>
        <p:spPr>
          <a:xfrm>
            <a:off x="17049750" y="10394950"/>
            <a:ext cx="2476500" cy="630238"/>
          </a:xfrm>
          <a:prstGeom prst="rect">
            <a:avLst/>
          </a:prstGeom>
          <a:noFill/>
        </p:spPr>
        <p:txBody>
          <a:bodyPr wrap="square" lIns="0" tIns="0" rIns="0" bIns="0" rtlCol="0" anchor="t">
            <a:noAutofit/>
          </a:bodyPr>
          <a:lstStyle/>
          <a:p>
            <a:pPr algn="ctr" defTabSz="1828800">
              <a:defRPr/>
            </a:pPr>
            <a:r>
              <a:rPr lang="en-US" sz="2100">
                <a:solidFill>
                  <a:srgbClr val="3C4345"/>
                </a:solidFill>
                <a:latin typeface="Community Light"/>
              </a:rPr>
              <a:t>$6.50M</a:t>
            </a:r>
          </a:p>
          <a:p>
            <a:pPr algn="ctr" defTabSz="1828800">
              <a:defRPr/>
            </a:pPr>
            <a:r>
              <a:rPr lang="en-US" sz="2100">
                <a:solidFill>
                  <a:srgbClr val="3C4345"/>
                </a:solidFill>
                <a:latin typeface="Community Light"/>
              </a:rPr>
              <a:t>(134% vs Plan)</a:t>
            </a:r>
          </a:p>
          <a:p>
            <a:pPr algn="ctr" defTabSz="1828800">
              <a:defRPr/>
            </a:pPr>
            <a:endParaRPr lang="en-US" sz="2100">
              <a:solidFill>
                <a:srgbClr val="3C4345"/>
              </a:solidFill>
              <a:latin typeface="Community Light"/>
            </a:endParaRPr>
          </a:p>
          <a:p>
            <a:pPr algn="ctr" defTabSz="1828800">
              <a:defRPr/>
            </a:pPr>
            <a:endParaRPr lang="en-US" sz="2200">
              <a:solidFill>
                <a:srgbClr val="3C4345"/>
              </a:solidFill>
              <a:highlight>
                <a:srgbClr val="FFFF00"/>
              </a:highlight>
              <a:latin typeface="Community Light" panose="02000303040000020003" pitchFamily="50" charset="0"/>
            </a:endParaRPr>
          </a:p>
          <a:p>
            <a:pPr marL="571500" indent="-571500" algn="ctr" defTabSz="1828800">
              <a:buFont typeface="Arial" panose="020B0604020202020204" pitchFamily="34" charset="0"/>
              <a:buChar char="•"/>
              <a:defRPr/>
            </a:pPr>
            <a:endParaRPr lang="en-US" sz="2200">
              <a:solidFill>
                <a:srgbClr val="3C4345"/>
              </a:solidFill>
              <a:latin typeface="Community Light" panose="02000303040000020003" pitchFamily="50" charset="0"/>
            </a:endParaRPr>
          </a:p>
        </p:txBody>
      </p:sp>
      <p:sp>
        <p:nvSpPr>
          <p:cNvPr id="64" name="Title 1">
            <a:extLst>
              <a:ext uri="{FF2B5EF4-FFF2-40B4-BE49-F238E27FC236}">
                <a16:creationId xmlns:a16="http://schemas.microsoft.com/office/drawing/2014/main" id="{D7C4C5F4-74A6-B93D-9891-D61FFAE27116}"/>
              </a:ext>
            </a:extLst>
          </p:cNvPr>
          <p:cNvSpPr txBox="1">
            <a:spLocks/>
          </p:cNvSpPr>
          <p:nvPr/>
        </p:nvSpPr>
        <p:spPr>
          <a:xfrm>
            <a:off x="234545" y="1123404"/>
            <a:ext cx="23400559" cy="1779326"/>
          </a:xfrm>
          <a:prstGeom prst="rect">
            <a:avLst/>
          </a:prstGeom>
        </p:spPr>
        <p:txBody>
          <a:bodyPr vert="horz" lIns="182856" tIns="91428" rIns="182856" bIns="91428" rtlCol="0" anchor="t" anchorCtr="0">
            <a:noAutofit/>
          </a:bodyPr>
          <a:lstStyle>
            <a:lvl1pPr algn="l" defTabSz="914400" rtl="0" eaLnBrk="1" latinLnBrk="0" hangingPunct="1">
              <a:lnSpc>
                <a:spcPct val="90000"/>
              </a:lnSpc>
              <a:spcBef>
                <a:spcPct val="0"/>
              </a:spcBef>
              <a:buNone/>
              <a:defRPr sz="3300" kern="1200" baseline="0">
                <a:solidFill>
                  <a:schemeClr val="accent2"/>
                </a:solidFill>
                <a:latin typeface="+mj-lt"/>
                <a:ea typeface="+mj-ea"/>
                <a:cs typeface="+mj-cs"/>
              </a:defRPr>
            </a:lvl1pPr>
          </a:lstStyle>
          <a:p>
            <a:pPr defTabSz="1827702">
              <a:defRPr/>
            </a:pPr>
            <a:r>
              <a:rPr lang="en-IE" sz="5400">
                <a:solidFill>
                  <a:schemeClr val="accent1"/>
                </a:solidFill>
                <a:latin typeface="Community"/>
                <a:cs typeface="Segoe UI"/>
              </a:rPr>
              <a:t>Q3 Over‑Achievement (+16% v plan) driven by pitch and higher ASP, proving volume can offset win‑rate drag</a:t>
            </a:r>
          </a:p>
          <a:p>
            <a:pPr defTabSz="1827702">
              <a:defRPr/>
            </a:pPr>
            <a:endParaRPr lang="en-US" sz="5400">
              <a:solidFill>
                <a:schemeClr val="accent1"/>
              </a:solidFill>
              <a:latin typeface="Community"/>
              <a:cs typeface="Segoe UI"/>
            </a:endParaRPr>
          </a:p>
        </p:txBody>
      </p:sp>
      <p:sp>
        <p:nvSpPr>
          <p:cNvPr id="67" name="TextBox 66">
            <a:extLst>
              <a:ext uri="{FF2B5EF4-FFF2-40B4-BE49-F238E27FC236}">
                <a16:creationId xmlns:a16="http://schemas.microsoft.com/office/drawing/2014/main" id="{41B86185-945E-BD85-C744-F3DDDB7CC461}"/>
              </a:ext>
            </a:extLst>
          </p:cNvPr>
          <p:cNvSpPr txBox="1"/>
          <p:nvPr/>
        </p:nvSpPr>
        <p:spPr>
          <a:xfrm>
            <a:off x="1139825" y="11012488"/>
            <a:ext cx="11069638" cy="3698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68" name="TextBox 67">
            <a:extLst>
              <a:ext uri="{FF2B5EF4-FFF2-40B4-BE49-F238E27FC236}">
                <a16:creationId xmlns:a16="http://schemas.microsoft.com/office/drawing/2014/main" id="{63B3E4A4-E21C-164A-BB4A-921BCC5D7831}"/>
              </a:ext>
            </a:extLst>
          </p:cNvPr>
          <p:cNvSpPr txBox="1"/>
          <p:nvPr/>
        </p:nvSpPr>
        <p:spPr>
          <a:xfrm>
            <a:off x="1139825" y="13008783"/>
            <a:ext cx="14277975" cy="3079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aseline="30000">
                <a:solidFill>
                  <a:srgbClr val="3C4345"/>
                </a:solidFill>
                <a:latin typeface="Community Light"/>
              </a:rPr>
              <a:t>*</a:t>
            </a:r>
            <a:r>
              <a:rPr lang="en-US" sz="1400">
                <a:solidFill>
                  <a:srgbClr val="3C4345"/>
                </a:solidFill>
                <a:latin typeface="Community Light"/>
              </a:rPr>
              <a:t> *Win Rate CVR % measures the number of Net New Closed Won HEP over the total number of priced deals that are closed (Closed Won or Closed Disengaged).</a:t>
            </a:r>
            <a:endParaRPr lang="en-US"/>
          </a:p>
        </p:txBody>
      </p:sp>
      <p:sp>
        <p:nvSpPr>
          <p:cNvPr id="72" name="Terminator 71">
            <a:extLst>
              <a:ext uri="{FF2B5EF4-FFF2-40B4-BE49-F238E27FC236}">
                <a16:creationId xmlns:a16="http://schemas.microsoft.com/office/drawing/2014/main" id="{53D192F9-FBC0-0938-FE0D-3D026334C8DB}"/>
              </a:ext>
            </a:extLst>
          </p:cNvPr>
          <p:cNvSpPr/>
          <p:nvPr/>
        </p:nvSpPr>
        <p:spPr>
          <a:xfrm>
            <a:off x="215526" y="157262"/>
            <a:ext cx="2266121" cy="517525"/>
          </a:xfrm>
          <a:prstGeom prst="flowChartTermina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1"/>
                </a:solidFill>
              </a:rPr>
              <a:t>Q3 Summary</a:t>
            </a:r>
          </a:p>
        </p:txBody>
      </p:sp>
      <p:sp>
        <p:nvSpPr>
          <p:cNvPr id="93" name="Terminator 92">
            <a:extLst>
              <a:ext uri="{FF2B5EF4-FFF2-40B4-BE49-F238E27FC236}">
                <a16:creationId xmlns:a16="http://schemas.microsoft.com/office/drawing/2014/main" id="{1B1C8465-9580-28AE-D693-0615C4C966EB}"/>
              </a:ext>
            </a:extLst>
          </p:cNvPr>
          <p:cNvSpPr/>
          <p:nvPr/>
        </p:nvSpPr>
        <p:spPr>
          <a:xfrm>
            <a:off x="21874458" y="117277"/>
            <a:ext cx="2266121" cy="517525"/>
          </a:xfrm>
          <a:prstGeom prst="flowChartTerminator">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chemeClr val="bg1"/>
                </a:solidFill>
              </a:rPr>
              <a:t>Overview</a:t>
            </a:r>
          </a:p>
        </p:txBody>
      </p:sp>
    </p:spTree>
    <p:extLst>
      <p:ext uri="{BB962C8B-B14F-4D97-AF65-F5344CB8AC3E}">
        <p14:creationId xmlns:p14="http://schemas.microsoft.com/office/powerpoint/2010/main" val="3867624"/>
      </p:ext>
    </p:extLst>
  </p:cSld>
  <p:clrMapOvr>
    <a:masterClrMapping/>
  </p:clrMapOvr>
  <p:extLst>
    <p:ext uri="{6950BFC3-D8DA-4A85-94F7-54DA5524770B}">
      <p188:commentRel xmlns:p188="http://schemas.microsoft.com/office/powerpoint/2018/8/main" r:id="rId27"/>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7A788-418C-047A-D5DD-D9E2DAEF29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3BA631-1E84-9777-E149-A2D88F05FDDB}"/>
              </a:ext>
            </a:extLst>
          </p:cNvPr>
          <p:cNvSpPr txBox="1"/>
          <p:nvPr/>
        </p:nvSpPr>
        <p:spPr>
          <a:xfrm>
            <a:off x="10506035" y="1382752"/>
            <a:ext cx="0" cy="0"/>
          </a:xfrm>
          <a:prstGeom prst="rect">
            <a:avLst/>
          </a:prstGeom>
          <a:noFill/>
        </p:spPr>
        <p:txBody>
          <a:bodyPr wrap="none" lIns="0" tIns="0" rIns="0" bIns="0" rtlCol="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0" marR="0" lvl="0" indent="0" algn="l" defTabSz="1828800" rtl="0" eaLnBrk="1" fontAlgn="auto" latinLnBrk="0" hangingPunct="1">
              <a:lnSpc>
                <a:spcPct val="100000"/>
              </a:lnSpc>
              <a:spcBef>
                <a:spcPts val="0"/>
              </a:spcBef>
              <a:spcAft>
                <a:spcPts val="0"/>
              </a:spcAft>
              <a:buClrTx/>
              <a:buSzTx/>
              <a:buFontTx/>
              <a:buNone/>
              <a:tabLst/>
              <a:defRPr/>
            </a:pPr>
            <a:endParaRPr kumimoji="0" lang="en-US" sz="14400" b="0" i="0" u="none" strike="noStrike" kern="1200" cap="none" spc="0" normalizeH="0" baseline="0" noProof="0">
              <a:ln>
                <a:noFill/>
              </a:ln>
              <a:solidFill>
                <a:srgbClr val="3C4345"/>
              </a:solidFill>
              <a:effectLst/>
              <a:uLnTx/>
              <a:uFillTx/>
              <a:latin typeface="Community Light"/>
              <a:ea typeface="+mn-ea"/>
              <a:cs typeface="+mn-cs"/>
            </a:endParaRPr>
          </a:p>
        </p:txBody>
      </p:sp>
      <p:sp>
        <p:nvSpPr>
          <p:cNvPr id="5" name="Title 2">
            <a:extLst>
              <a:ext uri="{FF2B5EF4-FFF2-40B4-BE49-F238E27FC236}">
                <a16:creationId xmlns:a16="http://schemas.microsoft.com/office/drawing/2014/main" id="{66B94755-A9EF-F373-1704-0250AC325209}"/>
              </a:ext>
            </a:extLst>
          </p:cNvPr>
          <p:cNvSpPr txBox="1">
            <a:spLocks/>
          </p:cNvSpPr>
          <p:nvPr/>
        </p:nvSpPr>
        <p:spPr>
          <a:xfrm>
            <a:off x="718060" y="873689"/>
            <a:ext cx="13171626" cy="787083"/>
          </a:xfrm>
          <a:prstGeom prst="rect">
            <a:avLst/>
          </a:prstGeom>
        </p:spPr>
        <p:txBody>
          <a:bodyPr vert="horz" lIns="91440" tIns="45720" rIns="91440" bIns="45720" anchor="t">
            <a:normAutofit fontScale="90000" lnSpcReduction="20000"/>
          </a:bodyPr>
          <a:lstStyle>
            <a:lvl1pPr algn="l" defTabSz="1219170" rtl="0" eaLnBrk="1" latinLnBrk="0" hangingPunct="1">
              <a:spcBef>
                <a:spcPct val="0"/>
              </a:spcBef>
              <a:buNone/>
              <a:defRPr sz="8000" b="1" kern="1200">
                <a:solidFill>
                  <a:schemeClr val="tx2"/>
                </a:solidFill>
                <a:latin typeface="Community Pro" panose="02000303040000020003"/>
                <a:ea typeface="+mj-ea"/>
                <a:cs typeface="+mj-cs"/>
              </a:defRPr>
            </a:lvl1pPr>
          </a:lstStyle>
          <a:p>
            <a:r>
              <a:rPr lang="en-US" sz="6000" b="0"/>
              <a:t>HEP Net-New Q3: Forecast to land on EP Plan</a:t>
            </a:r>
          </a:p>
        </p:txBody>
      </p:sp>
      <p:sp>
        <p:nvSpPr>
          <p:cNvPr id="6" name="TextBox 5">
            <a:extLst>
              <a:ext uri="{FF2B5EF4-FFF2-40B4-BE49-F238E27FC236}">
                <a16:creationId xmlns:a16="http://schemas.microsoft.com/office/drawing/2014/main" id="{EF32ADE6-3A17-87CE-A8F5-2F0056C7B614}"/>
              </a:ext>
            </a:extLst>
          </p:cNvPr>
          <p:cNvSpPr txBox="1"/>
          <p:nvPr/>
        </p:nvSpPr>
        <p:spPr>
          <a:xfrm>
            <a:off x="14612319" y="711905"/>
            <a:ext cx="2600636" cy="323165"/>
          </a:xfrm>
          <a:prstGeom prst="rect">
            <a:avLst/>
          </a:prstGeom>
          <a:noFill/>
        </p:spPr>
        <p:txBody>
          <a:bodyPr vert="horz" wrap="square" lIns="57150" tIns="38100" rIns="57150" bIns="38100" rtlCol="0" anchor="t" anchorCtr="0">
            <a:spAutoFit/>
          </a:bodyPr>
          <a:lstStyle/>
          <a:p>
            <a:pPr defTabSz="1828800" fontAlgn="b">
              <a:defRPr/>
            </a:pPr>
            <a:r>
              <a:rPr lang="en-US" sz="1600" b="1">
                <a:solidFill>
                  <a:srgbClr val="3C4345"/>
                </a:solidFill>
                <a:latin typeface="Community Light"/>
              </a:rPr>
              <a:t>Legend (Actuals vs. Plan) </a:t>
            </a:r>
          </a:p>
        </p:txBody>
      </p:sp>
      <p:sp>
        <p:nvSpPr>
          <p:cNvPr id="11" name="TextBox 10">
            <a:extLst>
              <a:ext uri="{FF2B5EF4-FFF2-40B4-BE49-F238E27FC236}">
                <a16:creationId xmlns:a16="http://schemas.microsoft.com/office/drawing/2014/main" id="{88EDB866-B7C2-6AD3-1833-64135F3A9C12}"/>
              </a:ext>
            </a:extLst>
          </p:cNvPr>
          <p:cNvSpPr txBox="1"/>
          <p:nvPr/>
        </p:nvSpPr>
        <p:spPr>
          <a:xfrm>
            <a:off x="21980793" y="700782"/>
            <a:ext cx="2404796" cy="323165"/>
          </a:xfrm>
          <a:prstGeom prst="rect">
            <a:avLst/>
          </a:prstGeom>
          <a:solidFill>
            <a:srgbClr val="F4CCCC"/>
          </a:solidFill>
        </p:spPr>
        <p:txBody>
          <a:bodyPr vert="horz" wrap="square" lIns="57150" tIns="38100" rIns="57150" bIns="38100" rtlCol="0" anchorCtr="0">
            <a:spAutoFit/>
          </a:bodyPr>
          <a:lstStyle/>
          <a:p>
            <a:pPr algn="ctr" defTabSz="1828800" fontAlgn="b">
              <a:defRPr/>
            </a:pPr>
            <a:r>
              <a:rPr lang="en-US" sz="1600" b="1">
                <a:solidFill>
                  <a:srgbClr val="3C4345"/>
                </a:solidFill>
                <a:latin typeface="Community Light"/>
              </a:rPr>
              <a:t>&lt;95% plan attainment</a:t>
            </a:r>
          </a:p>
        </p:txBody>
      </p:sp>
      <p:sp>
        <p:nvSpPr>
          <p:cNvPr id="12" name="TextBox 11">
            <a:extLst>
              <a:ext uri="{FF2B5EF4-FFF2-40B4-BE49-F238E27FC236}">
                <a16:creationId xmlns:a16="http://schemas.microsoft.com/office/drawing/2014/main" id="{E53F65F7-23ED-12D5-CDBB-FB3ED439FFF9}"/>
              </a:ext>
            </a:extLst>
          </p:cNvPr>
          <p:cNvSpPr txBox="1"/>
          <p:nvPr/>
        </p:nvSpPr>
        <p:spPr>
          <a:xfrm>
            <a:off x="19433683" y="700781"/>
            <a:ext cx="2404796" cy="323165"/>
          </a:xfrm>
          <a:prstGeom prst="rect">
            <a:avLst/>
          </a:prstGeom>
          <a:solidFill>
            <a:srgbClr val="FFF2CC"/>
          </a:solidFill>
        </p:spPr>
        <p:txBody>
          <a:bodyPr vert="horz" wrap="square" lIns="57150" tIns="38100" rIns="57150" bIns="38100" rtlCol="0" anchorCtr="0">
            <a:spAutoFit/>
          </a:bodyPr>
          <a:lstStyle/>
          <a:p>
            <a:pPr algn="ctr" defTabSz="1828800" fontAlgn="b">
              <a:defRPr/>
            </a:pPr>
            <a:r>
              <a:rPr lang="en-US" sz="1600" b="1">
                <a:solidFill>
                  <a:srgbClr val="3C4345"/>
                </a:solidFill>
                <a:latin typeface="Community Light"/>
              </a:rPr>
              <a:t>95% - 99% plan attainment</a:t>
            </a:r>
          </a:p>
        </p:txBody>
      </p:sp>
      <p:sp>
        <p:nvSpPr>
          <p:cNvPr id="13" name="TextBox 12">
            <a:extLst>
              <a:ext uri="{FF2B5EF4-FFF2-40B4-BE49-F238E27FC236}">
                <a16:creationId xmlns:a16="http://schemas.microsoft.com/office/drawing/2014/main" id="{DAE1FAC2-6A41-4010-CFAD-91AC50E60557}"/>
              </a:ext>
            </a:extLst>
          </p:cNvPr>
          <p:cNvSpPr txBox="1"/>
          <p:nvPr/>
        </p:nvSpPr>
        <p:spPr>
          <a:xfrm>
            <a:off x="16797108" y="700781"/>
            <a:ext cx="2494262" cy="323165"/>
          </a:xfrm>
          <a:prstGeom prst="rect">
            <a:avLst/>
          </a:prstGeom>
          <a:solidFill>
            <a:srgbClr val="D9EAD3"/>
          </a:solidFill>
        </p:spPr>
        <p:txBody>
          <a:bodyPr vert="horz" wrap="square" lIns="0" tIns="38100" rIns="0" bIns="38100" rtlCol="0" anchor="t" anchorCtr="0">
            <a:spAutoFit/>
          </a:bodyPr>
          <a:lstStyle/>
          <a:p>
            <a:pPr algn="ctr" defTabSz="1828800" fontAlgn="b">
              <a:defRPr/>
            </a:pPr>
            <a:r>
              <a:rPr lang="en-US" sz="1600" b="1">
                <a:solidFill>
                  <a:srgbClr val="3C4345"/>
                </a:solidFill>
                <a:latin typeface="Community Light"/>
              </a:rPr>
              <a:t>100%+ plan attainment</a:t>
            </a:r>
          </a:p>
        </p:txBody>
      </p:sp>
      <p:graphicFrame>
        <p:nvGraphicFramePr>
          <p:cNvPr id="15" name="Table 4">
            <a:extLst>
              <a:ext uri="{FF2B5EF4-FFF2-40B4-BE49-F238E27FC236}">
                <a16:creationId xmlns:a16="http://schemas.microsoft.com/office/drawing/2014/main" id="{88E2DBDA-7C4D-F353-5357-CE6ED1B3604E}"/>
              </a:ext>
            </a:extLst>
          </p:cNvPr>
          <p:cNvGraphicFramePr>
            <a:graphicFrameLocks noGrp="1"/>
          </p:cNvGraphicFramePr>
          <p:nvPr>
            <p:extLst>
              <p:ext uri="{D42A27DB-BD31-4B8C-83A1-F6EECF244321}">
                <p14:modId xmlns:p14="http://schemas.microsoft.com/office/powerpoint/2010/main" val="2168165272"/>
              </p:ext>
            </p:extLst>
          </p:nvPr>
        </p:nvGraphicFramePr>
        <p:xfrm>
          <a:off x="724531" y="2422096"/>
          <a:ext cx="23137552" cy="5151120"/>
        </p:xfrm>
        <a:graphic>
          <a:graphicData uri="http://schemas.openxmlformats.org/drawingml/2006/table">
            <a:tbl>
              <a:tblPr firstRow="1" bandRow="1">
                <a:tableStyleId>{5C22544A-7EE6-4342-B048-85BDC9FD1C3A}</a:tableStyleId>
              </a:tblPr>
              <a:tblGrid>
                <a:gridCol w="2760550">
                  <a:extLst>
                    <a:ext uri="{9D8B030D-6E8A-4147-A177-3AD203B41FA5}">
                      <a16:colId xmlns:a16="http://schemas.microsoft.com/office/drawing/2014/main" val="552148761"/>
                    </a:ext>
                  </a:extLst>
                </a:gridCol>
                <a:gridCol w="2578135">
                  <a:extLst>
                    <a:ext uri="{9D8B030D-6E8A-4147-A177-3AD203B41FA5}">
                      <a16:colId xmlns:a16="http://schemas.microsoft.com/office/drawing/2014/main" val="1964586393"/>
                    </a:ext>
                  </a:extLst>
                </a:gridCol>
                <a:gridCol w="2578135">
                  <a:extLst>
                    <a:ext uri="{9D8B030D-6E8A-4147-A177-3AD203B41FA5}">
                      <a16:colId xmlns:a16="http://schemas.microsoft.com/office/drawing/2014/main" val="1014708451"/>
                    </a:ext>
                  </a:extLst>
                </a:gridCol>
                <a:gridCol w="2330057">
                  <a:extLst>
                    <a:ext uri="{9D8B030D-6E8A-4147-A177-3AD203B41FA5}">
                      <a16:colId xmlns:a16="http://schemas.microsoft.com/office/drawing/2014/main" val="3721332249"/>
                    </a:ext>
                  </a:extLst>
                </a:gridCol>
                <a:gridCol w="2578135">
                  <a:extLst>
                    <a:ext uri="{9D8B030D-6E8A-4147-A177-3AD203B41FA5}">
                      <a16:colId xmlns:a16="http://schemas.microsoft.com/office/drawing/2014/main" val="4121229266"/>
                    </a:ext>
                  </a:extLst>
                </a:gridCol>
                <a:gridCol w="2578135">
                  <a:extLst>
                    <a:ext uri="{9D8B030D-6E8A-4147-A177-3AD203B41FA5}">
                      <a16:colId xmlns:a16="http://schemas.microsoft.com/office/drawing/2014/main" val="1213504554"/>
                    </a:ext>
                  </a:extLst>
                </a:gridCol>
                <a:gridCol w="2578135">
                  <a:extLst>
                    <a:ext uri="{9D8B030D-6E8A-4147-A177-3AD203B41FA5}">
                      <a16:colId xmlns:a16="http://schemas.microsoft.com/office/drawing/2014/main" val="464173114"/>
                    </a:ext>
                  </a:extLst>
                </a:gridCol>
                <a:gridCol w="2578135">
                  <a:extLst>
                    <a:ext uri="{9D8B030D-6E8A-4147-A177-3AD203B41FA5}">
                      <a16:colId xmlns:a16="http://schemas.microsoft.com/office/drawing/2014/main" val="920278110"/>
                    </a:ext>
                  </a:extLst>
                </a:gridCol>
                <a:gridCol w="2578135">
                  <a:extLst>
                    <a:ext uri="{9D8B030D-6E8A-4147-A177-3AD203B41FA5}">
                      <a16:colId xmlns:a16="http://schemas.microsoft.com/office/drawing/2014/main" val="495813183"/>
                    </a:ext>
                  </a:extLst>
                </a:gridCol>
              </a:tblGrid>
              <a:tr h="467907">
                <a:tc>
                  <a:txBody>
                    <a:bodyPr/>
                    <a:lstStyle/>
                    <a:p>
                      <a:pPr algn="ctr"/>
                      <a:endParaRPr lang="en-SG" sz="2200" b="1" u="sng">
                        <a:latin typeface="Community Light"/>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5E0FC"/>
                    </a:solidFill>
                  </a:tcPr>
                </a:tc>
                <a:tc gridSpan="6">
                  <a:txBody>
                    <a:bodyPr/>
                    <a:lstStyle/>
                    <a:p>
                      <a:pPr algn="ctr"/>
                      <a:r>
                        <a:rPr lang="en-SG" sz="2200" b="1">
                          <a:solidFill>
                            <a:schemeClr val="tx1"/>
                          </a:solidFill>
                          <a:latin typeface="+mn-lt"/>
                        </a:rPr>
                        <a:t>Current Q: Q3 FY26</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5E0FC"/>
                    </a:solidFill>
                  </a:tcPr>
                </a:tc>
                <a:tc hMerge="1">
                  <a:txBody>
                    <a:bodyPr/>
                    <a:lstStyle/>
                    <a:p>
                      <a:pPr algn="ctr"/>
                      <a:endParaRPr lang="en-SG" sz="1400" b="1">
                        <a:solidFill>
                          <a:schemeClr val="tx1"/>
                        </a:solidFill>
                      </a:endParaRPr>
                    </a:p>
                  </a:txBody>
                  <a:tcPr>
                    <a:lnR w="28575" cap="flat" cmpd="sng" algn="ctr">
                      <a:solidFill>
                        <a:schemeClr val="bg1"/>
                      </a:solidFill>
                      <a:prstDash val="solid"/>
                      <a:round/>
                      <a:headEnd type="none" w="med" len="med"/>
                      <a:tailEnd type="none" w="med" len="med"/>
                    </a:lnR>
                    <a:solidFill>
                      <a:schemeClr val="accent6">
                        <a:lumMod val="20000"/>
                        <a:lumOff val="80000"/>
                      </a:schemeClr>
                    </a:solidFill>
                  </a:tcPr>
                </a:tc>
                <a:tc hMerge="1">
                  <a:txBody>
                    <a:bodyPr/>
                    <a:lstStyle/>
                    <a:p>
                      <a:pPr algn="ctr"/>
                      <a:endParaRPr lang="en-SG" sz="1400" b="1">
                        <a:solidFill>
                          <a:schemeClr val="tx1"/>
                        </a:solidFill>
                      </a:endParaRPr>
                    </a:p>
                  </a:txBody>
                  <a:tcPr>
                    <a:lnL w="12700" cap="flat" cmpd="sng" algn="ctr">
                      <a:solidFill>
                        <a:schemeClr val="tx1"/>
                      </a:solidFill>
                      <a:prstDash val="solid"/>
                      <a:round/>
                      <a:headEnd type="none" w="med" len="med"/>
                      <a:tailEnd type="none" w="med" len="med"/>
                    </a:lnL>
                    <a:solidFill>
                      <a:schemeClr val="accent6">
                        <a:lumMod val="20000"/>
                        <a:lumOff val="8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marL="45720" marR="45720" anchor="ctr">
                    <a:solidFill>
                      <a:srgbClr val="C5E0FC"/>
                    </a:solidFill>
                  </a:tcPr>
                </a:tc>
                <a:tc gridSpan="2">
                  <a:txBody>
                    <a:bodyPr/>
                    <a:lstStyle/>
                    <a:p>
                      <a:pPr marL="0" lvl="0" indent="0" algn="ctr">
                        <a:lnSpc>
                          <a:spcPct val="100000"/>
                        </a:lnSpc>
                        <a:spcBef>
                          <a:spcPts val="0"/>
                        </a:spcBef>
                        <a:spcAft>
                          <a:spcPts val="0"/>
                        </a:spcAft>
                        <a:buNone/>
                      </a:pPr>
                      <a:r>
                        <a:rPr lang="en-SG" sz="2200" b="1" i="0" u="none" strike="noStrike" kern="1200" noProof="0">
                          <a:solidFill>
                            <a:schemeClr val="bg2">
                              <a:lumMod val="40000"/>
                              <a:lumOff val="60000"/>
                            </a:schemeClr>
                          </a:solidFill>
                          <a:latin typeface="Community Light"/>
                        </a:rPr>
                        <a:t>Looking Forward: Q4 FY26</a:t>
                      </a:r>
                      <a:endParaRPr lang="en-US" sz="7200">
                        <a:solidFill>
                          <a:schemeClr val="bg2">
                            <a:lumMod val="40000"/>
                            <a:lumOff val="60000"/>
                          </a:schemeClr>
                        </a:solidFill>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marL="45720" marR="45720" anchor="ctr">
                    <a:solidFill>
                      <a:srgbClr val="C5E0FC"/>
                    </a:solidFill>
                  </a:tcPr>
                </a:tc>
                <a:extLst>
                  <a:ext uri="{0D108BD9-81ED-4DB2-BD59-A6C34878D82A}">
                    <a16:rowId xmlns:a16="http://schemas.microsoft.com/office/drawing/2014/main" val="2111300852"/>
                  </a:ext>
                </a:extLst>
              </a:tr>
              <a:tr h="759789">
                <a:tc>
                  <a:txBody>
                    <a:bodyPr/>
                    <a:lstStyle/>
                    <a:p>
                      <a:pPr marL="0" algn="ctr" defTabSz="914400" rtl="0" eaLnBrk="1" latinLnBrk="0" hangingPunct="1"/>
                      <a:endParaRPr lang="en-SG" sz="2200" b="1" kern="1200">
                        <a:solidFill>
                          <a:schemeClr val="tx1"/>
                        </a:solidFill>
                        <a:latin typeface="Community Ligh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2E2"/>
                    </a:solidFill>
                  </a:tcPr>
                </a:tc>
                <a:tc>
                  <a:txBody>
                    <a:bodyPr/>
                    <a:lstStyle/>
                    <a:p>
                      <a:pPr marL="0" algn="ctr" rtl="0" eaLnBrk="1" latinLnBrk="0" hangingPunct="1"/>
                      <a:r>
                        <a:rPr lang="en-US" sz="2200" b="1" kern="1200">
                          <a:solidFill>
                            <a:schemeClr val="tx1"/>
                          </a:solidFill>
                          <a:latin typeface="Community Light"/>
                          <a:ea typeface="+mn-ea"/>
                          <a:cs typeface="+mn-cs"/>
                        </a:rPr>
                        <a:t>Priced deals</a:t>
                      </a:r>
                      <a:endParaRPr lang="en-US" sz="2200" b="1" kern="1200">
                        <a:solidFill>
                          <a:srgbClr val="3C4345"/>
                        </a:solidFill>
                        <a:latin typeface="Community Light"/>
                        <a:ea typeface="+mn-ea"/>
                        <a:cs typeface="+mn-cs"/>
                      </a:endParaRPr>
                    </a:p>
                    <a:p>
                      <a:pPr marL="0" lvl="0" algn="ctr">
                        <a:buNone/>
                      </a:pPr>
                      <a:r>
                        <a:rPr lang="en-US" sz="2200" b="1" i="0" u="none" strike="noStrike" kern="1200" noProof="0">
                          <a:solidFill>
                            <a:schemeClr val="tx1">
                              <a:lumMod val="75000"/>
                            </a:schemeClr>
                          </a:solidFill>
                          <a:latin typeface="Community Light"/>
                        </a:rPr>
                        <a:t>(% of</a:t>
                      </a:r>
                      <a:r>
                        <a:rPr lang="en-US" sz="2200" b="1" kern="1200">
                          <a:solidFill>
                            <a:schemeClr val="tx1">
                              <a:lumMod val="75000"/>
                            </a:schemeClr>
                          </a:solidFill>
                          <a:latin typeface="+mn-lt"/>
                          <a:ea typeface="+mn-ea"/>
                          <a:cs typeface="+mn-cs"/>
                        </a:rPr>
                        <a:t> </a:t>
                      </a:r>
                      <a:r>
                        <a:rPr lang="en-US" sz="2200" b="1" i="0" u="none" strike="noStrike" kern="1200" noProof="0">
                          <a:solidFill>
                            <a:schemeClr val="tx1">
                              <a:lumMod val="75000"/>
                            </a:schemeClr>
                          </a:solidFill>
                          <a:latin typeface="Community Light"/>
                        </a:rPr>
                        <a:t>Plan)</a:t>
                      </a:r>
                      <a:endParaRPr lang="en-US" sz="2200" b="1" kern="1200">
                        <a:solidFill>
                          <a:srgbClr val="3C4345"/>
                        </a:solidFill>
                        <a:latin typeface="Community Ligh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2E2"/>
                    </a:solidFill>
                  </a:tcPr>
                </a:tc>
                <a:tc>
                  <a:txBody>
                    <a:bodyPr/>
                    <a:lstStyle/>
                    <a:p>
                      <a:pPr marL="0" algn="ctr" rtl="0" eaLnBrk="1" latinLnBrk="0" hangingPunct="1"/>
                      <a:r>
                        <a:rPr lang="en-US" sz="2200" b="1" kern="1200">
                          <a:solidFill>
                            <a:schemeClr val="tx1"/>
                          </a:solidFill>
                          <a:latin typeface="+mn-lt"/>
                          <a:ea typeface="+mn-ea"/>
                          <a:cs typeface="+mn-cs"/>
                        </a:rPr>
                        <a:t>CVR (#) *</a:t>
                      </a:r>
                      <a:r>
                        <a:rPr lang="en-US" sz="2200" b="1" kern="1200" baseline="30000">
                          <a:solidFill>
                            <a:schemeClr val="tx1"/>
                          </a:solidFill>
                          <a:latin typeface="+mn-lt"/>
                          <a:ea typeface="+mn-ea"/>
                          <a:cs typeface="+mn-cs"/>
                        </a:rPr>
                        <a:t> </a:t>
                      </a:r>
                      <a:br>
                        <a:rPr lang="en-US" sz="2200" b="1" kern="1200">
                          <a:solidFill>
                            <a:srgbClr val="3C4345"/>
                          </a:solidFill>
                          <a:latin typeface="Community Light"/>
                          <a:ea typeface="+mn-ea"/>
                          <a:cs typeface="+mn-cs"/>
                        </a:rPr>
                      </a:br>
                      <a:r>
                        <a:rPr lang="en-US" sz="2200" b="1" kern="1200">
                          <a:solidFill>
                            <a:schemeClr val="tx1"/>
                          </a:solidFill>
                          <a:latin typeface="Community Light"/>
                          <a:ea typeface="+mn-ea"/>
                          <a:cs typeface="+mn-cs"/>
                        </a:rPr>
                        <a:t>(vs.</a:t>
                      </a:r>
                      <a:r>
                        <a:rPr lang="en-US" sz="2200" b="1" kern="1200">
                          <a:solidFill>
                            <a:schemeClr val="tx1">
                              <a:lumMod val="75000"/>
                            </a:schemeClr>
                          </a:solidFill>
                          <a:latin typeface="+mn-lt"/>
                          <a:ea typeface="+mn-ea"/>
                          <a:cs typeface="+mn-cs"/>
                        </a:rPr>
                        <a:t> </a:t>
                      </a:r>
                      <a:r>
                        <a:rPr lang="en-US" sz="2200" b="1" kern="1200">
                          <a:solidFill>
                            <a:schemeClr val="tx1"/>
                          </a:solidFill>
                          <a:latin typeface="Community Light"/>
                          <a:ea typeface="+mn-ea"/>
                          <a:cs typeface="+mn-cs"/>
                        </a:rPr>
                        <a:t>Plan)</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2E2"/>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2200" b="1" kern="1200">
                          <a:solidFill>
                            <a:schemeClr val="tx1">
                              <a:lumMod val="75000"/>
                            </a:schemeClr>
                          </a:solidFill>
                          <a:latin typeface="Community Light"/>
                          <a:ea typeface="+mn-ea"/>
                          <a:cs typeface="+mn-cs"/>
                        </a:rPr>
                        <a:t>RIG</a:t>
                      </a:r>
                      <a:br>
                        <a:rPr lang="en-US" sz="2200" b="1" kern="1200">
                          <a:solidFill>
                            <a:srgbClr val="2D3234"/>
                          </a:solidFill>
                          <a:latin typeface="Community Light"/>
                          <a:ea typeface="+mn-ea"/>
                          <a:cs typeface="+mn-cs"/>
                        </a:rPr>
                      </a:br>
                      <a:r>
                        <a:rPr lang="en-US" sz="2200" b="1" i="0" u="none" strike="noStrike" kern="1200" noProof="0">
                          <a:solidFill>
                            <a:schemeClr val="tx1">
                              <a:lumMod val="75000"/>
                            </a:schemeClr>
                          </a:solidFill>
                          <a:latin typeface="Community Light"/>
                        </a:rPr>
                        <a:t>(vs. Plan)</a:t>
                      </a:r>
                      <a:endParaRPr lang="en-US" sz="2200" b="1" i="0" u="none" strike="noStrike" kern="1200" noProof="0">
                        <a:solidFill>
                          <a:srgbClr val="2D3234"/>
                        </a:solidFill>
                        <a:latin typeface="Community Light"/>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2E2"/>
                    </a:solidFill>
                  </a:tcPr>
                </a:tc>
                <a:tc>
                  <a:txBody>
                    <a:bodyPr/>
                    <a:lstStyle/>
                    <a:p>
                      <a:pPr marL="0" algn="ctr" defTabSz="914400" rtl="0" eaLnBrk="1" latinLnBrk="0" hangingPunct="1"/>
                      <a:r>
                        <a:rPr lang="en-US" sz="2200" b="1" kern="1200">
                          <a:solidFill>
                            <a:schemeClr val="tx1"/>
                          </a:solidFill>
                          <a:latin typeface="+mn-lt"/>
                          <a:ea typeface="+mn-ea"/>
                          <a:cs typeface="+mn-cs"/>
                        </a:rPr>
                        <a:t>ASP</a:t>
                      </a:r>
                    </a:p>
                    <a:p>
                      <a:pPr marL="0" algn="ctr" defTabSz="914400" rtl="0" eaLnBrk="1" latinLnBrk="0" hangingPunct="1"/>
                      <a:r>
                        <a:rPr lang="en-US" sz="2200" b="1" i="0" u="none" strike="noStrike" kern="1200" noProof="0">
                          <a:solidFill>
                            <a:schemeClr val="tx1">
                              <a:lumMod val="75000"/>
                            </a:schemeClr>
                          </a:solidFill>
                          <a:latin typeface="Community Light"/>
                        </a:rPr>
                        <a:t>(vs. Plan)</a:t>
                      </a:r>
                      <a:endParaRPr lang="en-US" sz="2200" b="1" kern="1200">
                        <a:solidFill>
                          <a:schemeClr val="tx1"/>
                        </a:solidFill>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2E2"/>
                    </a:solidFill>
                  </a:tcPr>
                </a:tc>
                <a:tc>
                  <a:txBody>
                    <a:bodyPr/>
                    <a:lstStyle/>
                    <a:p>
                      <a:pPr marL="0" algn="ctr" defTabSz="914400" rtl="0" eaLnBrk="1" latinLnBrk="0" hangingPunct="1"/>
                      <a:r>
                        <a:rPr lang="en-US" sz="2200" b="1" kern="1200">
                          <a:solidFill>
                            <a:schemeClr val="tx1"/>
                          </a:solidFill>
                          <a:latin typeface="+mn-lt"/>
                          <a:ea typeface="+mn-ea"/>
                          <a:cs typeface="+mn-cs"/>
                        </a:rPr>
                        <a:t>CW Bookings</a:t>
                      </a:r>
                    </a:p>
                    <a:p>
                      <a:pPr marL="0" algn="ctr" defTabSz="914400" rtl="0" eaLnBrk="1" latinLnBrk="0" hangingPunct="1"/>
                      <a:r>
                        <a:rPr lang="en-US" sz="2200" b="1" i="0" u="none" strike="noStrike" kern="1200" noProof="0">
                          <a:solidFill>
                            <a:schemeClr val="tx1">
                              <a:lumMod val="75000"/>
                            </a:schemeClr>
                          </a:solidFill>
                          <a:latin typeface="Community Light"/>
                        </a:rPr>
                        <a:t>(vs. Plan)</a:t>
                      </a:r>
                      <a:endParaRPr lang="en-US" sz="2200" b="1" kern="1200">
                        <a:solidFill>
                          <a:schemeClr val="tx1"/>
                        </a:solidFill>
                        <a:latin typeface="+mn-lt"/>
                        <a:ea typeface="+mn-ea"/>
                        <a:cs typeface="+mn-cs"/>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2E2"/>
                    </a:solidFill>
                  </a:tcPr>
                </a:tc>
                <a:tc>
                  <a:txBody>
                    <a:bodyPr/>
                    <a:lstStyle/>
                    <a:p>
                      <a:pPr marL="0" lvl="0" indent="0" algn="ctr">
                        <a:lnSpc>
                          <a:spcPct val="100000"/>
                        </a:lnSpc>
                        <a:spcBef>
                          <a:spcPts val="0"/>
                        </a:spcBef>
                        <a:spcAft>
                          <a:spcPts val="0"/>
                        </a:spcAft>
                        <a:buNone/>
                      </a:pPr>
                      <a:r>
                        <a:rPr lang="en-US" sz="2200" b="1" i="0" u="none" strike="noStrike" kern="1200" noProof="0">
                          <a:solidFill>
                            <a:schemeClr val="tx1"/>
                          </a:solidFill>
                          <a:latin typeface="Community Light"/>
                        </a:rPr>
                        <a:t>Outlook (USD$M)</a:t>
                      </a:r>
                      <a:endParaRPr lang="en-US" sz="7200" b="1"/>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2E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kern="1200">
                          <a:solidFill>
                            <a:schemeClr val="tx1"/>
                          </a:solidFill>
                          <a:latin typeface="+mn-lt"/>
                          <a:ea typeface="+mn-ea"/>
                          <a:cs typeface="+mn-cs"/>
                        </a:rPr>
                        <a:t>Priced deals</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2E2"/>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2200" b="1" kern="1200">
                          <a:solidFill>
                            <a:schemeClr val="tx1"/>
                          </a:solidFill>
                          <a:latin typeface="+mn-lt"/>
                          <a:ea typeface="+mn-ea"/>
                          <a:cs typeface="+mn-cs"/>
                        </a:rPr>
                        <a:t>Walk-in bookings </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2E2"/>
                    </a:solidFill>
                  </a:tcPr>
                </a:tc>
                <a:extLst>
                  <a:ext uri="{0D108BD9-81ED-4DB2-BD59-A6C34878D82A}">
                    <a16:rowId xmlns:a16="http://schemas.microsoft.com/office/drawing/2014/main" val="1353209042"/>
                  </a:ext>
                </a:extLst>
              </a:tr>
              <a:tr h="461301">
                <a:tc>
                  <a:txBody>
                    <a:bodyPr/>
                    <a:lstStyle/>
                    <a:p>
                      <a:pPr algn="l"/>
                      <a:r>
                        <a:rPr lang="en-US" sz="2200">
                          <a:solidFill>
                            <a:schemeClr val="accent6"/>
                          </a:solidFill>
                          <a:latin typeface="Community"/>
                        </a:rPr>
                        <a:t>APAC</a:t>
                      </a:r>
                    </a:p>
                  </a:txBody>
                  <a:tcPr marL="274320" marR="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621 (114%)</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lvl="0" algn="ctr">
                        <a:lnSpc>
                          <a:spcPct val="100000"/>
                        </a:lnSpc>
                        <a:spcBef>
                          <a:spcPts val="0"/>
                        </a:spcBef>
                        <a:spcAft>
                          <a:spcPts val="0"/>
                        </a:spcAft>
                        <a:buNone/>
                      </a:pPr>
                      <a:r>
                        <a:rPr lang="en-US" sz="2200">
                          <a:solidFill>
                            <a:schemeClr val="accent6"/>
                          </a:solidFill>
                          <a:latin typeface="Community"/>
                        </a:rPr>
                        <a:t>29% (+7pp)</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lvl="0" algn="ctr">
                        <a:lnSpc>
                          <a:spcPct val="100000"/>
                        </a:lnSpc>
                        <a:spcBef>
                          <a:spcPts val="0"/>
                        </a:spcBef>
                        <a:spcAft>
                          <a:spcPts val="0"/>
                        </a:spcAft>
                        <a:buNone/>
                      </a:pPr>
                      <a:r>
                        <a:rPr lang="en-US" sz="2200">
                          <a:solidFill>
                            <a:schemeClr val="accent6"/>
                          </a:solidFill>
                          <a:latin typeface="Community"/>
                        </a:rPr>
                        <a:t>1.70 (+0.15)</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lvl="0" algn="ctr">
                        <a:lnSpc>
                          <a:spcPct val="100000"/>
                        </a:lnSpc>
                        <a:spcBef>
                          <a:spcPts val="0"/>
                        </a:spcBef>
                        <a:spcAft>
                          <a:spcPts val="0"/>
                        </a:spcAft>
                        <a:buNone/>
                      </a:pPr>
                      <a:r>
                        <a:rPr lang="en-US" sz="2200">
                          <a:solidFill>
                            <a:schemeClr val="accent6"/>
                          </a:solidFill>
                          <a:latin typeface="Community"/>
                        </a:rPr>
                        <a:t>$79K</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$5.3M (50%)</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$10.8M</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169</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$1.1M</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5990489"/>
                  </a:ext>
                </a:extLst>
              </a:tr>
              <a:tr h="461301">
                <a:tc>
                  <a:txBody>
                    <a:bodyPr/>
                    <a:lstStyle/>
                    <a:p>
                      <a:pPr algn="l"/>
                      <a:r>
                        <a:rPr lang="en-US" sz="2200">
                          <a:solidFill>
                            <a:schemeClr val="accent6"/>
                          </a:solidFill>
                          <a:latin typeface="Community"/>
                        </a:rPr>
                        <a:t>EMEAL</a:t>
                      </a:r>
                    </a:p>
                  </a:txBody>
                  <a:tcPr marL="274320" marR="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1,629 (99%)</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lvl="0" algn="ctr">
                        <a:lnSpc>
                          <a:spcPct val="100000"/>
                        </a:lnSpc>
                        <a:spcBef>
                          <a:spcPts val="0"/>
                        </a:spcBef>
                        <a:spcAft>
                          <a:spcPts val="0"/>
                        </a:spcAft>
                        <a:buNone/>
                      </a:pPr>
                      <a:r>
                        <a:rPr lang="en-US" sz="2200">
                          <a:solidFill>
                            <a:schemeClr val="accent6"/>
                          </a:solidFill>
                          <a:latin typeface="Community"/>
                        </a:rPr>
                        <a:t>17% (-4pp)</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lvl="0" algn="ctr">
                        <a:lnSpc>
                          <a:spcPct val="100000"/>
                        </a:lnSpc>
                        <a:spcBef>
                          <a:spcPts val="0"/>
                        </a:spcBef>
                        <a:spcAft>
                          <a:spcPts val="0"/>
                        </a:spcAft>
                        <a:buNone/>
                      </a:pPr>
                      <a:r>
                        <a:rPr lang="en-US" sz="2200">
                          <a:solidFill>
                            <a:schemeClr val="accent6"/>
                          </a:solidFill>
                          <a:latin typeface="Community"/>
                        </a:rPr>
                        <a:t>1.68 (+0.13)</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lvl="0" algn="ctr">
                        <a:lnSpc>
                          <a:spcPct val="100000"/>
                        </a:lnSpc>
                        <a:spcBef>
                          <a:spcPts val="0"/>
                        </a:spcBef>
                        <a:spcAft>
                          <a:spcPts val="0"/>
                        </a:spcAft>
                        <a:buNone/>
                      </a:pPr>
                      <a:r>
                        <a:rPr lang="en-US" sz="2200">
                          <a:solidFill>
                            <a:schemeClr val="accent6"/>
                          </a:solidFill>
                          <a:latin typeface="Community"/>
                        </a:rPr>
                        <a:t>$105K </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$15.9M (39%)</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$40.7M</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817</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£2.1M</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3045140"/>
                  </a:ext>
                </a:extLst>
              </a:tr>
              <a:tr h="461301">
                <a:tc>
                  <a:txBody>
                    <a:bodyPr/>
                    <a:lstStyle/>
                    <a:p>
                      <a:pPr algn="l"/>
                      <a:r>
                        <a:rPr lang="en-US" sz="2200" b="0" i="1">
                          <a:solidFill>
                            <a:schemeClr val="accent6"/>
                          </a:solidFill>
                          <a:latin typeface="Community"/>
                        </a:rPr>
                        <a:t>NAMER</a:t>
                      </a:r>
                    </a:p>
                  </a:txBody>
                  <a:tcPr marL="274320" marR="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1,223 (99%)</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lvl="0" algn="ctr">
                        <a:lnSpc>
                          <a:spcPct val="100000"/>
                        </a:lnSpc>
                        <a:spcBef>
                          <a:spcPts val="0"/>
                        </a:spcBef>
                        <a:spcAft>
                          <a:spcPts val="0"/>
                        </a:spcAft>
                        <a:buNone/>
                      </a:pPr>
                      <a:r>
                        <a:rPr lang="en-US" sz="2200">
                          <a:solidFill>
                            <a:schemeClr val="accent6"/>
                          </a:solidFill>
                          <a:latin typeface="Community"/>
                        </a:rPr>
                        <a:t>27% (+3pp)</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F2D0"/>
                    </a:solidFill>
                  </a:tcPr>
                </a:tc>
                <a:tc>
                  <a:txBody>
                    <a:bodyPr/>
                    <a:lstStyle/>
                    <a:p>
                      <a:pPr lvl="0" algn="ctr">
                        <a:lnSpc>
                          <a:spcPct val="100000"/>
                        </a:lnSpc>
                        <a:spcBef>
                          <a:spcPts val="0"/>
                        </a:spcBef>
                        <a:spcAft>
                          <a:spcPts val="0"/>
                        </a:spcAft>
                        <a:buNone/>
                      </a:pPr>
                      <a:r>
                        <a:rPr lang="en-US" sz="2200">
                          <a:solidFill>
                            <a:schemeClr val="accent6"/>
                          </a:solidFill>
                          <a:latin typeface="Community"/>
                        </a:rPr>
                        <a:t>1.53(-0.01)</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lvl="0" algn="ctr">
                        <a:lnSpc>
                          <a:spcPct val="100000"/>
                        </a:lnSpc>
                        <a:spcBef>
                          <a:spcPts val="0"/>
                        </a:spcBef>
                        <a:spcAft>
                          <a:spcPts val="0"/>
                        </a:spcAft>
                        <a:buNone/>
                      </a:pPr>
                      <a:r>
                        <a:rPr lang="en-US" sz="2200">
                          <a:solidFill>
                            <a:schemeClr val="accent6"/>
                          </a:solidFill>
                          <a:latin typeface="Community"/>
                        </a:rPr>
                        <a:t>$107K </a:t>
                      </a:r>
                      <a:endParaRPr lang="en-US" sz="2200" b="1" i="1" kern="1200">
                        <a:solidFill>
                          <a:schemeClr val="bg1">
                            <a:lumMod val="10000"/>
                          </a:schemeClr>
                        </a:solidFill>
                        <a:latin typeface="Community"/>
                        <a:ea typeface="+mn-ea"/>
                        <a:cs typeface="+mn-cs"/>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$24.0M (69%)</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$34.8M </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560</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2200">
                          <a:solidFill>
                            <a:schemeClr val="accent6"/>
                          </a:solidFill>
                          <a:latin typeface="Community"/>
                        </a:rPr>
                        <a:t>$8.5M</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22643"/>
                  </a:ext>
                </a:extLst>
              </a:tr>
              <a:tr h="396176">
                <a:tc>
                  <a:txBody>
                    <a:bodyPr/>
                    <a:lstStyle/>
                    <a:p>
                      <a:pPr algn="l"/>
                      <a:r>
                        <a:rPr lang="en-US" sz="2200" b="1" i="1">
                          <a:solidFill>
                            <a:schemeClr val="bg1">
                              <a:lumMod val="10000"/>
                            </a:schemeClr>
                          </a:solidFill>
                          <a:latin typeface="Community"/>
                        </a:rPr>
                        <a:t>GSA</a:t>
                      </a:r>
                      <a:endParaRPr lang="en-US" sz="2200" b="1" i="1" baseline="30000">
                        <a:solidFill>
                          <a:schemeClr val="bg1">
                            <a:lumMod val="10000"/>
                          </a:schemeClr>
                        </a:solidFill>
                        <a:latin typeface="Community"/>
                      </a:endParaRPr>
                    </a:p>
                  </a:txBody>
                  <a:tcPr marL="274320" marR="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b="1" i="1" kern="1200">
                          <a:solidFill>
                            <a:schemeClr val="bg1">
                              <a:lumMod val="10000"/>
                            </a:schemeClr>
                          </a:solidFill>
                          <a:latin typeface="Community"/>
                          <a:ea typeface="+mn-ea"/>
                          <a:cs typeface="+mn-cs"/>
                        </a:rPr>
                        <a:t>2,737 (124%)</a:t>
                      </a: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F2D0"/>
                    </a:solidFill>
                  </a:tcPr>
                </a:tc>
                <a:tc>
                  <a:txBody>
                    <a:bodyPr/>
                    <a:lstStyle/>
                    <a:p>
                      <a:pPr algn="ctr" fontAlgn="b"/>
                      <a:r>
                        <a:rPr lang="en-US" sz="2200" b="1" i="1" kern="1200">
                          <a:solidFill>
                            <a:schemeClr val="bg1">
                              <a:lumMod val="10000"/>
                            </a:schemeClr>
                          </a:solidFill>
                          <a:latin typeface="Community"/>
                          <a:ea typeface="+mn-ea"/>
                          <a:cs typeface="+mn-cs"/>
                        </a:rPr>
                        <a:t>16% (-9pp)</a:t>
                      </a: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ABAB"/>
                    </a:solidFill>
                  </a:tcPr>
                </a:tc>
                <a:tc>
                  <a:txBody>
                    <a:bodyPr/>
                    <a:lstStyle/>
                    <a:p>
                      <a:pPr algn="ctr" fontAlgn="b"/>
                      <a:r>
                        <a:rPr lang="en-US" sz="2200" b="1" i="1" kern="1200">
                          <a:solidFill>
                            <a:schemeClr val="bg1">
                              <a:lumMod val="10000"/>
                            </a:schemeClr>
                          </a:solidFill>
                          <a:latin typeface="Community"/>
                          <a:ea typeface="+mn-ea"/>
                          <a:cs typeface="+mn-cs"/>
                        </a:rPr>
                        <a:t>2.16 (+0.10)</a:t>
                      </a: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F1D3"/>
                    </a:solidFill>
                  </a:tcPr>
                </a:tc>
                <a:tc>
                  <a:txBody>
                    <a:bodyPr/>
                    <a:lstStyle/>
                    <a:p>
                      <a:pPr algn="ctr" fontAlgn="b"/>
                      <a:r>
                        <a:rPr lang="en-US" sz="2200" b="1" i="1" kern="1200">
                          <a:solidFill>
                            <a:schemeClr val="bg1">
                              <a:lumMod val="10000"/>
                            </a:schemeClr>
                          </a:solidFill>
                          <a:latin typeface="Community"/>
                          <a:ea typeface="+mn-ea"/>
                          <a:cs typeface="+mn-cs"/>
                        </a:rPr>
                        <a:t>$51K (+$4K)</a:t>
                      </a: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F2D0"/>
                    </a:solidFill>
                  </a:tcPr>
                </a:tc>
                <a:tc>
                  <a:txBody>
                    <a:bodyPr/>
                    <a:lstStyle/>
                    <a:p>
                      <a:pPr algn="ctr" fontAlgn="b"/>
                      <a:r>
                        <a:rPr lang="en-US" sz="2200" b="1" i="1" kern="1200">
                          <a:solidFill>
                            <a:schemeClr val="bg1">
                              <a:lumMod val="10000"/>
                            </a:schemeClr>
                          </a:solidFill>
                          <a:latin typeface="Community"/>
                          <a:ea typeface="+mn-ea"/>
                          <a:cs typeface="+mn-cs"/>
                        </a:rPr>
                        <a:t>$10.7 M (45%)</a:t>
                      </a: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F2D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200" b="1" i="1" kern="1200">
                          <a:solidFill>
                            <a:schemeClr val="bg1">
                              <a:lumMod val="10000"/>
                            </a:schemeClr>
                          </a:solidFill>
                          <a:latin typeface="Community"/>
                          <a:ea typeface="+mn-ea"/>
                          <a:cs typeface="+mn-cs"/>
                        </a:rPr>
                        <a:t>$23.5M</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b="1" i="1" kern="1200">
                          <a:solidFill>
                            <a:schemeClr val="bg1">
                              <a:lumMod val="10000"/>
                            </a:schemeClr>
                          </a:solidFill>
                          <a:latin typeface="Community"/>
                          <a:ea typeface="+mn-ea"/>
                          <a:cs typeface="+mn-cs"/>
                        </a:rPr>
                        <a:t>442</a:t>
                      </a: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b="1" i="1" kern="1200">
                          <a:solidFill>
                            <a:schemeClr val="bg1">
                              <a:lumMod val="10000"/>
                            </a:schemeClr>
                          </a:solidFill>
                          <a:latin typeface="Community"/>
                          <a:ea typeface="+mn-ea"/>
                          <a:cs typeface="+mn-cs"/>
                        </a:rPr>
                        <a:t>$0.7M</a:t>
                      </a: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3967530"/>
                  </a:ext>
                </a:extLst>
              </a:tr>
              <a:tr h="396176">
                <a:tc>
                  <a:txBody>
                    <a:bodyPr/>
                    <a:lstStyle/>
                    <a:p>
                      <a:pPr algn="l"/>
                      <a:r>
                        <a:rPr lang="en-US" sz="2200" i="1">
                          <a:solidFill>
                            <a:schemeClr val="accent2"/>
                          </a:solidFill>
                          <a:latin typeface="Community"/>
                        </a:rPr>
                        <a:t>-EMEA AD</a:t>
                      </a:r>
                    </a:p>
                  </a:txBody>
                  <a:tcPr marL="548640" marR="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317 </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13% </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2.26 </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$50K</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$1.28M </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ctr" defTabSz="914400" rtl="0" eaLnBrk="1" fontAlgn="ctr" latinLnBrk="0" hangingPunct="1">
                        <a:buNone/>
                      </a:pPr>
                      <a:endParaRPr lang="en-US" sz="2200" b="0" i="1" u="none" strike="noStrike" kern="1200">
                        <a:solidFill>
                          <a:schemeClr val="accent2"/>
                        </a:solidFill>
                        <a:effectLst/>
                        <a:latin typeface="Community"/>
                        <a:ea typeface="+mn-ea"/>
                        <a:cs typeface="+mn-cs"/>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en-US" sz="2200" i="1" kern="1200">
                          <a:solidFill>
                            <a:schemeClr val="accent2"/>
                          </a:solidFill>
                          <a:latin typeface="Community"/>
                          <a:ea typeface="+mn-ea"/>
                          <a:cs typeface="+mn-cs"/>
                        </a:rPr>
                        <a:t>135</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2200" i="1" kern="1200">
                        <a:solidFill>
                          <a:schemeClr val="accent2"/>
                        </a:solidFill>
                        <a:latin typeface="Community"/>
                        <a:ea typeface="+mn-ea"/>
                        <a:cs typeface="+mn-cs"/>
                      </a:endParaRP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8900850"/>
                  </a:ext>
                </a:extLst>
              </a:tr>
              <a:tr h="396176">
                <a:tc>
                  <a:txBody>
                    <a:bodyPr/>
                    <a:lstStyle/>
                    <a:p>
                      <a:pPr algn="l"/>
                      <a:r>
                        <a:rPr lang="en-US" sz="2200" i="1">
                          <a:solidFill>
                            <a:schemeClr val="accent2"/>
                          </a:solidFill>
                          <a:latin typeface="Community"/>
                        </a:rPr>
                        <a:t>-EMEA AE</a:t>
                      </a:r>
                    </a:p>
                  </a:txBody>
                  <a:tcPr marL="548640" marR="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420</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7% </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2200" i="1" kern="1200">
                        <a:solidFill>
                          <a:schemeClr val="accent2"/>
                        </a:solidFill>
                        <a:latin typeface="Community"/>
                        <a:ea typeface="+mn-ea"/>
                        <a:cs typeface="+mn-cs"/>
                      </a:endParaRP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en-US" sz="2200" i="1" kern="1200">
                          <a:solidFill>
                            <a:schemeClr val="accent2"/>
                          </a:solidFill>
                          <a:latin typeface="Community"/>
                          <a:ea typeface="+mn-ea"/>
                          <a:cs typeface="+mn-cs"/>
                        </a:rPr>
                        <a:t>$47K</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$0.6M</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ctr" defTabSz="914400" rtl="0" eaLnBrk="1" fontAlgn="ctr" latinLnBrk="0" hangingPunct="1">
                        <a:buNone/>
                      </a:pPr>
                      <a:endParaRPr lang="en-US" sz="2200" b="0" i="1" u="none" strike="noStrike" kern="1200">
                        <a:solidFill>
                          <a:schemeClr val="accent2"/>
                        </a:solidFill>
                        <a:effectLst/>
                        <a:latin typeface="Community"/>
                        <a:ea typeface="+mn-ea"/>
                        <a:cs typeface="+mn-cs"/>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en-US" sz="2200" i="1" kern="1200">
                          <a:solidFill>
                            <a:schemeClr val="accent2"/>
                          </a:solidFill>
                          <a:latin typeface="Community"/>
                          <a:ea typeface="+mn-ea"/>
                          <a:cs typeface="+mn-cs"/>
                        </a:rPr>
                        <a:t>35</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2200" i="1" kern="1200">
                        <a:solidFill>
                          <a:schemeClr val="accent2"/>
                        </a:solidFill>
                        <a:latin typeface="Community"/>
                        <a:ea typeface="+mn-ea"/>
                        <a:cs typeface="+mn-cs"/>
                      </a:endParaRP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41366938"/>
                  </a:ext>
                </a:extLst>
              </a:tr>
              <a:tr h="3961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i="1">
                          <a:solidFill>
                            <a:schemeClr val="accent2"/>
                          </a:solidFill>
                          <a:latin typeface="Community"/>
                        </a:rPr>
                        <a:t>-NAMER AD</a:t>
                      </a:r>
                    </a:p>
                  </a:txBody>
                  <a:tcPr marL="548640" marR="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222</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20%</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2.10</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$57K</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$1.73M </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ctr" defTabSz="914400" rtl="0" eaLnBrk="1" fontAlgn="ctr" latinLnBrk="0" hangingPunct="1">
                        <a:buNone/>
                      </a:pPr>
                      <a:endParaRPr lang="en-US" sz="2200" b="0" i="1" u="none" strike="noStrike" kern="1200">
                        <a:solidFill>
                          <a:schemeClr val="accent2"/>
                        </a:solidFill>
                        <a:effectLst/>
                        <a:latin typeface="Community"/>
                        <a:ea typeface="+mn-ea"/>
                        <a:cs typeface="+mn-cs"/>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en-US" sz="2200" i="1" kern="1200">
                          <a:solidFill>
                            <a:schemeClr val="accent2"/>
                          </a:solidFill>
                          <a:latin typeface="Community"/>
                          <a:ea typeface="+mn-ea"/>
                          <a:cs typeface="+mn-cs"/>
                        </a:rPr>
                        <a:t>88</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2200" i="1" kern="1200">
                        <a:solidFill>
                          <a:schemeClr val="accent2"/>
                        </a:solidFill>
                        <a:latin typeface="Community"/>
                        <a:ea typeface="+mn-ea"/>
                        <a:cs typeface="+mn-cs"/>
                      </a:endParaRP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35145938"/>
                  </a:ext>
                </a:extLst>
              </a:tr>
              <a:tr h="396176">
                <a:tc>
                  <a:txBody>
                    <a:bodyPr/>
                    <a:lstStyle/>
                    <a:p>
                      <a:pPr algn="l"/>
                      <a:r>
                        <a:rPr lang="en-US" sz="2200" i="1">
                          <a:solidFill>
                            <a:schemeClr val="accent2"/>
                          </a:solidFill>
                          <a:latin typeface="Community"/>
                        </a:rPr>
                        <a:t>-NAMER AE</a:t>
                      </a:r>
                    </a:p>
                  </a:txBody>
                  <a:tcPr marL="548640" marR="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1,783 </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21% </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2200" i="1" kern="1200">
                        <a:solidFill>
                          <a:schemeClr val="accent2"/>
                        </a:solidFill>
                        <a:latin typeface="Community"/>
                        <a:ea typeface="+mn-ea"/>
                        <a:cs typeface="+mn-cs"/>
                      </a:endParaRP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en-US" sz="2200" i="1" kern="1200">
                          <a:solidFill>
                            <a:schemeClr val="accent2"/>
                          </a:solidFill>
                          <a:latin typeface="Community"/>
                          <a:ea typeface="+mn-ea"/>
                          <a:cs typeface="+mn-cs"/>
                        </a:rPr>
                        <a:t>$52K</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200" i="1" kern="1200">
                          <a:solidFill>
                            <a:schemeClr val="accent2"/>
                          </a:solidFill>
                          <a:latin typeface="Community"/>
                          <a:ea typeface="+mn-ea"/>
                          <a:cs typeface="+mn-cs"/>
                        </a:rPr>
                        <a:t>$7.15M </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ctr" defTabSz="914400" rtl="0" eaLnBrk="1" fontAlgn="ctr" latinLnBrk="0" hangingPunct="1">
                        <a:buNone/>
                      </a:pPr>
                      <a:endParaRPr lang="en-US" sz="2200" b="0" i="1" u="none" strike="noStrike" kern="1200">
                        <a:solidFill>
                          <a:schemeClr val="accent2"/>
                        </a:solidFill>
                        <a:effectLst/>
                        <a:latin typeface="Community"/>
                        <a:ea typeface="+mn-ea"/>
                        <a:cs typeface="+mn-cs"/>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en-US" sz="2200" i="1" kern="1200">
                          <a:solidFill>
                            <a:schemeClr val="accent2"/>
                          </a:solidFill>
                          <a:latin typeface="Community"/>
                          <a:ea typeface="+mn-ea"/>
                          <a:cs typeface="+mn-cs"/>
                        </a:rPr>
                        <a:t>116</a:t>
                      </a:r>
                      <a:endParaRPr lang="en-US" sz="2200"/>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2200" i="1" kern="1200">
                        <a:solidFill>
                          <a:schemeClr val="accent2"/>
                        </a:solidFill>
                        <a:latin typeface="Community"/>
                        <a:ea typeface="+mn-ea"/>
                        <a:cs typeface="+mn-cs"/>
                      </a:endParaRPr>
                    </a:p>
                  </a:txBody>
                  <a:tcPr marL="12700" marR="12700"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60473132"/>
                  </a:ext>
                </a:extLst>
              </a:tr>
            </a:tbl>
          </a:graphicData>
        </a:graphic>
      </p:graphicFrame>
      <p:sp>
        <p:nvSpPr>
          <p:cNvPr id="36" name="Terminator 35">
            <a:extLst>
              <a:ext uri="{FF2B5EF4-FFF2-40B4-BE49-F238E27FC236}">
                <a16:creationId xmlns:a16="http://schemas.microsoft.com/office/drawing/2014/main" id="{E3315124-2FA8-7423-FF8D-168D4FF981DC}"/>
              </a:ext>
            </a:extLst>
          </p:cNvPr>
          <p:cNvSpPr/>
          <p:nvPr/>
        </p:nvSpPr>
        <p:spPr>
          <a:xfrm>
            <a:off x="215526" y="157262"/>
            <a:ext cx="2266121" cy="517525"/>
          </a:xfrm>
          <a:prstGeom prst="flowChartTermina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1"/>
                </a:solidFill>
              </a:rPr>
              <a:t>Q3 Summary</a:t>
            </a:r>
          </a:p>
        </p:txBody>
      </p:sp>
      <p:sp>
        <p:nvSpPr>
          <p:cNvPr id="38" name="Terminator 37">
            <a:extLst>
              <a:ext uri="{FF2B5EF4-FFF2-40B4-BE49-F238E27FC236}">
                <a16:creationId xmlns:a16="http://schemas.microsoft.com/office/drawing/2014/main" id="{4C6DE8F1-4E0A-8C94-CDFF-4B4A1DC95D5E}"/>
              </a:ext>
            </a:extLst>
          </p:cNvPr>
          <p:cNvSpPr/>
          <p:nvPr/>
        </p:nvSpPr>
        <p:spPr>
          <a:xfrm>
            <a:off x="21874458" y="117277"/>
            <a:ext cx="2266121" cy="517525"/>
          </a:xfrm>
          <a:prstGeom prst="flowChartTerminator">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chemeClr val="bg1"/>
                </a:solidFill>
              </a:rPr>
              <a:t>Data as of 2/11</a:t>
            </a:r>
          </a:p>
        </p:txBody>
      </p:sp>
      <p:sp>
        <p:nvSpPr>
          <p:cNvPr id="42" name="Rounded Rectangle 52">
            <a:extLst>
              <a:ext uri="{FF2B5EF4-FFF2-40B4-BE49-F238E27FC236}">
                <a16:creationId xmlns:a16="http://schemas.microsoft.com/office/drawing/2014/main" id="{60720E71-45C8-64B7-E01D-42F1F14311DD}"/>
              </a:ext>
            </a:extLst>
          </p:cNvPr>
          <p:cNvSpPr/>
          <p:nvPr/>
        </p:nvSpPr>
        <p:spPr>
          <a:xfrm>
            <a:off x="2437410" y="9250892"/>
            <a:ext cx="10017475" cy="130366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37160" tIns="68580" rIns="137160" bIns="6858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r>
              <a:rPr lang="en-IE" sz="2200" b="1">
                <a:solidFill>
                  <a:srgbClr val="07284B"/>
                </a:solidFill>
                <a:latin typeface="Community" panose="02000303040000020003" pitchFamily="2" charset="0"/>
              </a:rPr>
              <a:t>ASP is outperforming plan</a:t>
            </a:r>
            <a:r>
              <a:rPr lang="en-IE" sz="2200">
                <a:solidFill>
                  <a:srgbClr val="07284B"/>
                </a:solidFill>
                <a:latin typeface="Community" panose="02000303040000020003" pitchFamily="2" charset="0"/>
              </a:rPr>
              <a:t>, driven by improved discount discipline in NAMER, contributing +$3K QoQ. EMEA AE ASP softness driven by Pilot Renewal EP mix ($45K vs. $53K in NAMER)</a:t>
            </a:r>
            <a:endParaRPr lang="en-US"/>
          </a:p>
        </p:txBody>
      </p:sp>
      <p:sp>
        <p:nvSpPr>
          <p:cNvPr id="47" name="Rounded Rectangle 52">
            <a:extLst>
              <a:ext uri="{FF2B5EF4-FFF2-40B4-BE49-F238E27FC236}">
                <a16:creationId xmlns:a16="http://schemas.microsoft.com/office/drawing/2014/main" id="{5ADE20BA-1BFB-3C5B-927C-D895227CADED}"/>
              </a:ext>
            </a:extLst>
          </p:cNvPr>
          <p:cNvSpPr/>
          <p:nvPr/>
        </p:nvSpPr>
        <p:spPr>
          <a:xfrm>
            <a:off x="2445835" y="10706209"/>
            <a:ext cx="10017477" cy="1242742"/>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37160" tIns="68580" rIns="137160" bIns="6858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r>
              <a:rPr lang="en-IE" sz="2200">
                <a:solidFill>
                  <a:srgbClr val="07284B"/>
                </a:solidFill>
                <a:latin typeface="Community"/>
              </a:rPr>
              <a:t>GSA strength sustained in </a:t>
            </a:r>
            <a:r>
              <a:rPr lang="en-IE" sz="2200" b="1">
                <a:solidFill>
                  <a:srgbClr val="07284B"/>
                </a:solidFill>
                <a:latin typeface="Community"/>
              </a:rPr>
              <a:t>EP-priced deals, </a:t>
            </a:r>
            <a:r>
              <a:rPr lang="en-IE" sz="2200">
                <a:solidFill>
                  <a:srgbClr val="07284B"/>
                </a:solidFill>
                <a:latin typeface="Community"/>
              </a:rPr>
              <a:t>driving a +7% QoQ increase in rep activation – My Biz Dash now launched for monitoring activation by team </a:t>
            </a:r>
            <a:r>
              <a:rPr lang="en-IE" sz="2200">
                <a:solidFill>
                  <a:schemeClr val="accent6"/>
                </a:solidFill>
                <a:latin typeface="Community"/>
                <a:hlinkClick r:id="rId3">
                  <a:extLst>
                    <a:ext uri="{A12FA001-AC4F-418D-AE19-62706E023703}">
                      <ahyp:hlinkClr xmlns:ahyp="http://schemas.microsoft.com/office/drawing/2018/hyperlinkcolor" val="tx"/>
                    </a:ext>
                  </a:extLst>
                </a:hlinkClick>
              </a:rPr>
              <a:t>(here)</a:t>
            </a:r>
            <a:endParaRPr lang="en-US">
              <a:solidFill>
                <a:schemeClr val="accent6"/>
              </a:solidFill>
              <a:latin typeface="Community"/>
            </a:endParaRPr>
          </a:p>
        </p:txBody>
      </p:sp>
      <p:sp>
        <p:nvSpPr>
          <p:cNvPr id="51" name="Rounded Rectangle 52">
            <a:extLst>
              <a:ext uri="{FF2B5EF4-FFF2-40B4-BE49-F238E27FC236}">
                <a16:creationId xmlns:a16="http://schemas.microsoft.com/office/drawing/2014/main" id="{C51BBA2E-7CD7-066A-A49F-FA6DDFFB1CFD}"/>
              </a:ext>
            </a:extLst>
          </p:cNvPr>
          <p:cNvSpPr/>
          <p:nvPr/>
        </p:nvSpPr>
        <p:spPr>
          <a:xfrm>
            <a:off x="13933581" y="9267894"/>
            <a:ext cx="10017475" cy="1529943"/>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37160" tIns="68580" rIns="137160" bIns="6858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r>
              <a:rPr lang="en-IE" sz="2200" b="1">
                <a:solidFill>
                  <a:srgbClr val="07284B"/>
                </a:solidFill>
                <a:ea typeface="+mn-lt"/>
                <a:cs typeface="+mn-lt"/>
              </a:rPr>
              <a:t>TAE: Recover win-rate performance on existing pipeline</a:t>
            </a:r>
            <a:r>
              <a:rPr lang="en-IE" sz="2200">
                <a:solidFill>
                  <a:srgbClr val="07284B"/>
                </a:solidFill>
                <a:ea typeface="+mn-lt"/>
                <a:cs typeface="+mn-lt"/>
              </a:rPr>
              <a:t>, which would unlock ~$1M–$1.5M additional bookings and materially improve weighted coverage without needing incremental pipeline creation.</a:t>
            </a:r>
            <a:endParaRPr lang="en-US"/>
          </a:p>
        </p:txBody>
      </p:sp>
      <p:grpSp>
        <p:nvGrpSpPr>
          <p:cNvPr id="52" name="Google Shape;2459;p158">
            <a:extLst>
              <a:ext uri="{FF2B5EF4-FFF2-40B4-BE49-F238E27FC236}">
                <a16:creationId xmlns:a16="http://schemas.microsoft.com/office/drawing/2014/main" id="{FCA26396-727F-5A8C-0318-D4399A10F177}"/>
              </a:ext>
            </a:extLst>
          </p:cNvPr>
          <p:cNvGrpSpPr/>
          <p:nvPr/>
        </p:nvGrpSpPr>
        <p:grpSpPr>
          <a:xfrm>
            <a:off x="12841392" y="9287301"/>
            <a:ext cx="1083094" cy="1025166"/>
            <a:chOff x="351317" y="7962807"/>
            <a:chExt cx="1525563" cy="1526181"/>
          </a:xfrm>
        </p:grpSpPr>
        <p:sp>
          <p:nvSpPr>
            <p:cNvPr id="53" name="Google Shape;2460;p158">
              <a:extLst>
                <a:ext uri="{FF2B5EF4-FFF2-40B4-BE49-F238E27FC236}">
                  <a16:creationId xmlns:a16="http://schemas.microsoft.com/office/drawing/2014/main" id="{6E3A95D9-498E-0FAB-ABD2-57385F76C246}"/>
                </a:ext>
              </a:extLst>
            </p:cNvPr>
            <p:cNvSpPr/>
            <p:nvPr/>
          </p:nvSpPr>
          <p:spPr>
            <a:xfrm>
              <a:off x="351317" y="7962807"/>
              <a:ext cx="1525563" cy="1526181"/>
            </a:xfrm>
            <a:prstGeom prst="ellipse">
              <a:avLst/>
            </a:prstGeom>
            <a:solidFill>
              <a:srgbClr val="F2EDE6"/>
            </a:solidFill>
            <a:ln>
              <a:noFill/>
            </a:ln>
          </p:spPr>
          <p:txBody>
            <a:bodyPr spcFirstLastPara="1" wrap="square" lIns="68525" tIns="34225" rIns="68525" bIns="342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2600">
                <a:solidFill>
                  <a:srgbClr val="FFFFFF"/>
                </a:solidFill>
                <a:latin typeface="Arial"/>
                <a:ea typeface="Arial"/>
                <a:cs typeface="Arial"/>
                <a:sym typeface="Arial"/>
              </a:endParaRPr>
            </a:p>
          </p:txBody>
        </p:sp>
        <p:pic>
          <p:nvPicPr>
            <p:cNvPr id="54" name="Google Shape;2461;p158">
              <a:extLst>
                <a:ext uri="{FF2B5EF4-FFF2-40B4-BE49-F238E27FC236}">
                  <a16:creationId xmlns:a16="http://schemas.microsoft.com/office/drawing/2014/main" id="{C49C8215-C57E-10F8-934D-EF2CE6FB0EBF}"/>
                </a:ext>
              </a:extLst>
            </p:cNvPr>
            <p:cNvPicPr preferRelativeResize="0"/>
            <p:nvPr/>
          </p:nvPicPr>
          <p:blipFill rotWithShape="1">
            <a:blip r:embed="rId4">
              <a:alphaModFix/>
            </a:blip>
            <a:srcRect/>
            <a:stretch/>
          </p:blipFill>
          <p:spPr>
            <a:xfrm>
              <a:off x="670841" y="8195309"/>
              <a:ext cx="942881" cy="1060740"/>
            </a:xfrm>
            <a:prstGeom prst="rect">
              <a:avLst/>
            </a:prstGeom>
            <a:noFill/>
            <a:ln>
              <a:noFill/>
            </a:ln>
          </p:spPr>
        </p:pic>
      </p:grpSp>
      <p:sp>
        <p:nvSpPr>
          <p:cNvPr id="55" name="Rounded Rectangle 52">
            <a:extLst>
              <a:ext uri="{FF2B5EF4-FFF2-40B4-BE49-F238E27FC236}">
                <a16:creationId xmlns:a16="http://schemas.microsoft.com/office/drawing/2014/main" id="{ABC1247B-D0FF-04BE-CFB0-E5F4593A30C8}"/>
              </a:ext>
            </a:extLst>
          </p:cNvPr>
          <p:cNvSpPr/>
          <p:nvPr/>
        </p:nvSpPr>
        <p:spPr>
          <a:xfrm>
            <a:off x="2428200" y="12196389"/>
            <a:ext cx="10017477" cy="1242742"/>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37160" tIns="68580" rIns="137160" bIns="6858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r>
              <a:rPr lang="en-IE" sz="2200" b="1">
                <a:solidFill>
                  <a:srgbClr val="07284B"/>
                </a:solidFill>
              </a:rPr>
              <a:t>Higher RIG</a:t>
            </a:r>
            <a:r>
              <a:rPr lang="en-IE" sz="2200">
                <a:solidFill>
                  <a:srgbClr val="07284B"/>
                </a:solidFill>
              </a:rPr>
              <a:t> in Q3 is </a:t>
            </a:r>
            <a:r>
              <a:rPr lang="en-IE" sz="2200" b="1">
                <a:solidFill>
                  <a:srgbClr val="07284B"/>
                </a:solidFill>
              </a:rPr>
              <a:t>driven by smaller average ALC RTA deal size</a:t>
            </a:r>
            <a:r>
              <a:rPr lang="en-IE" sz="2200">
                <a:solidFill>
                  <a:srgbClr val="07284B"/>
                </a:solidFill>
              </a:rPr>
              <a:t> ($17K vs. $21K in Q2), meaning EP conversions require a larger step-up to reach HEP </a:t>
            </a:r>
            <a:r>
              <a:rPr lang="en-AU" sz="2200">
                <a:solidFill>
                  <a:srgbClr val="07284B"/>
                </a:solidFill>
              </a:rPr>
              <a:t>eligibility criteria</a:t>
            </a:r>
            <a:endParaRPr lang="en-US" sz="2200">
              <a:solidFill>
                <a:srgbClr val="07284B"/>
              </a:solidFill>
            </a:endParaRPr>
          </a:p>
        </p:txBody>
      </p:sp>
      <p:grpSp>
        <p:nvGrpSpPr>
          <p:cNvPr id="59" name="Google Shape;2220;p156">
            <a:extLst>
              <a:ext uri="{FF2B5EF4-FFF2-40B4-BE49-F238E27FC236}">
                <a16:creationId xmlns:a16="http://schemas.microsoft.com/office/drawing/2014/main" id="{4CEEF67B-2363-9C9B-589B-4BC4A80EEEB9}"/>
              </a:ext>
            </a:extLst>
          </p:cNvPr>
          <p:cNvGrpSpPr/>
          <p:nvPr/>
        </p:nvGrpSpPr>
        <p:grpSpPr>
          <a:xfrm>
            <a:off x="1270846" y="9249908"/>
            <a:ext cx="1101304" cy="1101750"/>
            <a:chOff x="10937034" y="316330"/>
            <a:chExt cx="1525563" cy="1526181"/>
          </a:xfrm>
        </p:grpSpPr>
        <p:sp>
          <p:nvSpPr>
            <p:cNvPr id="60" name="Google Shape;2221;p156">
              <a:extLst>
                <a:ext uri="{FF2B5EF4-FFF2-40B4-BE49-F238E27FC236}">
                  <a16:creationId xmlns:a16="http://schemas.microsoft.com/office/drawing/2014/main" id="{281F6811-F633-13C0-F504-0D1247260582}"/>
                </a:ext>
              </a:extLst>
            </p:cNvPr>
            <p:cNvSpPr/>
            <p:nvPr/>
          </p:nvSpPr>
          <p:spPr>
            <a:xfrm>
              <a:off x="10937034" y="316330"/>
              <a:ext cx="1525563" cy="1526181"/>
            </a:xfrm>
            <a:prstGeom prst="ellipse">
              <a:avLst/>
            </a:prstGeom>
            <a:solidFill>
              <a:srgbClr val="F2EDE6"/>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975">
                <a:solidFill>
                  <a:srgbClr val="FFFFFF"/>
                </a:solidFill>
                <a:latin typeface="Arial"/>
                <a:ea typeface="Arial"/>
                <a:cs typeface="Arial"/>
                <a:sym typeface="Arial"/>
              </a:endParaRPr>
            </a:p>
          </p:txBody>
        </p:sp>
        <p:grpSp>
          <p:nvGrpSpPr>
            <p:cNvPr id="61" name="Google Shape;2222;p156">
              <a:extLst>
                <a:ext uri="{FF2B5EF4-FFF2-40B4-BE49-F238E27FC236}">
                  <a16:creationId xmlns:a16="http://schemas.microsoft.com/office/drawing/2014/main" id="{C4D1F6DE-F75A-801B-D84E-1CDDDC37BD9A}"/>
                </a:ext>
              </a:extLst>
            </p:cNvPr>
            <p:cNvGrpSpPr/>
            <p:nvPr/>
          </p:nvGrpSpPr>
          <p:grpSpPr>
            <a:xfrm>
              <a:off x="11000889" y="362920"/>
              <a:ext cx="1452781" cy="1438499"/>
              <a:chOff x="11000889" y="362920"/>
              <a:chExt cx="3100387" cy="3069907"/>
            </a:xfrm>
          </p:grpSpPr>
          <p:sp>
            <p:nvSpPr>
              <p:cNvPr id="62" name="Google Shape;2223;p156">
                <a:extLst>
                  <a:ext uri="{FF2B5EF4-FFF2-40B4-BE49-F238E27FC236}">
                    <a16:creationId xmlns:a16="http://schemas.microsoft.com/office/drawing/2014/main" id="{23888D74-CE60-9B1F-F479-D7AF10572099}"/>
                  </a:ext>
                </a:extLst>
              </p:cNvPr>
              <p:cNvSpPr/>
              <p:nvPr/>
            </p:nvSpPr>
            <p:spPr>
              <a:xfrm>
                <a:off x="12029589" y="1417338"/>
                <a:ext cx="1028700" cy="1028700"/>
              </a:xfrm>
              <a:custGeom>
                <a:avLst/>
                <a:gdLst/>
                <a:ahLst/>
                <a:cxnLst/>
                <a:rect l="l" t="t" r="r" b="b"/>
                <a:pathLst>
                  <a:path w="1028700" h="1028700" extrusionOk="0">
                    <a:moveTo>
                      <a:pt x="1028700" y="514350"/>
                    </a:moveTo>
                    <a:cubicBezTo>
                      <a:pt x="1028700" y="798417"/>
                      <a:pt x="798418" y="1028700"/>
                      <a:pt x="514350" y="1028700"/>
                    </a:cubicBezTo>
                    <a:cubicBezTo>
                      <a:pt x="230283" y="1028700"/>
                      <a:pt x="0" y="798417"/>
                      <a:pt x="0" y="514350"/>
                    </a:cubicBezTo>
                    <a:cubicBezTo>
                      <a:pt x="0" y="230282"/>
                      <a:pt x="230283" y="0"/>
                      <a:pt x="514350" y="0"/>
                    </a:cubicBezTo>
                    <a:cubicBezTo>
                      <a:pt x="798418" y="0"/>
                      <a:pt x="1028700" y="230282"/>
                      <a:pt x="1028700" y="514350"/>
                    </a:cubicBezTo>
                    <a:close/>
                  </a:path>
                </a:pathLst>
              </a:custGeom>
              <a:solidFill>
                <a:srgbClr val="606E30"/>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63" name="Google Shape;2224;p156">
                <a:extLst>
                  <a:ext uri="{FF2B5EF4-FFF2-40B4-BE49-F238E27FC236}">
                    <a16:creationId xmlns:a16="http://schemas.microsoft.com/office/drawing/2014/main" id="{73ED7412-2E13-D478-007B-E4765F2A0897}"/>
                  </a:ext>
                </a:extLst>
              </p:cNvPr>
              <p:cNvSpPr/>
              <p:nvPr/>
            </p:nvSpPr>
            <p:spPr>
              <a:xfrm>
                <a:off x="11000889" y="388638"/>
                <a:ext cx="1522094" cy="1522095"/>
              </a:xfrm>
              <a:custGeom>
                <a:avLst/>
                <a:gdLst/>
                <a:ahLst/>
                <a:cxnLst/>
                <a:rect l="l" t="t" r="r" b="b"/>
                <a:pathLst>
                  <a:path w="1522094" h="1522095" extrusionOk="0">
                    <a:moveTo>
                      <a:pt x="1522095" y="360045"/>
                    </a:moveTo>
                    <a:lnTo>
                      <a:pt x="1522095" y="0"/>
                    </a:lnTo>
                    <a:cubicBezTo>
                      <a:pt x="681990" y="0"/>
                      <a:pt x="0" y="681038"/>
                      <a:pt x="0" y="1522095"/>
                    </a:cubicBezTo>
                    <a:lnTo>
                      <a:pt x="360045" y="1522095"/>
                    </a:lnTo>
                    <a:cubicBezTo>
                      <a:pt x="360997" y="880110"/>
                      <a:pt x="881063" y="360045"/>
                      <a:pt x="1522095" y="360045"/>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64" name="Google Shape;2225;p156">
                <a:extLst>
                  <a:ext uri="{FF2B5EF4-FFF2-40B4-BE49-F238E27FC236}">
                    <a16:creationId xmlns:a16="http://schemas.microsoft.com/office/drawing/2014/main" id="{46F8A583-217F-4957-8807-CEFE9720989E}"/>
                  </a:ext>
                </a:extLst>
              </p:cNvPr>
              <p:cNvSpPr/>
              <p:nvPr/>
            </p:nvSpPr>
            <p:spPr>
              <a:xfrm>
                <a:off x="11001842" y="1910733"/>
                <a:ext cx="1522094" cy="1522094"/>
              </a:xfrm>
              <a:custGeom>
                <a:avLst/>
                <a:gdLst/>
                <a:ahLst/>
                <a:cxnLst/>
                <a:rect l="l" t="t" r="r" b="b"/>
                <a:pathLst>
                  <a:path w="1522094" h="1522094" extrusionOk="0">
                    <a:moveTo>
                      <a:pt x="360045" y="0"/>
                    </a:moveTo>
                    <a:lnTo>
                      <a:pt x="0" y="0"/>
                    </a:lnTo>
                    <a:cubicBezTo>
                      <a:pt x="0" y="840105"/>
                      <a:pt x="681038" y="1522095"/>
                      <a:pt x="1522095" y="1522095"/>
                    </a:cubicBezTo>
                    <a:lnTo>
                      <a:pt x="1522095" y="1162050"/>
                    </a:lnTo>
                    <a:cubicBezTo>
                      <a:pt x="880110" y="1161097"/>
                      <a:pt x="360045" y="641032"/>
                      <a:pt x="360045" y="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65" name="Google Shape;2226;p156">
                <a:extLst>
                  <a:ext uri="{FF2B5EF4-FFF2-40B4-BE49-F238E27FC236}">
                    <a16:creationId xmlns:a16="http://schemas.microsoft.com/office/drawing/2014/main" id="{692AFD17-83C6-4910-03A8-EFA447C16761}"/>
                  </a:ext>
                </a:extLst>
              </p:cNvPr>
              <p:cNvSpPr/>
              <p:nvPr/>
            </p:nvSpPr>
            <p:spPr>
              <a:xfrm>
                <a:off x="12522984" y="1909780"/>
                <a:ext cx="1521142" cy="1522094"/>
              </a:xfrm>
              <a:custGeom>
                <a:avLst/>
                <a:gdLst/>
                <a:ahLst/>
                <a:cxnLst/>
                <a:rect l="l" t="t" r="r" b="b"/>
                <a:pathLst>
                  <a:path w="1521142" h="1522094" extrusionOk="0">
                    <a:moveTo>
                      <a:pt x="0" y="1162050"/>
                    </a:moveTo>
                    <a:lnTo>
                      <a:pt x="0" y="1522095"/>
                    </a:lnTo>
                    <a:cubicBezTo>
                      <a:pt x="840105" y="1522095"/>
                      <a:pt x="1521143" y="841057"/>
                      <a:pt x="1521143" y="0"/>
                    </a:cubicBezTo>
                    <a:lnTo>
                      <a:pt x="1161097" y="0"/>
                    </a:lnTo>
                    <a:cubicBezTo>
                      <a:pt x="1161097" y="641985"/>
                      <a:pt x="641032" y="1162050"/>
                      <a:pt x="0" y="116205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66" name="Google Shape;2227;p156">
                <a:extLst>
                  <a:ext uri="{FF2B5EF4-FFF2-40B4-BE49-F238E27FC236}">
                    <a16:creationId xmlns:a16="http://schemas.microsoft.com/office/drawing/2014/main" id="{6C04A7C8-D9F0-71F4-2ED4-8567922DEE40}"/>
                  </a:ext>
                </a:extLst>
              </p:cNvPr>
              <p:cNvSpPr/>
              <p:nvPr/>
            </p:nvSpPr>
            <p:spPr>
              <a:xfrm>
                <a:off x="12522984" y="388638"/>
                <a:ext cx="1521142" cy="1521142"/>
              </a:xfrm>
              <a:custGeom>
                <a:avLst/>
                <a:gdLst/>
                <a:ahLst/>
                <a:cxnLst/>
                <a:rect l="l" t="t" r="r" b="b"/>
                <a:pathLst>
                  <a:path w="1521142" h="1521142" extrusionOk="0">
                    <a:moveTo>
                      <a:pt x="0" y="0"/>
                    </a:moveTo>
                    <a:lnTo>
                      <a:pt x="0" y="360045"/>
                    </a:lnTo>
                    <a:cubicBezTo>
                      <a:pt x="641032" y="360045"/>
                      <a:pt x="1161097" y="880110"/>
                      <a:pt x="1161097" y="1521142"/>
                    </a:cubicBezTo>
                    <a:lnTo>
                      <a:pt x="1521143" y="1521142"/>
                    </a:lnTo>
                    <a:cubicBezTo>
                      <a:pt x="1521143" y="681038"/>
                      <a:pt x="840105" y="0"/>
                      <a:pt x="0" y="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67" name="Google Shape;2228;p156">
                <a:extLst>
                  <a:ext uri="{FF2B5EF4-FFF2-40B4-BE49-F238E27FC236}">
                    <a16:creationId xmlns:a16="http://schemas.microsoft.com/office/drawing/2014/main" id="{6A8A8FC6-0782-0A0C-9574-A2319E19C699}"/>
                  </a:ext>
                </a:extLst>
              </p:cNvPr>
              <p:cNvSpPr/>
              <p:nvPr/>
            </p:nvSpPr>
            <p:spPr>
              <a:xfrm>
                <a:off x="11361886" y="1910733"/>
                <a:ext cx="1161097" cy="1161097"/>
              </a:xfrm>
              <a:custGeom>
                <a:avLst/>
                <a:gdLst/>
                <a:ahLst/>
                <a:cxnLst/>
                <a:rect l="l" t="t" r="r" b="b"/>
                <a:pathLst>
                  <a:path w="1161097" h="1161097" extrusionOk="0">
                    <a:moveTo>
                      <a:pt x="360045" y="0"/>
                    </a:moveTo>
                    <a:lnTo>
                      <a:pt x="0" y="0"/>
                    </a:lnTo>
                    <a:cubicBezTo>
                      <a:pt x="0" y="641032"/>
                      <a:pt x="520065" y="1161097"/>
                      <a:pt x="1161098" y="1161097"/>
                    </a:cubicBezTo>
                    <a:lnTo>
                      <a:pt x="1161098" y="801052"/>
                    </a:lnTo>
                    <a:cubicBezTo>
                      <a:pt x="719138" y="800100"/>
                      <a:pt x="360045" y="441960"/>
                      <a:pt x="360045" y="0"/>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68" name="Google Shape;2229;p156">
                <a:extLst>
                  <a:ext uri="{FF2B5EF4-FFF2-40B4-BE49-F238E27FC236}">
                    <a16:creationId xmlns:a16="http://schemas.microsoft.com/office/drawing/2014/main" id="{91EBC5B9-BEA5-D752-88F6-FFE271B1F24A}"/>
                  </a:ext>
                </a:extLst>
              </p:cNvPr>
              <p:cNvSpPr/>
              <p:nvPr/>
            </p:nvSpPr>
            <p:spPr>
              <a:xfrm>
                <a:off x="12522984" y="1909780"/>
                <a:ext cx="1161097" cy="1161097"/>
              </a:xfrm>
              <a:custGeom>
                <a:avLst/>
                <a:gdLst/>
                <a:ahLst/>
                <a:cxnLst/>
                <a:rect l="l" t="t" r="r" b="b"/>
                <a:pathLst>
                  <a:path w="1161097" h="1161097" extrusionOk="0">
                    <a:moveTo>
                      <a:pt x="0" y="801053"/>
                    </a:moveTo>
                    <a:lnTo>
                      <a:pt x="0" y="1161098"/>
                    </a:lnTo>
                    <a:cubicBezTo>
                      <a:pt x="641032" y="1161098"/>
                      <a:pt x="1161097" y="641032"/>
                      <a:pt x="1161097" y="0"/>
                    </a:cubicBezTo>
                    <a:lnTo>
                      <a:pt x="801053" y="0"/>
                    </a:lnTo>
                    <a:cubicBezTo>
                      <a:pt x="801053" y="442913"/>
                      <a:pt x="441960" y="801053"/>
                      <a:pt x="0" y="801053"/>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69" name="Google Shape;2230;p156">
                <a:extLst>
                  <a:ext uri="{FF2B5EF4-FFF2-40B4-BE49-F238E27FC236}">
                    <a16:creationId xmlns:a16="http://schemas.microsoft.com/office/drawing/2014/main" id="{0BF35974-E162-2643-D1FF-92958E16EFEB}"/>
                  </a:ext>
                </a:extLst>
              </p:cNvPr>
              <p:cNvSpPr/>
              <p:nvPr/>
            </p:nvSpPr>
            <p:spPr>
              <a:xfrm>
                <a:off x="11361886" y="749634"/>
                <a:ext cx="1161097" cy="1161099"/>
              </a:xfrm>
              <a:custGeom>
                <a:avLst/>
                <a:gdLst/>
                <a:ahLst/>
                <a:cxnLst/>
                <a:rect l="l" t="t" r="r" b="b"/>
                <a:pathLst>
                  <a:path w="1161097" h="1161099" extrusionOk="0">
                    <a:moveTo>
                      <a:pt x="0" y="1161099"/>
                    </a:moveTo>
                    <a:lnTo>
                      <a:pt x="360045" y="1161099"/>
                    </a:lnTo>
                    <a:cubicBezTo>
                      <a:pt x="360045" y="719139"/>
                      <a:pt x="718185" y="360046"/>
                      <a:pt x="1161098" y="360046"/>
                    </a:cubicBezTo>
                    <a:lnTo>
                      <a:pt x="1161098" y="1"/>
                    </a:lnTo>
                    <a:cubicBezTo>
                      <a:pt x="520065" y="-951"/>
                      <a:pt x="0" y="519114"/>
                      <a:pt x="0" y="1161099"/>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70" name="Google Shape;2231;p156">
                <a:extLst>
                  <a:ext uri="{FF2B5EF4-FFF2-40B4-BE49-F238E27FC236}">
                    <a16:creationId xmlns:a16="http://schemas.microsoft.com/office/drawing/2014/main" id="{E04A2F28-ACA1-D678-BC01-1093828D1B33}"/>
                  </a:ext>
                </a:extLst>
              </p:cNvPr>
              <p:cNvSpPr/>
              <p:nvPr/>
            </p:nvSpPr>
            <p:spPr>
              <a:xfrm>
                <a:off x="12522984" y="749635"/>
                <a:ext cx="1161097" cy="1161097"/>
              </a:xfrm>
              <a:custGeom>
                <a:avLst/>
                <a:gdLst/>
                <a:ahLst/>
                <a:cxnLst/>
                <a:rect l="l" t="t" r="r" b="b"/>
                <a:pathLst>
                  <a:path w="1161097" h="1161097" extrusionOk="0">
                    <a:moveTo>
                      <a:pt x="801053" y="1161098"/>
                    </a:moveTo>
                    <a:lnTo>
                      <a:pt x="1161097" y="1161098"/>
                    </a:lnTo>
                    <a:cubicBezTo>
                      <a:pt x="1161097" y="520065"/>
                      <a:pt x="641032" y="0"/>
                      <a:pt x="0" y="0"/>
                    </a:cubicBezTo>
                    <a:lnTo>
                      <a:pt x="0" y="360045"/>
                    </a:lnTo>
                    <a:cubicBezTo>
                      <a:pt x="441960" y="360045"/>
                      <a:pt x="801053" y="718185"/>
                      <a:pt x="801053" y="1161098"/>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71" name="Google Shape;2232;p156">
                <a:extLst>
                  <a:ext uri="{FF2B5EF4-FFF2-40B4-BE49-F238E27FC236}">
                    <a16:creationId xmlns:a16="http://schemas.microsoft.com/office/drawing/2014/main" id="{E3BC805E-3DC1-3C92-1603-A328AD599880}"/>
                  </a:ext>
                </a:extLst>
              </p:cNvPr>
              <p:cNvSpPr/>
              <p:nvPr/>
            </p:nvSpPr>
            <p:spPr>
              <a:xfrm>
                <a:off x="12522984" y="1909780"/>
                <a:ext cx="801052" cy="801052"/>
              </a:xfrm>
              <a:custGeom>
                <a:avLst/>
                <a:gdLst/>
                <a:ahLst/>
                <a:cxnLst/>
                <a:rect l="l" t="t" r="r" b="b"/>
                <a:pathLst>
                  <a:path w="801052" h="801052" extrusionOk="0">
                    <a:moveTo>
                      <a:pt x="0" y="481013"/>
                    </a:moveTo>
                    <a:lnTo>
                      <a:pt x="0" y="801053"/>
                    </a:lnTo>
                    <a:cubicBezTo>
                      <a:pt x="441960" y="801053"/>
                      <a:pt x="801053" y="442913"/>
                      <a:pt x="801053" y="0"/>
                    </a:cubicBezTo>
                    <a:lnTo>
                      <a:pt x="481013" y="0"/>
                    </a:lnTo>
                    <a:cubicBezTo>
                      <a:pt x="480060" y="265748"/>
                      <a:pt x="265747" y="481013"/>
                      <a:pt x="0" y="481013"/>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72" name="Google Shape;2233;p156">
                <a:extLst>
                  <a:ext uri="{FF2B5EF4-FFF2-40B4-BE49-F238E27FC236}">
                    <a16:creationId xmlns:a16="http://schemas.microsoft.com/office/drawing/2014/main" id="{01A39D71-0BDE-56DB-AB63-B0E6D0E9BF69}"/>
                  </a:ext>
                </a:extLst>
              </p:cNvPr>
              <p:cNvSpPr/>
              <p:nvPr/>
            </p:nvSpPr>
            <p:spPr>
              <a:xfrm>
                <a:off x="12522031" y="1109680"/>
                <a:ext cx="801052" cy="801052"/>
              </a:xfrm>
              <a:custGeom>
                <a:avLst/>
                <a:gdLst/>
                <a:ahLst/>
                <a:cxnLst/>
                <a:rect l="l" t="t" r="r" b="b"/>
                <a:pathLst>
                  <a:path w="801052" h="801052" extrusionOk="0">
                    <a:moveTo>
                      <a:pt x="481013" y="801053"/>
                    </a:moveTo>
                    <a:lnTo>
                      <a:pt x="801052" y="801053"/>
                    </a:lnTo>
                    <a:cubicBezTo>
                      <a:pt x="801052" y="359093"/>
                      <a:pt x="442913" y="0"/>
                      <a:pt x="0" y="0"/>
                    </a:cubicBezTo>
                    <a:lnTo>
                      <a:pt x="0" y="320040"/>
                    </a:lnTo>
                    <a:cubicBezTo>
                      <a:pt x="266700" y="320040"/>
                      <a:pt x="481013" y="535305"/>
                      <a:pt x="481013" y="801053"/>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73" name="Google Shape;2234;p156">
                <a:extLst>
                  <a:ext uri="{FF2B5EF4-FFF2-40B4-BE49-F238E27FC236}">
                    <a16:creationId xmlns:a16="http://schemas.microsoft.com/office/drawing/2014/main" id="{41C45E65-BFF8-7180-E096-855386803F79}"/>
                  </a:ext>
                </a:extLst>
              </p:cNvPr>
              <p:cNvSpPr/>
              <p:nvPr/>
            </p:nvSpPr>
            <p:spPr>
              <a:xfrm>
                <a:off x="11722882" y="1910733"/>
                <a:ext cx="800101" cy="800100"/>
              </a:xfrm>
              <a:custGeom>
                <a:avLst/>
                <a:gdLst/>
                <a:ahLst/>
                <a:cxnLst/>
                <a:rect l="l" t="t" r="r" b="b"/>
                <a:pathLst>
                  <a:path w="800101" h="800100" extrusionOk="0">
                    <a:moveTo>
                      <a:pt x="800102" y="800100"/>
                    </a:moveTo>
                    <a:lnTo>
                      <a:pt x="800102" y="480060"/>
                    </a:lnTo>
                    <a:cubicBezTo>
                      <a:pt x="534354" y="480060"/>
                      <a:pt x="320042" y="264795"/>
                      <a:pt x="320042" y="0"/>
                    </a:cubicBezTo>
                    <a:lnTo>
                      <a:pt x="2" y="0"/>
                    </a:lnTo>
                    <a:cubicBezTo>
                      <a:pt x="-951" y="441960"/>
                      <a:pt x="358142" y="800100"/>
                      <a:pt x="800102" y="80010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74" name="Google Shape;2235;p156">
                <a:extLst>
                  <a:ext uri="{FF2B5EF4-FFF2-40B4-BE49-F238E27FC236}">
                    <a16:creationId xmlns:a16="http://schemas.microsoft.com/office/drawing/2014/main" id="{4FFF67BC-CB36-B036-1302-554FBAD98742}"/>
                  </a:ext>
                </a:extLst>
              </p:cNvPr>
              <p:cNvSpPr/>
              <p:nvPr/>
            </p:nvSpPr>
            <p:spPr>
              <a:xfrm>
                <a:off x="11721931" y="1109680"/>
                <a:ext cx="801052" cy="801052"/>
              </a:xfrm>
              <a:custGeom>
                <a:avLst/>
                <a:gdLst/>
                <a:ahLst/>
                <a:cxnLst/>
                <a:rect l="l" t="t" r="r" b="b"/>
                <a:pathLst>
                  <a:path w="801052" h="801052" extrusionOk="0">
                    <a:moveTo>
                      <a:pt x="801053" y="320040"/>
                    </a:moveTo>
                    <a:lnTo>
                      <a:pt x="801053" y="0"/>
                    </a:lnTo>
                    <a:cubicBezTo>
                      <a:pt x="359093" y="0"/>
                      <a:pt x="0" y="358140"/>
                      <a:pt x="0" y="801053"/>
                    </a:cubicBezTo>
                    <a:lnTo>
                      <a:pt x="320040" y="801053"/>
                    </a:lnTo>
                    <a:cubicBezTo>
                      <a:pt x="320993" y="535305"/>
                      <a:pt x="535305" y="320040"/>
                      <a:pt x="801053" y="32004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nvGrpSpPr>
              <p:cNvPr id="75" name="Google Shape;2236;p156">
                <a:extLst>
                  <a:ext uri="{FF2B5EF4-FFF2-40B4-BE49-F238E27FC236}">
                    <a16:creationId xmlns:a16="http://schemas.microsoft.com/office/drawing/2014/main" id="{AA76A89A-7485-212F-3F0D-53262BC555DE}"/>
                  </a:ext>
                </a:extLst>
              </p:cNvPr>
              <p:cNvGrpSpPr/>
              <p:nvPr/>
            </p:nvGrpSpPr>
            <p:grpSpPr>
              <a:xfrm>
                <a:off x="12329627" y="1717375"/>
                <a:ext cx="385762" cy="385762"/>
                <a:chOff x="12329627" y="1717375"/>
                <a:chExt cx="385762" cy="385762"/>
              </a:xfrm>
            </p:grpSpPr>
            <p:sp>
              <p:nvSpPr>
                <p:cNvPr id="80" name="Google Shape;2237;p156">
                  <a:extLst>
                    <a:ext uri="{FF2B5EF4-FFF2-40B4-BE49-F238E27FC236}">
                      <a16:creationId xmlns:a16="http://schemas.microsoft.com/office/drawing/2014/main" id="{5C8BB7D8-737E-909A-B314-6122965C72AE}"/>
                    </a:ext>
                  </a:extLst>
                </p:cNvPr>
                <p:cNvSpPr/>
                <p:nvPr/>
              </p:nvSpPr>
              <p:spPr>
                <a:xfrm>
                  <a:off x="12330579" y="1717375"/>
                  <a:ext cx="192405" cy="192405"/>
                </a:xfrm>
                <a:custGeom>
                  <a:avLst/>
                  <a:gdLst/>
                  <a:ahLst/>
                  <a:cxnLst/>
                  <a:rect l="l" t="t" r="r" b="b"/>
                  <a:pathLst>
                    <a:path w="192405" h="192405" extrusionOk="0">
                      <a:moveTo>
                        <a:pt x="192405" y="0"/>
                      </a:moveTo>
                      <a:cubicBezTo>
                        <a:pt x="85725" y="0"/>
                        <a:pt x="0" y="86678"/>
                        <a:pt x="0" y="192405"/>
                      </a:cubicBezTo>
                      <a:lnTo>
                        <a:pt x="192405" y="192405"/>
                      </a:lnTo>
                      <a:lnTo>
                        <a:pt x="192405" y="0"/>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81" name="Google Shape;2238;p156">
                  <a:extLst>
                    <a:ext uri="{FF2B5EF4-FFF2-40B4-BE49-F238E27FC236}">
                      <a16:creationId xmlns:a16="http://schemas.microsoft.com/office/drawing/2014/main" id="{440BFB7F-483B-76EB-00D1-706FA7DC8D95}"/>
                    </a:ext>
                  </a:extLst>
                </p:cNvPr>
                <p:cNvSpPr/>
                <p:nvPr/>
              </p:nvSpPr>
              <p:spPr>
                <a:xfrm>
                  <a:off x="12522984" y="1718328"/>
                  <a:ext cx="192405" cy="192405"/>
                </a:xfrm>
                <a:custGeom>
                  <a:avLst/>
                  <a:gdLst/>
                  <a:ahLst/>
                  <a:cxnLst/>
                  <a:rect l="l" t="t" r="r" b="b"/>
                  <a:pathLst>
                    <a:path w="192405" h="192405" extrusionOk="0">
                      <a:moveTo>
                        <a:pt x="192405" y="192405"/>
                      </a:moveTo>
                      <a:cubicBezTo>
                        <a:pt x="192405" y="85725"/>
                        <a:pt x="105727" y="0"/>
                        <a:pt x="0" y="0"/>
                      </a:cubicBezTo>
                      <a:lnTo>
                        <a:pt x="0" y="192405"/>
                      </a:lnTo>
                      <a:lnTo>
                        <a:pt x="192405" y="192405"/>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82" name="Google Shape;2239;p156">
                  <a:extLst>
                    <a:ext uri="{FF2B5EF4-FFF2-40B4-BE49-F238E27FC236}">
                      <a16:creationId xmlns:a16="http://schemas.microsoft.com/office/drawing/2014/main" id="{BB4D9503-3F76-EC51-6E3C-3AD52FF309DC}"/>
                    </a:ext>
                  </a:extLst>
                </p:cNvPr>
                <p:cNvSpPr/>
                <p:nvPr/>
              </p:nvSpPr>
              <p:spPr>
                <a:xfrm>
                  <a:off x="12329627" y="1910733"/>
                  <a:ext cx="192404" cy="192404"/>
                </a:xfrm>
                <a:custGeom>
                  <a:avLst/>
                  <a:gdLst/>
                  <a:ahLst/>
                  <a:cxnLst/>
                  <a:rect l="l" t="t" r="r" b="b"/>
                  <a:pathLst>
                    <a:path w="192404" h="192404" extrusionOk="0">
                      <a:moveTo>
                        <a:pt x="0" y="0"/>
                      </a:moveTo>
                      <a:cubicBezTo>
                        <a:pt x="0" y="106680"/>
                        <a:pt x="86677" y="192405"/>
                        <a:pt x="192405" y="192405"/>
                      </a:cubicBezTo>
                      <a:lnTo>
                        <a:pt x="192405" y="0"/>
                      </a:lnTo>
                      <a:lnTo>
                        <a:pt x="0" y="0"/>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83" name="Google Shape;2240;p156">
                  <a:extLst>
                    <a:ext uri="{FF2B5EF4-FFF2-40B4-BE49-F238E27FC236}">
                      <a16:creationId xmlns:a16="http://schemas.microsoft.com/office/drawing/2014/main" id="{2C444F62-5C97-AD7A-FAC5-120E218BF99F}"/>
                    </a:ext>
                  </a:extLst>
                </p:cNvPr>
                <p:cNvSpPr/>
                <p:nvPr/>
              </p:nvSpPr>
              <p:spPr>
                <a:xfrm>
                  <a:off x="12522984" y="1910733"/>
                  <a:ext cx="192405" cy="192404"/>
                </a:xfrm>
                <a:custGeom>
                  <a:avLst/>
                  <a:gdLst/>
                  <a:ahLst/>
                  <a:cxnLst/>
                  <a:rect l="l" t="t" r="r" b="b"/>
                  <a:pathLst>
                    <a:path w="192405" h="192404" extrusionOk="0">
                      <a:moveTo>
                        <a:pt x="192405" y="0"/>
                      </a:moveTo>
                      <a:lnTo>
                        <a:pt x="0" y="0"/>
                      </a:lnTo>
                      <a:lnTo>
                        <a:pt x="0" y="192405"/>
                      </a:lnTo>
                      <a:cubicBezTo>
                        <a:pt x="106680" y="192405"/>
                        <a:pt x="192405" y="105727"/>
                        <a:pt x="192405" y="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sp>
            <p:nvSpPr>
              <p:cNvPr id="76" name="Google Shape;2241;p156">
                <a:extLst>
                  <a:ext uri="{FF2B5EF4-FFF2-40B4-BE49-F238E27FC236}">
                    <a16:creationId xmlns:a16="http://schemas.microsoft.com/office/drawing/2014/main" id="{52440175-43FD-2ADC-AD14-DA34328A123D}"/>
                  </a:ext>
                </a:extLst>
              </p:cNvPr>
              <p:cNvSpPr/>
              <p:nvPr/>
            </p:nvSpPr>
            <p:spPr>
              <a:xfrm>
                <a:off x="12330579" y="1717375"/>
                <a:ext cx="386714" cy="386714"/>
              </a:xfrm>
              <a:custGeom>
                <a:avLst/>
                <a:gdLst/>
                <a:ahLst/>
                <a:cxnLst/>
                <a:rect l="l" t="t" r="r" b="b"/>
                <a:pathLst>
                  <a:path w="386714" h="386714" extrusionOk="0">
                    <a:moveTo>
                      <a:pt x="386715" y="193358"/>
                    </a:moveTo>
                    <a:cubicBezTo>
                      <a:pt x="386715" y="300146"/>
                      <a:pt x="300146" y="386715"/>
                      <a:pt x="193357" y="386715"/>
                    </a:cubicBezTo>
                    <a:cubicBezTo>
                      <a:pt x="86569" y="386715"/>
                      <a:pt x="0" y="300146"/>
                      <a:pt x="0" y="193358"/>
                    </a:cubicBezTo>
                    <a:cubicBezTo>
                      <a:pt x="0" y="86569"/>
                      <a:pt x="86569" y="0"/>
                      <a:pt x="193357" y="0"/>
                    </a:cubicBezTo>
                    <a:cubicBezTo>
                      <a:pt x="300146" y="0"/>
                      <a:pt x="386715" y="86569"/>
                      <a:pt x="386715" y="193358"/>
                    </a:cubicBezTo>
                    <a:close/>
                  </a:path>
                </a:pathLst>
              </a:custGeom>
              <a:solidFill>
                <a:srgbClr val="62372B"/>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77" name="Google Shape;2242;p156">
                <a:extLst>
                  <a:ext uri="{FF2B5EF4-FFF2-40B4-BE49-F238E27FC236}">
                    <a16:creationId xmlns:a16="http://schemas.microsoft.com/office/drawing/2014/main" id="{F7D8296F-0C72-9C48-6F7D-2EAE4AC99EF2}"/>
                  </a:ext>
                </a:extLst>
              </p:cNvPr>
              <p:cNvSpPr/>
              <p:nvPr/>
            </p:nvSpPr>
            <p:spPr>
              <a:xfrm>
                <a:off x="12422972" y="1809768"/>
                <a:ext cx="201930" cy="201930"/>
              </a:xfrm>
              <a:custGeom>
                <a:avLst/>
                <a:gdLst/>
                <a:ahLst/>
                <a:cxnLst/>
                <a:rect l="l" t="t" r="r" b="b"/>
                <a:pathLst>
                  <a:path w="201930" h="201930" extrusionOk="0">
                    <a:moveTo>
                      <a:pt x="201930" y="100965"/>
                    </a:moveTo>
                    <a:cubicBezTo>
                      <a:pt x="201930" y="156727"/>
                      <a:pt x="156727" y="201930"/>
                      <a:pt x="100965" y="201930"/>
                    </a:cubicBezTo>
                    <a:cubicBezTo>
                      <a:pt x="45204" y="201930"/>
                      <a:pt x="1" y="156726"/>
                      <a:pt x="1" y="100965"/>
                    </a:cubicBezTo>
                    <a:cubicBezTo>
                      <a:pt x="1" y="45204"/>
                      <a:pt x="45204" y="0"/>
                      <a:pt x="100965" y="0"/>
                    </a:cubicBezTo>
                    <a:cubicBezTo>
                      <a:pt x="156727" y="0"/>
                      <a:pt x="201930" y="45204"/>
                      <a:pt x="201930" y="100965"/>
                    </a:cubicBezTo>
                    <a:close/>
                  </a:path>
                </a:pathLst>
              </a:custGeom>
              <a:solidFill>
                <a:srgbClr val="965542"/>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78" name="Google Shape;2243;p156">
                <a:extLst>
                  <a:ext uri="{FF2B5EF4-FFF2-40B4-BE49-F238E27FC236}">
                    <a16:creationId xmlns:a16="http://schemas.microsoft.com/office/drawing/2014/main" id="{0128FD23-E47A-8234-4D7A-428D58897D94}"/>
                  </a:ext>
                </a:extLst>
              </p:cNvPr>
              <p:cNvSpPr/>
              <p:nvPr/>
            </p:nvSpPr>
            <p:spPr>
              <a:xfrm>
                <a:off x="13356421" y="362920"/>
                <a:ext cx="744855" cy="744855"/>
              </a:xfrm>
              <a:custGeom>
                <a:avLst/>
                <a:gdLst/>
                <a:ahLst/>
                <a:cxnLst/>
                <a:rect l="l" t="t" r="r" b="b"/>
                <a:pathLst>
                  <a:path w="744855" h="744855" extrusionOk="0">
                    <a:moveTo>
                      <a:pt x="0" y="744855"/>
                    </a:moveTo>
                    <a:lnTo>
                      <a:pt x="98108" y="309563"/>
                    </a:lnTo>
                    <a:lnTo>
                      <a:pt x="411481" y="0"/>
                    </a:lnTo>
                    <a:lnTo>
                      <a:pt x="411481" y="356235"/>
                    </a:lnTo>
                    <a:lnTo>
                      <a:pt x="744856" y="348615"/>
                    </a:lnTo>
                    <a:lnTo>
                      <a:pt x="450533" y="658178"/>
                    </a:lnTo>
                    <a:close/>
                  </a:path>
                </a:pathLst>
              </a:custGeom>
              <a:solidFill>
                <a:srgbClr val="E19B31"/>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79" name="Google Shape;2244;p156">
                <a:extLst>
                  <a:ext uri="{FF2B5EF4-FFF2-40B4-BE49-F238E27FC236}">
                    <a16:creationId xmlns:a16="http://schemas.microsoft.com/office/drawing/2014/main" id="{BEBA2D89-E944-059F-7DB9-917BC137359A}"/>
                  </a:ext>
                </a:extLst>
              </p:cNvPr>
              <p:cNvSpPr/>
              <p:nvPr/>
            </p:nvSpPr>
            <p:spPr>
              <a:xfrm rot="2748587">
                <a:off x="13143496" y="382871"/>
                <a:ext cx="91500" cy="1792847"/>
              </a:xfrm>
              <a:custGeom>
                <a:avLst/>
                <a:gdLst/>
                <a:ahLst/>
                <a:cxnLst/>
                <a:rect l="l" t="t" r="r" b="b"/>
                <a:pathLst>
                  <a:path w="91440" h="1791672" extrusionOk="0">
                    <a:moveTo>
                      <a:pt x="0" y="0"/>
                    </a:moveTo>
                    <a:lnTo>
                      <a:pt x="91441" y="0"/>
                    </a:lnTo>
                    <a:lnTo>
                      <a:pt x="91441" y="1791672"/>
                    </a:lnTo>
                    <a:lnTo>
                      <a:pt x="0" y="1791672"/>
                    </a:lnTo>
                    <a:close/>
                  </a:path>
                </a:pathLst>
              </a:custGeom>
              <a:solidFill>
                <a:srgbClr val="965542"/>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grpSp>
      <p:grpSp>
        <p:nvGrpSpPr>
          <p:cNvPr id="84" name="Google Shape;2220;p156">
            <a:extLst>
              <a:ext uri="{FF2B5EF4-FFF2-40B4-BE49-F238E27FC236}">
                <a16:creationId xmlns:a16="http://schemas.microsoft.com/office/drawing/2014/main" id="{4F091F82-35C1-FB73-A16C-1336473BA7A6}"/>
              </a:ext>
            </a:extLst>
          </p:cNvPr>
          <p:cNvGrpSpPr/>
          <p:nvPr/>
        </p:nvGrpSpPr>
        <p:grpSpPr>
          <a:xfrm>
            <a:off x="1270644" y="10783666"/>
            <a:ext cx="1101304" cy="1101750"/>
            <a:chOff x="10937034" y="316330"/>
            <a:chExt cx="1525563" cy="1526181"/>
          </a:xfrm>
        </p:grpSpPr>
        <p:sp>
          <p:nvSpPr>
            <p:cNvPr id="85" name="Google Shape;2221;p156">
              <a:extLst>
                <a:ext uri="{FF2B5EF4-FFF2-40B4-BE49-F238E27FC236}">
                  <a16:creationId xmlns:a16="http://schemas.microsoft.com/office/drawing/2014/main" id="{84F5D8DF-FD56-DD49-1035-464F1DEC9CA5}"/>
                </a:ext>
              </a:extLst>
            </p:cNvPr>
            <p:cNvSpPr/>
            <p:nvPr/>
          </p:nvSpPr>
          <p:spPr>
            <a:xfrm>
              <a:off x="10937034" y="316330"/>
              <a:ext cx="1525563" cy="1526181"/>
            </a:xfrm>
            <a:prstGeom prst="ellipse">
              <a:avLst/>
            </a:prstGeom>
            <a:solidFill>
              <a:srgbClr val="F2EDE6"/>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975">
                <a:solidFill>
                  <a:srgbClr val="FFFFFF"/>
                </a:solidFill>
                <a:latin typeface="Arial"/>
                <a:ea typeface="Arial"/>
                <a:cs typeface="Arial"/>
                <a:sym typeface="Arial"/>
              </a:endParaRPr>
            </a:p>
          </p:txBody>
        </p:sp>
        <p:grpSp>
          <p:nvGrpSpPr>
            <p:cNvPr id="86" name="Google Shape;2222;p156">
              <a:extLst>
                <a:ext uri="{FF2B5EF4-FFF2-40B4-BE49-F238E27FC236}">
                  <a16:creationId xmlns:a16="http://schemas.microsoft.com/office/drawing/2014/main" id="{EA3A240F-ADDA-B101-039D-20B34C382FDB}"/>
                </a:ext>
              </a:extLst>
            </p:cNvPr>
            <p:cNvGrpSpPr/>
            <p:nvPr/>
          </p:nvGrpSpPr>
          <p:grpSpPr>
            <a:xfrm>
              <a:off x="11000889" y="362920"/>
              <a:ext cx="1452781" cy="1438499"/>
              <a:chOff x="11000889" y="362920"/>
              <a:chExt cx="3100387" cy="3069907"/>
            </a:xfrm>
          </p:grpSpPr>
          <p:sp>
            <p:nvSpPr>
              <p:cNvPr id="87" name="Google Shape;2223;p156">
                <a:extLst>
                  <a:ext uri="{FF2B5EF4-FFF2-40B4-BE49-F238E27FC236}">
                    <a16:creationId xmlns:a16="http://schemas.microsoft.com/office/drawing/2014/main" id="{289FC939-E6FA-1D1F-6375-DD2598D057F3}"/>
                  </a:ext>
                </a:extLst>
              </p:cNvPr>
              <p:cNvSpPr/>
              <p:nvPr/>
            </p:nvSpPr>
            <p:spPr>
              <a:xfrm>
                <a:off x="12029589" y="1417338"/>
                <a:ext cx="1028700" cy="1028700"/>
              </a:xfrm>
              <a:custGeom>
                <a:avLst/>
                <a:gdLst/>
                <a:ahLst/>
                <a:cxnLst/>
                <a:rect l="l" t="t" r="r" b="b"/>
                <a:pathLst>
                  <a:path w="1028700" h="1028700" extrusionOk="0">
                    <a:moveTo>
                      <a:pt x="1028700" y="514350"/>
                    </a:moveTo>
                    <a:cubicBezTo>
                      <a:pt x="1028700" y="798417"/>
                      <a:pt x="798418" y="1028700"/>
                      <a:pt x="514350" y="1028700"/>
                    </a:cubicBezTo>
                    <a:cubicBezTo>
                      <a:pt x="230283" y="1028700"/>
                      <a:pt x="0" y="798417"/>
                      <a:pt x="0" y="514350"/>
                    </a:cubicBezTo>
                    <a:cubicBezTo>
                      <a:pt x="0" y="230282"/>
                      <a:pt x="230283" y="0"/>
                      <a:pt x="514350" y="0"/>
                    </a:cubicBezTo>
                    <a:cubicBezTo>
                      <a:pt x="798418" y="0"/>
                      <a:pt x="1028700" y="230282"/>
                      <a:pt x="1028700" y="514350"/>
                    </a:cubicBezTo>
                    <a:close/>
                  </a:path>
                </a:pathLst>
              </a:custGeom>
              <a:solidFill>
                <a:srgbClr val="606E30"/>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88" name="Google Shape;2224;p156">
                <a:extLst>
                  <a:ext uri="{FF2B5EF4-FFF2-40B4-BE49-F238E27FC236}">
                    <a16:creationId xmlns:a16="http://schemas.microsoft.com/office/drawing/2014/main" id="{00662199-4A7C-7FFD-F86D-F8DCD14C87F8}"/>
                  </a:ext>
                </a:extLst>
              </p:cNvPr>
              <p:cNvSpPr/>
              <p:nvPr/>
            </p:nvSpPr>
            <p:spPr>
              <a:xfrm>
                <a:off x="11000889" y="388638"/>
                <a:ext cx="1522094" cy="1522095"/>
              </a:xfrm>
              <a:custGeom>
                <a:avLst/>
                <a:gdLst/>
                <a:ahLst/>
                <a:cxnLst/>
                <a:rect l="l" t="t" r="r" b="b"/>
                <a:pathLst>
                  <a:path w="1522094" h="1522095" extrusionOk="0">
                    <a:moveTo>
                      <a:pt x="1522095" y="360045"/>
                    </a:moveTo>
                    <a:lnTo>
                      <a:pt x="1522095" y="0"/>
                    </a:lnTo>
                    <a:cubicBezTo>
                      <a:pt x="681990" y="0"/>
                      <a:pt x="0" y="681038"/>
                      <a:pt x="0" y="1522095"/>
                    </a:cubicBezTo>
                    <a:lnTo>
                      <a:pt x="360045" y="1522095"/>
                    </a:lnTo>
                    <a:cubicBezTo>
                      <a:pt x="360997" y="880110"/>
                      <a:pt x="881063" y="360045"/>
                      <a:pt x="1522095" y="360045"/>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89" name="Google Shape;2225;p156">
                <a:extLst>
                  <a:ext uri="{FF2B5EF4-FFF2-40B4-BE49-F238E27FC236}">
                    <a16:creationId xmlns:a16="http://schemas.microsoft.com/office/drawing/2014/main" id="{73475DA1-37FF-E2DC-DA23-2775D8FD7173}"/>
                  </a:ext>
                </a:extLst>
              </p:cNvPr>
              <p:cNvSpPr/>
              <p:nvPr/>
            </p:nvSpPr>
            <p:spPr>
              <a:xfrm>
                <a:off x="11001842" y="1910733"/>
                <a:ext cx="1522094" cy="1522094"/>
              </a:xfrm>
              <a:custGeom>
                <a:avLst/>
                <a:gdLst/>
                <a:ahLst/>
                <a:cxnLst/>
                <a:rect l="l" t="t" r="r" b="b"/>
                <a:pathLst>
                  <a:path w="1522094" h="1522094" extrusionOk="0">
                    <a:moveTo>
                      <a:pt x="360045" y="0"/>
                    </a:moveTo>
                    <a:lnTo>
                      <a:pt x="0" y="0"/>
                    </a:lnTo>
                    <a:cubicBezTo>
                      <a:pt x="0" y="840105"/>
                      <a:pt x="681038" y="1522095"/>
                      <a:pt x="1522095" y="1522095"/>
                    </a:cubicBezTo>
                    <a:lnTo>
                      <a:pt x="1522095" y="1162050"/>
                    </a:lnTo>
                    <a:cubicBezTo>
                      <a:pt x="880110" y="1161097"/>
                      <a:pt x="360045" y="641032"/>
                      <a:pt x="360045" y="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90" name="Google Shape;2226;p156">
                <a:extLst>
                  <a:ext uri="{FF2B5EF4-FFF2-40B4-BE49-F238E27FC236}">
                    <a16:creationId xmlns:a16="http://schemas.microsoft.com/office/drawing/2014/main" id="{1C0446E8-C8B8-869B-9864-D43783D333E8}"/>
                  </a:ext>
                </a:extLst>
              </p:cNvPr>
              <p:cNvSpPr/>
              <p:nvPr/>
            </p:nvSpPr>
            <p:spPr>
              <a:xfrm>
                <a:off x="12522984" y="1909780"/>
                <a:ext cx="1521142" cy="1522094"/>
              </a:xfrm>
              <a:custGeom>
                <a:avLst/>
                <a:gdLst/>
                <a:ahLst/>
                <a:cxnLst/>
                <a:rect l="l" t="t" r="r" b="b"/>
                <a:pathLst>
                  <a:path w="1521142" h="1522094" extrusionOk="0">
                    <a:moveTo>
                      <a:pt x="0" y="1162050"/>
                    </a:moveTo>
                    <a:lnTo>
                      <a:pt x="0" y="1522095"/>
                    </a:lnTo>
                    <a:cubicBezTo>
                      <a:pt x="840105" y="1522095"/>
                      <a:pt x="1521143" y="841057"/>
                      <a:pt x="1521143" y="0"/>
                    </a:cubicBezTo>
                    <a:lnTo>
                      <a:pt x="1161097" y="0"/>
                    </a:lnTo>
                    <a:cubicBezTo>
                      <a:pt x="1161097" y="641985"/>
                      <a:pt x="641032" y="1162050"/>
                      <a:pt x="0" y="116205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91" name="Google Shape;2227;p156">
                <a:extLst>
                  <a:ext uri="{FF2B5EF4-FFF2-40B4-BE49-F238E27FC236}">
                    <a16:creationId xmlns:a16="http://schemas.microsoft.com/office/drawing/2014/main" id="{BCB5A228-3F82-D2C8-5F67-269D25780D2B}"/>
                  </a:ext>
                </a:extLst>
              </p:cNvPr>
              <p:cNvSpPr/>
              <p:nvPr/>
            </p:nvSpPr>
            <p:spPr>
              <a:xfrm>
                <a:off x="12522984" y="388638"/>
                <a:ext cx="1521142" cy="1521142"/>
              </a:xfrm>
              <a:custGeom>
                <a:avLst/>
                <a:gdLst/>
                <a:ahLst/>
                <a:cxnLst/>
                <a:rect l="l" t="t" r="r" b="b"/>
                <a:pathLst>
                  <a:path w="1521142" h="1521142" extrusionOk="0">
                    <a:moveTo>
                      <a:pt x="0" y="0"/>
                    </a:moveTo>
                    <a:lnTo>
                      <a:pt x="0" y="360045"/>
                    </a:lnTo>
                    <a:cubicBezTo>
                      <a:pt x="641032" y="360045"/>
                      <a:pt x="1161097" y="880110"/>
                      <a:pt x="1161097" y="1521142"/>
                    </a:cubicBezTo>
                    <a:lnTo>
                      <a:pt x="1521143" y="1521142"/>
                    </a:lnTo>
                    <a:cubicBezTo>
                      <a:pt x="1521143" y="681038"/>
                      <a:pt x="840105" y="0"/>
                      <a:pt x="0" y="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92" name="Google Shape;2228;p156">
                <a:extLst>
                  <a:ext uri="{FF2B5EF4-FFF2-40B4-BE49-F238E27FC236}">
                    <a16:creationId xmlns:a16="http://schemas.microsoft.com/office/drawing/2014/main" id="{7E3DF27B-E628-9F75-C2E1-E906B08FABC3}"/>
                  </a:ext>
                </a:extLst>
              </p:cNvPr>
              <p:cNvSpPr/>
              <p:nvPr/>
            </p:nvSpPr>
            <p:spPr>
              <a:xfrm>
                <a:off x="11361886" y="1910733"/>
                <a:ext cx="1161097" cy="1161097"/>
              </a:xfrm>
              <a:custGeom>
                <a:avLst/>
                <a:gdLst/>
                <a:ahLst/>
                <a:cxnLst/>
                <a:rect l="l" t="t" r="r" b="b"/>
                <a:pathLst>
                  <a:path w="1161097" h="1161097" extrusionOk="0">
                    <a:moveTo>
                      <a:pt x="360045" y="0"/>
                    </a:moveTo>
                    <a:lnTo>
                      <a:pt x="0" y="0"/>
                    </a:lnTo>
                    <a:cubicBezTo>
                      <a:pt x="0" y="641032"/>
                      <a:pt x="520065" y="1161097"/>
                      <a:pt x="1161098" y="1161097"/>
                    </a:cubicBezTo>
                    <a:lnTo>
                      <a:pt x="1161098" y="801052"/>
                    </a:lnTo>
                    <a:cubicBezTo>
                      <a:pt x="719138" y="800100"/>
                      <a:pt x="360045" y="441960"/>
                      <a:pt x="360045" y="0"/>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93" name="Google Shape;2229;p156">
                <a:extLst>
                  <a:ext uri="{FF2B5EF4-FFF2-40B4-BE49-F238E27FC236}">
                    <a16:creationId xmlns:a16="http://schemas.microsoft.com/office/drawing/2014/main" id="{84E58193-624D-C679-EA1C-B2A46F7989DB}"/>
                  </a:ext>
                </a:extLst>
              </p:cNvPr>
              <p:cNvSpPr/>
              <p:nvPr/>
            </p:nvSpPr>
            <p:spPr>
              <a:xfrm>
                <a:off x="12522984" y="1909780"/>
                <a:ext cx="1161097" cy="1161097"/>
              </a:xfrm>
              <a:custGeom>
                <a:avLst/>
                <a:gdLst/>
                <a:ahLst/>
                <a:cxnLst/>
                <a:rect l="l" t="t" r="r" b="b"/>
                <a:pathLst>
                  <a:path w="1161097" h="1161097" extrusionOk="0">
                    <a:moveTo>
                      <a:pt x="0" y="801053"/>
                    </a:moveTo>
                    <a:lnTo>
                      <a:pt x="0" y="1161098"/>
                    </a:lnTo>
                    <a:cubicBezTo>
                      <a:pt x="641032" y="1161098"/>
                      <a:pt x="1161097" y="641032"/>
                      <a:pt x="1161097" y="0"/>
                    </a:cubicBezTo>
                    <a:lnTo>
                      <a:pt x="801053" y="0"/>
                    </a:lnTo>
                    <a:cubicBezTo>
                      <a:pt x="801053" y="442913"/>
                      <a:pt x="441960" y="801053"/>
                      <a:pt x="0" y="801053"/>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94" name="Google Shape;2230;p156">
                <a:extLst>
                  <a:ext uri="{FF2B5EF4-FFF2-40B4-BE49-F238E27FC236}">
                    <a16:creationId xmlns:a16="http://schemas.microsoft.com/office/drawing/2014/main" id="{CD585919-EC44-E884-7B33-92FC4492FF76}"/>
                  </a:ext>
                </a:extLst>
              </p:cNvPr>
              <p:cNvSpPr/>
              <p:nvPr/>
            </p:nvSpPr>
            <p:spPr>
              <a:xfrm>
                <a:off x="11361886" y="749634"/>
                <a:ext cx="1161097" cy="1161099"/>
              </a:xfrm>
              <a:custGeom>
                <a:avLst/>
                <a:gdLst/>
                <a:ahLst/>
                <a:cxnLst/>
                <a:rect l="l" t="t" r="r" b="b"/>
                <a:pathLst>
                  <a:path w="1161097" h="1161099" extrusionOk="0">
                    <a:moveTo>
                      <a:pt x="0" y="1161099"/>
                    </a:moveTo>
                    <a:lnTo>
                      <a:pt x="360045" y="1161099"/>
                    </a:lnTo>
                    <a:cubicBezTo>
                      <a:pt x="360045" y="719139"/>
                      <a:pt x="718185" y="360046"/>
                      <a:pt x="1161098" y="360046"/>
                    </a:cubicBezTo>
                    <a:lnTo>
                      <a:pt x="1161098" y="1"/>
                    </a:lnTo>
                    <a:cubicBezTo>
                      <a:pt x="520065" y="-951"/>
                      <a:pt x="0" y="519114"/>
                      <a:pt x="0" y="1161099"/>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95" name="Google Shape;2231;p156">
                <a:extLst>
                  <a:ext uri="{FF2B5EF4-FFF2-40B4-BE49-F238E27FC236}">
                    <a16:creationId xmlns:a16="http://schemas.microsoft.com/office/drawing/2014/main" id="{222B0938-8357-95D9-70FE-57A01C7E5229}"/>
                  </a:ext>
                </a:extLst>
              </p:cNvPr>
              <p:cNvSpPr/>
              <p:nvPr/>
            </p:nvSpPr>
            <p:spPr>
              <a:xfrm>
                <a:off x="12522984" y="749635"/>
                <a:ext cx="1161097" cy="1161097"/>
              </a:xfrm>
              <a:custGeom>
                <a:avLst/>
                <a:gdLst/>
                <a:ahLst/>
                <a:cxnLst/>
                <a:rect l="l" t="t" r="r" b="b"/>
                <a:pathLst>
                  <a:path w="1161097" h="1161097" extrusionOk="0">
                    <a:moveTo>
                      <a:pt x="801053" y="1161098"/>
                    </a:moveTo>
                    <a:lnTo>
                      <a:pt x="1161097" y="1161098"/>
                    </a:lnTo>
                    <a:cubicBezTo>
                      <a:pt x="1161097" y="520065"/>
                      <a:pt x="641032" y="0"/>
                      <a:pt x="0" y="0"/>
                    </a:cubicBezTo>
                    <a:lnTo>
                      <a:pt x="0" y="360045"/>
                    </a:lnTo>
                    <a:cubicBezTo>
                      <a:pt x="441960" y="360045"/>
                      <a:pt x="801053" y="718185"/>
                      <a:pt x="801053" y="1161098"/>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96" name="Google Shape;2232;p156">
                <a:extLst>
                  <a:ext uri="{FF2B5EF4-FFF2-40B4-BE49-F238E27FC236}">
                    <a16:creationId xmlns:a16="http://schemas.microsoft.com/office/drawing/2014/main" id="{8B74C784-82B7-1A46-6894-F7555E02172E}"/>
                  </a:ext>
                </a:extLst>
              </p:cNvPr>
              <p:cNvSpPr/>
              <p:nvPr/>
            </p:nvSpPr>
            <p:spPr>
              <a:xfrm>
                <a:off x="12522984" y="1909780"/>
                <a:ext cx="801052" cy="801052"/>
              </a:xfrm>
              <a:custGeom>
                <a:avLst/>
                <a:gdLst/>
                <a:ahLst/>
                <a:cxnLst/>
                <a:rect l="l" t="t" r="r" b="b"/>
                <a:pathLst>
                  <a:path w="801052" h="801052" extrusionOk="0">
                    <a:moveTo>
                      <a:pt x="0" y="481013"/>
                    </a:moveTo>
                    <a:lnTo>
                      <a:pt x="0" y="801053"/>
                    </a:lnTo>
                    <a:cubicBezTo>
                      <a:pt x="441960" y="801053"/>
                      <a:pt x="801053" y="442913"/>
                      <a:pt x="801053" y="0"/>
                    </a:cubicBezTo>
                    <a:lnTo>
                      <a:pt x="481013" y="0"/>
                    </a:lnTo>
                    <a:cubicBezTo>
                      <a:pt x="480060" y="265748"/>
                      <a:pt x="265747" y="481013"/>
                      <a:pt x="0" y="481013"/>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97" name="Google Shape;2233;p156">
                <a:extLst>
                  <a:ext uri="{FF2B5EF4-FFF2-40B4-BE49-F238E27FC236}">
                    <a16:creationId xmlns:a16="http://schemas.microsoft.com/office/drawing/2014/main" id="{C23EAAE2-FC71-83C8-4012-73CDE00F9101}"/>
                  </a:ext>
                </a:extLst>
              </p:cNvPr>
              <p:cNvSpPr/>
              <p:nvPr/>
            </p:nvSpPr>
            <p:spPr>
              <a:xfrm>
                <a:off x="12522031" y="1109680"/>
                <a:ext cx="801052" cy="801052"/>
              </a:xfrm>
              <a:custGeom>
                <a:avLst/>
                <a:gdLst/>
                <a:ahLst/>
                <a:cxnLst/>
                <a:rect l="l" t="t" r="r" b="b"/>
                <a:pathLst>
                  <a:path w="801052" h="801052" extrusionOk="0">
                    <a:moveTo>
                      <a:pt x="481013" y="801053"/>
                    </a:moveTo>
                    <a:lnTo>
                      <a:pt x="801052" y="801053"/>
                    </a:lnTo>
                    <a:cubicBezTo>
                      <a:pt x="801052" y="359093"/>
                      <a:pt x="442913" y="0"/>
                      <a:pt x="0" y="0"/>
                    </a:cubicBezTo>
                    <a:lnTo>
                      <a:pt x="0" y="320040"/>
                    </a:lnTo>
                    <a:cubicBezTo>
                      <a:pt x="266700" y="320040"/>
                      <a:pt x="481013" y="535305"/>
                      <a:pt x="481013" y="801053"/>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98" name="Google Shape;2234;p156">
                <a:extLst>
                  <a:ext uri="{FF2B5EF4-FFF2-40B4-BE49-F238E27FC236}">
                    <a16:creationId xmlns:a16="http://schemas.microsoft.com/office/drawing/2014/main" id="{5E57B607-C658-A450-80AF-662326A68C6A}"/>
                  </a:ext>
                </a:extLst>
              </p:cNvPr>
              <p:cNvSpPr/>
              <p:nvPr/>
            </p:nvSpPr>
            <p:spPr>
              <a:xfrm>
                <a:off x="11722882" y="1910733"/>
                <a:ext cx="800101" cy="800100"/>
              </a:xfrm>
              <a:custGeom>
                <a:avLst/>
                <a:gdLst/>
                <a:ahLst/>
                <a:cxnLst/>
                <a:rect l="l" t="t" r="r" b="b"/>
                <a:pathLst>
                  <a:path w="800101" h="800100" extrusionOk="0">
                    <a:moveTo>
                      <a:pt x="800102" y="800100"/>
                    </a:moveTo>
                    <a:lnTo>
                      <a:pt x="800102" y="480060"/>
                    </a:lnTo>
                    <a:cubicBezTo>
                      <a:pt x="534354" y="480060"/>
                      <a:pt x="320042" y="264795"/>
                      <a:pt x="320042" y="0"/>
                    </a:cubicBezTo>
                    <a:lnTo>
                      <a:pt x="2" y="0"/>
                    </a:lnTo>
                    <a:cubicBezTo>
                      <a:pt x="-951" y="441960"/>
                      <a:pt x="358142" y="800100"/>
                      <a:pt x="800102" y="80010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99" name="Google Shape;2235;p156">
                <a:extLst>
                  <a:ext uri="{FF2B5EF4-FFF2-40B4-BE49-F238E27FC236}">
                    <a16:creationId xmlns:a16="http://schemas.microsoft.com/office/drawing/2014/main" id="{FE9FAA8B-2C4A-4758-E461-FF8429FAD29B}"/>
                  </a:ext>
                </a:extLst>
              </p:cNvPr>
              <p:cNvSpPr/>
              <p:nvPr/>
            </p:nvSpPr>
            <p:spPr>
              <a:xfrm>
                <a:off x="11721931" y="1109680"/>
                <a:ext cx="801052" cy="801052"/>
              </a:xfrm>
              <a:custGeom>
                <a:avLst/>
                <a:gdLst/>
                <a:ahLst/>
                <a:cxnLst/>
                <a:rect l="l" t="t" r="r" b="b"/>
                <a:pathLst>
                  <a:path w="801052" h="801052" extrusionOk="0">
                    <a:moveTo>
                      <a:pt x="801053" y="320040"/>
                    </a:moveTo>
                    <a:lnTo>
                      <a:pt x="801053" y="0"/>
                    </a:lnTo>
                    <a:cubicBezTo>
                      <a:pt x="359093" y="0"/>
                      <a:pt x="0" y="358140"/>
                      <a:pt x="0" y="801053"/>
                    </a:cubicBezTo>
                    <a:lnTo>
                      <a:pt x="320040" y="801053"/>
                    </a:lnTo>
                    <a:cubicBezTo>
                      <a:pt x="320993" y="535305"/>
                      <a:pt x="535305" y="320040"/>
                      <a:pt x="801053" y="32004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nvGrpSpPr>
              <p:cNvPr id="100" name="Google Shape;2236;p156">
                <a:extLst>
                  <a:ext uri="{FF2B5EF4-FFF2-40B4-BE49-F238E27FC236}">
                    <a16:creationId xmlns:a16="http://schemas.microsoft.com/office/drawing/2014/main" id="{98058116-DE37-EC47-F3B1-58EF8BB774A6}"/>
                  </a:ext>
                </a:extLst>
              </p:cNvPr>
              <p:cNvGrpSpPr/>
              <p:nvPr/>
            </p:nvGrpSpPr>
            <p:grpSpPr>
              <a:xfrm>
                <a:off x="12329627" y="1717375"/>
                <a:ext cx="385762" cy="385762"/>
                <a:chOff x="12329627" y="1717375"/>
                <a:chExt cx="385762" cy="385762"/>
              </a:xfrm>
            </p:grpSpPr>
            <p:sp>
              <p:nvSpPr>
                <p:cNvPr id="105" name="Google Shape;2237;p156">
                  <a:extLst>
                    <a:ext uri="{FF2B5EF4-FFF2-40B4-BE49-F238E27FC236}">
                      <a16:creationId xmlns:a16="http://schemas.microsoft.com/office/drawing/2014/main" id="{A1D327CA-F3B0-9EC8-E8C5-CEE1C6BD3984}"/>
                    </a:ext>
                  </a:extLst>
                </p:cNvPr>
                <p:cNvSpPr/>
                <p:nvPr/>
              </p:nvSpPr>
              <p:spPr>
                <a:xfrm>
                  <a:off x="12330579" y="1717375"/>
                  <a:ext cx="192405" cy="192405"/>
                </a:xfrm>
                <a:custGeom>
                  <a:avLst/>
                  <a:gdLst/>
                  <a:ahLst/>
                  <a:cxnLst/>
                  <a:rect l="l" t="t" r="r" b="b"/>
                  <a:pathLst>
                    <a:path w="192405" h="192405" extrusionOk="0">
                      <a:moveTo>
                        <a:pt x="192405" y="0"/>
                      </a:moveTo>
                      <a:cubicBezTo>
                        <a:pt x="85725" y="0"/>
                        <a:pt x="0" y="86678"/>
                        <a:pt x="0" y="192405"/>
                      </a:cubicBezTo>
                      <a:lnTo>
                        <a:pt x="192405" y="192405"/>
                      </a:lnTo>
                      <a:lnTo>
                        <a:pt x="192405" y="0"/>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06" name="Google Shape;2238;p156">
                  <a:extLst>
                    <a:ext uri="{FF2B5EF4-FFF2-40B4-BE49-F238E27FC236}">
                      <a16:creationId xmlns:a16="http://schemas.microsoft.com/office/drawing/2014/main" id="{3CFCCEF8-6CFE-F2E9-9926-94A17C0AAD65}"/>
                    </a:ext>
                  </a:extLst>
                </p:cNvPr>
                <p:cNvSpPr/>
                <p:nvPr/>
              </p:nvSpPr>
              <p:spPr>
                <a:xfrm>
                  <a:off x="12522984" y="1718328"/>
                  <a:ext cx="192405" cy="192405"/>
                </a:xfrm>
                <a:custGeom>
                  <a:avLst/>
                  <a:gdLst/>
                  <a:ahLst/>
                  <a:cxnLst/>
                  <a:rect l="l" t="t" r="r" b="b"/>
                  <a:pathLst>
                    <a:path w="192405" h="192405" extrusionOk="0">
                      <a:moveTo>
                        <a:pt x="192405" y="192405"/>
                      </a:moveTo>
                      <a:cubicBezTo>
                        <a:pt x="192405" y="85725"/>
                        <a:pt x="105727" y="0"/>
                        <a:pt x="0" y="0"/>
                      </a:cubicBezTo>
                      <a:lnTo>
                        <a:pt x="0" y="192405"/>
                      </a:lnTo>
                      <a:lnTo>
                        <a:pt x="192405" y="192405"/>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07" name="Google Shape;2239;p156">
                  <a:extLst>
                    <a:ext uri="{FF2B5EF4-FFF2-40B4-BE49-F238E27FC236}">
                      <a16:creationId xmlns:a16="http://schemas.microsoft.com/office/drawing/2014/main" id="{CB914096-FA7C-22B8-FCC8-2BC11E878C08}"/>
                    </a:ext>
                  </a:extLst>
                </p:cNvPr>
                <p:cNvSpPr/>
                <p:nvPr/>
              </p:nvSpPr>
              <p:spPr>
                <a:xfrm>
                  <a:off x="12329627" y="1910733"/>
                  <a:ext cx="192404" cy="192404"/>
                </a:xfrm>
                <a:custGeom>
                  <a:avLst/>
                  <a:gdLst/>
                  <a:ahLst/>
                  <a:cxnLst/>
                  <a:rect l="l" t="t" r="r" b="b"/>
                  <a:pathLst>
                    <a:path w="192404" h="192404" extrusionOk="0">
                      <a:moveTo>
                        <a:pt x="0" y="0"/>
                      </a:moveTo>
                      <a:cubicBezTo>
                        <a:pt x="0" y="106680"/>
                        <a:pt x="86677" y="192405"/>
                        <a:pt x="192405" y="192405"/>
                      </a:cubicBezTo>
                      <a:lnTo>
                        <a:pt x="192405" y="0"/>
                      </a:lnTo>
                      <a:lnTo>
                        <a:pt x="0" y="0"/>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08" name="Google Shape;2240;p156">
                  <a:extLst>
                    <a:ext uri="{FF2B5EF4-FFF2-40B4-BE49-F238E27FC236}">
                      <a16:creationId xmlns:a16="http://schemas.microsoft.com/office/drawing/2014/main" id="{1C261F74-741F-9976-FB7A-9A802047B789}"/>
                    </a:ext>
                  </a:extLst>
                </p:cNvPr>
                <p:cNvSpPr/>
                <p:nvPr/>
              </p:nvSpPr>
              <p:spPr>
                <a:xfrm>
                  <a:off x="12522984" y="1910733"/>
                  <a:ext cx="192405" cy="192404"/>
                </a:xfrm>
                <a:custGeom>
                  <a:avLst/>
                  <a:gdLst/>
                  <a:ahLst/>
                  <a:cxnLst/>
                  <a:rect l="l" t="t" r="r" b="b"/>
                  <a:pathLst>
                    <a:path w="192405" h="192404" extrusionOk="0">
                      <a:moveTo>
                        <a:pt x="192405" y="0"/>
                      </a:moveTo>
                      <a:lnTo>
                        <a:pt x="0" y="0"/>
                      </a:lnTo>
                      <a:lnTo>
                        <a:pt x="0" y="192405"/>
                      </a:lnTo>
                      <a:cubicBezTo>
                        <a:pt x="106680" y="192405"/>
                        <a:pt x="192405" y="105727"/>
                        <a:pt x="192405" y="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sp>
            <p:nvSpPr>
              <p:cNvPr id="101" name="Google Shape;2241;p156">
                <a:extLst>
                  <a:ext uri="{FF2B5EF4-FFF2-40B4-BE49-F238E27FC236}">
                    <a16:creationId xmlns:a16="http://schemas.microsoft.com/office/drawing/2014/main" id="{79B1EC9C-84E6-BF07-7D2D-891B9A5FC766}"/>
                  </a:ext>
                </a:extLst>
              </p:cNvPr>
              <p:cNvSpPr/>
              <p:nvPr/>
            </p:nvSpPr>
            <p:spPr>
              <a:xfrm>
                <a:off x="12330579" y="1717375"/>
                <a:ext cx="386714" cy="386714"/>
              </a:xfrm>
              <a:custGeom>
                <a:avLst/>
                <a:gdLst/>
                <a:ahLst/>
                <a:cxnLst/>
                <a:rect l="l" t="t" r="r" b="b"/>
                <a:pathLst>
                  <a:path w="386714" h="386714" extrusionOk="0">
                    <a:moveTo>
                      <a:pt x="386715" y="193358"/>
                    </a:moveTo>
                    <a:cubicBezTo>
                      <a:pt x="386715" y="300146"/>
                      <a:pt x="300146" y="386715"/>
                      <a:pt x="193357" y="386715"/>
                    </a:cubicBezTo>
                    <a:cubicBezTo>
                      <a:pt x="86569" y="386715"/>
                      <a:pt x="0" y="300146"/>
                      <a:pt x="0" y="193358"/>
                    </a:cubicBezTo>
                    <a:cubicBezTo>
                      <a:pt x="0" y="86569"/>
                      <a:pt x="86569" y="0"/>
                      <a:pt x="193357" y="0"/>
                    </a:cubicBezTo>
                    <a:cubicBezTo>
                      <a:pt x="300146" y="0"/>
                      <a:pt x="386715" y="86569"/>
                      <a:pt x="386715" y="193358"/>
                    </a:cubicBezTo>
                    <a:close/>
                  </a:path>
                </a:pathLst>
              </a:custGeom>
              <a:solidFill>
                <a:srgbClr val="62372B"/>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02" name="Google Shape;2242;p156">
                <a:extLst>
                  <a:ext uri="{FF2B5EF4-FFF2-40B4-BE49-F238E27FC236}">
                    <a16:creationId xmlns:a16="http://schemas.microsoft.com/office/drawing/2014/main" id="{8DB8F16A-16D6-D135-2F23-04AEFFF4416C}"/>
                  </a:ext>
                </a:extLst>
              </p:cNvPr>
              <p:cNvSpPr/>
              <p:nvPr/>
            </p:nvSpPr>
            <p:spPr>
              <a:xfrm>
                <a:off x="12422972" y="1809768"/>
                <a:ext cx="201930" cy="201930"/>
              </a:xfrm>
              <a:custGeom>
                <a:avLst/>
                <a:gdLst/>
                <a:ahLst/>
                <a:cxnLst/>
                <a:rect l="l" t="t" r="r" b="b"/>
                <a:pathLst>
                  <a:path w="201930" h="201930" extrusionOk="0">
                    <a:moveTo>
                      <a:pt x="201930" y="100965"/>
                    </a:moveTo>
                    <a:cubicBezTo>
                      <a:pt x="201930" y="156727"/>
                      <a:pt x="156727" y="201930"/>
                      <a:pt x="100965" y="201930"/>
                    </a:cubicBezTo>
                    <a:cubicBezTo>
                      <a:pt x="45204" y="201930"/>
                      <a:pt x="1" y="156726"/>
                      <a:pt x="1" y="100965"/>
                    </a:cubicBezTo>
                    <a:cubicBezTo>
                      <a:pt x="1" y="45204"/>
                      <a:pt x="45204" y="0"/>
                      <a:pt x="100965" y="0"/>
                    </a:cubicBezTo>
                    <a:cubicBezTo>
                      <a:pt x="156727" y="0"/>
                      <a:pt x="201930" y="45204"/>
                      <a:pt x="201930" y="100965"/>
                    </a:cubicBezTo>
                    <a:close/>
                  </a:path>
                </a:pathLst>
              </a:custGeom>
              <a:solidFill>
                <a:srgbClr val="965542"/>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03" name="Google Shape;2243;p156">
                <a:extLst>
                  <a:ext uri="{FF2B5EF4-FFF2-40B4-BE49-F238E27FC236}">
                    <a16:creationId xmlns:a16="http://schemas.microsoft.com/office/drawing/2014/main" id="{B3736A03-6BC3-9E68-9676-062988220CC6}"/>
                  </a:ext>
                </a:extLst>
              </p:cNvPr>
              <p:cNvSpPr/>
              <p:nvPr/>
            </p:nvSpPr>
            <p:spPr>
              <a:xfrm>
                <a:off x="13356421" y="362920"/>
                <a:ext cx="744855" cy="744855"/>
              </a:xfrm>
              <a:custGeom>
                <a:avLst/>
                <a:gdLst/>
                <a:ahLst/>
                <a:cxnLst/>
                <a:rect l="l" t="t" r="r" b="b"/>
                <a:pathLst>
                  <a:path w="744855" h="744855" extrusionOk="0">
                    <a:moveTo>
                      <a:pt x="0" y="744855"/>
                    </a:moveTo>
                    <a:lnTo>
                      <a:pt x="98108" y="309563"/>
                    </a:lnTo>
                    <a:lnTo>
                      <a:pt x="411481" y="0"/>
                    </a:lnTo>
                    <a:lnTo>
                      <a:pt x="411481" y="356235"/>
                    </a:lnTo>
                    <a:lnTo>
                      <a:pt x="744856" y="348615"/>
                    </a:lnTo>
                    <a:lnTo>
                      <a:pt x="450533" y="658178"/>
                    </a:lnTo>
                    <a:close/>
                  </a:path>
                </a:pathLst>
              </a:custGeom>
              <a:solidFill>
                <a:srgbClr val="E19B31"/>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04" name="Google Shape;2244;p156">
                <a:extLst>
                  <a:ext uri="{FF2B5EF4-FFF2-40B4-BE49-F238E27FC236}">
                    <a16:creationId xmlns:a16="http://schemas.microsoft.com/office/drawing/2014/main" id="{99F5B6AE-891A-52C4-6F70-650E58B6D78E}"/>
                  </a:ext>
                </a:extLst>
              </p:cNvPr>
              <p:cNvSpPr/>
              <p:nvPr/>
            </p:nvSpPr>
            <p:spPr>
              <a:xfrm rot="2748587">
                <a:off x="13143496" y="382871"/>
                <a:ext cx="91500" cy="1792847"/>
              </a:xfrm>
              <a:custGeom>
                <a:avLst/>
                <a:gdLst/>
                <a:ahLst/>
                <a:cxnLst/>
                <a:rect l="l" t="t" r="r" b="b"/>
                <a:pathLst>
                  <a:path w="91440" h="1791672" extrusionOk="0">
                    <a:moveTo>
                      <a:pt x="0" y="0"/>
                    </a:moveTo>
                    <a:lnTo>
                      <a:pt x="91441" y="0"/>
                    </a:lnTo>
                    <a:lnTo>
                      <a:pt x="91441" y="1791672"/>
                    </a:lnTo>
                    <a:lnTo>
                      <a:pt x="0" y="1791672"/>
                    </a:lnTo>
                    <a:close/>
                  </a:path>
                </a:pathLst>
              </a:custGeom>
              <a:solidFill>
                <a:srgbClr val="965542"/>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grpSp>
      <p:grpSp>
        <p:nvGrpSpPr>
          <p:cNvPr id="109" name="Google Shape;2220;p156">
            <a:extLst>
              <a:ext uri="{FF2B5EF4-FFF2-40B4-BE49-F238E27FC236}">
                <a16:creationId xmlns:a16="http://schemas.microsoft.com/office/drawing/2014/main" id="{DBC214DD-1DC7-8D69-0392-8D1A330ED37E}"/>
              </a:ext>
            </a:extLst>
          </p:cNvPr>
          <p:cNvGrpSpPr/>
          <p:nvPr/>
        </p:nvGrpSpPr>
        <p:grpSpPr>
          <a:xfrm>
            <a:off x="1270442" y="12195405"/>
            <a:ext cx="1101304" cy="1101750"/>
            <a:chOff x="10937034" y="316330"/>
            <a:chExt cx="1525563" cy="1526181"/>
          </a:xfrm>
        </p:grpSpPr>
        <p:sp>
          <p:nvSpPr>
            <p:cNvPr id="110" name="Google Shape;2221;p156">
              <a:extLst>
                <a:ext uri="{FF2B5EF4-FFF2-40B4-BE49-F238E27FC236}">
                  <a16:creationId xmlns:a16="http://schemas.microsoft.com/office/drawing/2014/main" id="{E7DCEB34-E101-4ED8-8C9E-20BD81041090}"/>
                </a:ext>
              </a:extLst>
            </p:cNvPr>
            <p:cNvSpPr/>
            <p:nvPr/>
          </p:nvSpPr>
          <p:spPr>
            <a:xfrm>
              <a:off x="10937034" y="316330"/>
              <a:ext cx="1525563" cy="1526181"/>
            </a:xfrm>
            <a:prstGeom prst="ellipse">
              <a:avLst/>
            </a:prstGeom>
            <a:solidFill>
              <a:srgbClr val="F2EDE6"/>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975">
                <a:solidFill>
                  <a:srgbClr val="FFFFFF"/>
                </a:solidFill>
                <a:latin typeface="Arial"/>
                <a:ea typeface="Arial"/>
                <a:cs typeface="Arial"/>
                <a:sym typeface="Arial"/>
              </a:endParaRPr>
            </a:p>
          </p:txBody>
        </p:sp>
        <p:grpSp>
          <p:nvGrpSpPr>
            <p:cNvPr id="111" name="Google Shape;2222;p156">
              <a:extLst>
                <a:ext uri="{FF2B5EF4-FFF2-40B4-BE49-F238E27FC236}">
                  <a16:creationId xmlns:a16="http://schemas.microsoft.com/office/drawing/2014/main" id="{2E3180D6-3F89-8503-5CBE-B36111B80881}"/>
                </a:ext>
              </a:extLst>
            </p:cNvPr>
            <p:cNvGrpSpPr/>
            <p:nvPr/>
          </p:nvGrpSpPr>
          <p:grpSpPr>
            <a:xfrm>
              <a:off x="11000889" y="362920"/>
              <a:ext cx="1452781" cy="1438499"/>
              <a:chOff x="11000889" y="362920"/>
              <a:chExt cx="3100387" cy="3069907"/>
            </a:xfrm>
          </p:grpSpPr>
          <p:sp>
            <p:nvSpPr>
              <p:cNvPr id="112" name="Google Shape;2223;p156">
                <a:extLst>
                  <a:ext uri="{FF2B5EF4-FFF2-40B4-BE49-F238E27FC236}">
                    <a16:creationId xmlns:a16="http://schemas.microsoft.com/office/drawing/2014/main" id="{08EF4773-B954-42B7-6D9B-9AE36273326E}"/>
                  </a:ext>
                </a:extLst>
              </p:cNvPr>
              <p:cNvSpPr/>
              <p:nvPr/>
            </p:nvSpPr>
            <p:spPr>
              <a:xfrm>
                <a:off x="12029589" y="1417338"/>
                <a:ext cx="1028700" cy="1028700"/>
              </a:xfrm>
              <a:custGeom>
                <a:avLst/>
                <a:gdLst/>
                <a:ahLst/>
                <a:cxnLst/>
                <a:rect l="l" t="t" r="r" b="b"/>
                <a:pathLst>
                  <a:path w="1028700" h="1028700" extrusionOk="0">
                    <a:moveTo>
                      <a:pt x="1028700" y="514350"/>
                    </a:moveTo>
                    <a:cubicBezTo>
                      <a:pt x="1028700" y="798417"/>
                      <a:pt x="798418" y="1028700"/>
                      <a:pt x="514350" y="1028700"/>
                    </a:cubicBezTo>
                    <a:cubicBezTo>
                      <a:pt x="230283" y="1028700"/>
                      <a:pt x="0" y="798417"/>
                      <a:pt x="0" y="514350"/>
                    </a:cubicBezTo>
                    <a:cubicBezTo>
                      <a:pt x="0" y="230282"/>
                      <a:pt x="230283" y="0"/>
                      <a:pt x="514350" y="0"/>
                    </a:cubicBezTo>
                    <a:cubicBezTo>
                      <a:pt x="798418" y="0"/>
                      <a:pt x="1028700" y="230282"/>
                      <a:pt x="1028700" y="514350"/>
                    </a:cubicBezTo>
                    <a:close/>
                  </a:path>
                </a:pathLst>
              </a:custGeom>
              <a:solidFill>
                <a:srgbClr val="606E30"/>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13" name="Google Shape;2224;p156">
                <a:extLst>
                  <a:ext uri="{FF2B5EF4-FFF2-40B4-BE49-F238E27FC236}">
                    <a16:creationId xmlns:a16="http://schemas.microsoft.com/office/drawing/2014/main" id="{438BBB54-63FE-C082-2342-06D136B4C24A}"/>
                  </a:ext>
                </a:extLst>
              </p:cNvPr>
              <p:cNvSpPr/>
              <p:nvPr/>
            </p:nvSpPr>
            <p:spPr>
              <a:xfrm>
                <a:off x="11000889" y="388638"/>
                <a:ext cx="1522094" cy="1522095"/>
              </a:xfrm>
              <a:custGeom>
                <a:avLst/>
                <a:gdLst/>
                <a:ahLst/>
                <a:cxnLst/>
                <a:rect l="l" t="t" r="r" b="b"/>
                <a:pathLst>
                  <a:path w="1522094" h="1522095" extrusionOk="0">
                    <a:moveTo>
                      <a:pt x="1522095" y="360045"/>
                    </a:moveTo>
                    <a:lnTo>
                      <a:pt x="1522095" y="0"/>
                    </a:lnTo>
                    <a:cubicBezTo>
                      <a:pt x="681990" y="0"/>
                      <a:pt x="0" y="681038"/>
                      <a:pt x="0" y="1522095"/>
                    </a:cubicBezTo>
                    <a:lnTo>
                      <a:pt x="360045" y="1522095"/>
                    </a:lnTo>
                    <a:cubicBezTo>
                      <a:pt x="360997" y="880110"/>
                      <a:pt x="881063" y="360045"/>
                      <a:pt x="1522095" y="360045"/>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14" name="Google Shape;2225;p156">
                <a:extLst>
                  <a:ext uri="{FF2B5EF4-FFF2-40B4-BE49-F238E27FC236}">
                    <a16:creationId xmlns:a16="http://schemas.microsoft.com/office/drawing/2014/main" id="{AEDCCAE0-4D3D-DABE-9B94-EDF5D6E7E802}"/>
                  </a:ext>
                </a:extLst>
              </p:cNvPr>
              <p:cNvSpPr/>
              <p:nvPr/>
            </p:nvSpPr>
            <p:spPr>
              <a:xfrm>
                <a:off x="11001842" y="1910733"/>
                <a:ext cx="1522094" cy="1522094"/>
              </a:xfrm>
              <a:custGeom>
                <a:avLst/>
                <a:gdLst/>
                <a:ahLst/>
                <a:cxnLst/>
                <a:rect l="l" t="t" r="r" b="b"/>
                <a:pathLst>
                  <a:path w="1522094" h="1522094" extrusionOk="0">
                    <a:moveTo>
                      <a:pt x="360045" y="0"/>
                    </a:moveTo>
                    <a:lnTo>
                      <a:pt x="0" y="0"/>
                    </a:lnTo>
                    <a:cubicBezTo>
                      <a:pt x="0" y="840105"/>
                      <a:pt x="681038" y="1522095"/>
                      <a:pt x="1522095" y="1522095"/>
                    </a:cubicBezTo>
                    <a:lnTo>
                      <a:pt x="1522095" y="1162050"/>
                    </a:lnTo>
                    <a:cubicBezTo>
                      <a:pt x="880110" y="1161097"/>
                      <a:pt x="360045" y="641032"/>
                      <a:pt x="360045" y="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15" name="Google Shape;2226;p156">
                <a:extLst>
                  <a:ext uri="{FF2B5EF4-FFF2-40B4-BE49-F238E27FC236}">
                    <a16:creationId xmlns:a16="http://schemas.microsoft.com/office/drawing/2014/main" id="{1B087E57-B83B-8B6A-70EF-40636EEF5E43}"/>
                  </a:ext>
                </a:extLst>
              </p:cNvPr>
              <p:cNvSpPr/>
              <p:nvPr/>
            </p:nvSpPr>
            <p:spPr>
              <a:xfrm>
                <a:off x="12522984" y="1909780"/>
                <a:ext cx="1521142" cy="1522094"/>
              </a:xfrm>
              <a:custGeom>
                <a:avLst/>
                <a:gdLst/>
                <a:ahLst/>
                <a:cxnLst/>
                <a:rect l="l" t="t" r="r" b="b"/>
                <a:pathLst>
                  <a:path w="1521142" h="1522094" extrusionOk="0">
                    <a:moveTo>
                      <a:pt x="0" y="1162050"/>
                    </a:moveTo>
                    <a:lnTo>
                      <a:pt x="0" y="1522095"/>
                    </a:lnTo>
                    <a:cubicBezTo>
                      <a:pt x="840105" y="1522095"/>
                      <a:pt x="1521143" y="841057"/>
                      <a:pt x="1521143" y="0"/>
                    </a:cubicBezTo>
                    <a:lnTo>
                      <a:pt x="1161097" y="0"/>
                    </a:lnTo>
                    <a:cubicBezTo>
                      <a:pt x="1161097" y="641985"/>
                      <a:pt x="641032" y="1162050"/>
                      <a:pt x="0" y="116205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16" name="Google Shape;2227;p156">
                <a:extLst>
                  <a:ext uri="{FF2B5EF4-FFF2-40B4-BE49-F238E27FC236}">
                    <a16:creationId xmlns:a16="http://schemas.microsoft.com/office/drawing/2014/main" id="{132AC2F2-F248-537D-980C-5A1BE1D291BE}"/>
                  </a:ext>
                </a:extLst>
              </p:cNvPr>
              <p:cNvSpPr/>
              <p:nvPr/>
            </p:nvSpPr>
            <p:spPr>
              <a:xfrm>
                <a:off x="12522984" y="388638"/>
                <a:ext cx="1521142" cy="1521142"/>
              </a:xfrm>
              <a:custGeom>
                <a:avLst/>
                <a:gdLst/>
                <a:ahLst/>
                <a:cxnLst/>
                <a:rect l="l" t="t" r="r" b="b"/>
                <a:pathLst>
                  <a:path w="1521142" h="1521142" extrusionOk="0">
                    <a:moveTo>
                      <a:pt x="0" y="0"/>
                    </a:moveTo>
                    <a:lnTo>
                      <a:pt x="0" y="360045"/>
                    </a:lnTo>
                    <a:cubicBezTo>
                      <a:pt x="641032" y="360045"/>
                      <a:pt x="1161097" y="880110"/>
                      <a:pt x="1161097" y="1521142"/>
                    </a:cubicBezTo>
                    <a:lnTo>
                      <a:pt x="1521143" y="1521142"/>
                    </a:lnTo>
                    <a:cubicBezTo>
                      <a:pt x="1521143" y="681038"/>
                      <a:pt x="840105" y="0"/>
                      <a:pt x="0" y="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17" name="Google Shape;2228;p156">
                <a:extLst>
                  <a:ext uri="{FF2B5EF4-FFF2-40B4-BE49-F238E27FC236}">
                    <a16:creationId xmlns:a16="http://schemas.microsoft.com/office/drawing/2014/main" id="{5CDB9806-EDC9-2B68-ACBC-57622C9DFE33}"/>
                  </a:ext>
                </a:extLst>
              </p:cNvPr>
              <p:cNvSpPr/>
              <p:nvPr/>
            </p:nvSpPr>
            <p:spPr>
              <a:xfrm>
                <a:off x="11361886" y="1910733"/>
                <a:ext cx="1161097" cy="1161097"/>
              </a:xfrm>
              <a:custGeom>
                <a:avLst/>
                <a:gdLst/>
                <a:ahLst/>
                <a:cxnLst/>
                <a:rect l="l" t="t" r="r" b="b"/>
                <a:pathLst>
                  <a:path w="1161097" h="1161097" extrusionOk="0">
                    <a:moveTo>
                      <a:pt x="360045" y="0"/>
                    </a:moveTo>
                    <a:lnTo>
                      <a:pt x="0" y="0"/>
                    </a:lnTo>
                    <a:cubicBezTo>
                      <a:pt x="0" y="641032"/>
                      <a:pt x="520065" y="1161097"/>
                      <a:pt x="1161098" y="1161097"/>
                    </a:cubicBezTo>
                    <a:lnTo>
                      <a:pt x="1161098" y="801052"/>
                    </a:lnTo>
                    <a:cubicBezTo>
                      <a:pt x="719138" y="800100"/>
                      <a:pt x="360045" y="441960"/>
                      <a:pt x="360045" y="0"/>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18" name="Google Shape;2229;p156">
                <a:extLst>
                  <a:ext uri="{FF2B5EF4-FFF2-40B4-BE49-F238E27FC236}">
                    <a16:creationId xmlns:a16="http://schemas.microsoft.com/office/drawing/2014/main" id="{CA4D78AC-69AC-CCB2-713D-2B205BD39D63}"/>
                  </a:ext>
                </a:extLst>
              </p:cNvPr>
              <p:cNvSpPr/>
              <p:nvPr/>
            </p:nvSpPr>
            <p:spPr>
              <a:xfrm>
                <a:off x="12522984" y="1909780"/>
                <a:ext cx="1161097" cy="1161097"/>
              </a:xfrm>
              <a:custGeom>
                <a:avLst/>
                <a:gdLst/>
                <a:ahLst/>
                <a:cxnLst/>
                <a:rect l="l" t="t" r="r" b="b"/>
                <a:pathLst>
                  <a:path w="1161097" h="1161097" extrusionOk="0">
                    <a:moveTo>
                      <a:pt x="0" y="801053"/>
                    </a:moveTo>
                    <a:lnTo>
                      <a:pt x="0" y="1161098"/>
                    </a:lnTo>
                    <a:cubicBezTo>
                      <a:pt x="641032" y="1161098"/>
                      <a:pt x="1161097" y="641032"/>
                      <a:pt x="1161097" y="0"/>
                    </a:cubicBezTo>
                    <a:lnTo>
                      <a:pt x="801053" y="0"/>
                    </a:lnTo>
                    <a:cubicBezTo>
                      <a:pt x="801053" y="442913"/>
                      <a:pt x="441960" y="801053"/>
                      <a:pt x="0" y="801053"/>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19" name="Google Shape;2230;p156">
                <a:extLst>
                  <a:ext uri="{FF2B5EF4-FFF2-40B4-BE49-F238E27FC236}">
                    <a16:creationId xmlns:a16="http://schemas.microsoft.com/office/drawing/2014/main" id="{10C5D596-FD3B-42EE-F69A-1E3546CBD6C0}"/>
                  </a:ext>
                </a:extLst>
              </p:cNvPr>
              <p:cNvSpPr/>
              <p:nvPr/>
            </p:nvSpPr>
            <p:spPr>
              <a:xfrm>
                <a:off x="11361886" y="749634"/>
                <a:ext cx="1161097" cy="1161099"/>
              </a:xfrm>
              <a:custGeom>
                <a:avLst/>
                <a:gdLst/>
                <a:ahLst/>
                <a:cxnLst/>
                <a:rect l="l" t="t" r="r" b="b"/>
                <a:pathLst>
                  <a:path w="1161097" h="1161099" extrusionOk="0">
                    <a:moveTo>
                      <a:pt x="0" y="1161099"/>
                    </a:moveTo>
                    <a:lnTo>
                      <a:pt x="360045" y="1161099"/>
                    </a:lnTo>
                    <a:cubicBezTo>
                      <a:pt x="360045" y="719139"/>
                      <a:pt x="718185" y="360046"/>
                      <a:pt x="1161098" y="360046"/>
                    </a:cubicBezTo>
                    <a:lnTo>
                      <a:pt x="1161098" y="1"/>
                    </a:lnTo>
                    <a:cubicBezTo>
                      <a:pt x="520065" y="-951"/>
                      <a:pt x="0" y="519114"/>
                      <a:pt x="0" y="1161099"/>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20" name="Google Shape;2231;p156">
                <a:extLst>
                  <a:ext uri="{FF2B5EF4-FFF2-40B4-BE49-F238E27FC236}">
                    <a16:creationId xmlns:a16="http://schemas.microsoft.com/office/drawing/2014/main" id="{0A870C20-3B34-6E89-9B79-EE1D1C05C402}"/>
                  </a:ext>
                </a:extLst>
              </p:cNvPr>
              <p:cNvSpPr/>
              <p:nvPr/>
            </p:nvSpPr>
            <p:spPr>
              <a:xfrm>
                <a:off x="12522984" y="749635"/>
                <a:ext cx="1161097" cy="1161097"/>
              </a:xfrm>
              <a:custGeom>
                <a:avLst/>
                <a:gdLst/>
                <a:ahLst/>
                <a:cxnLst/>
                <a:rect l="l" t="t" r="r" b="b"/>
                <a:pathLst>
                  <a:path w="1161097" h="1161097" extrusionOk="0">
                    <a:moveTo>
                      <a:pt x="801053" y="1161098"/>
                    </a:moveTo>
                    <a:lnTo>
                      <a:pt x="1161097" y="1161098"/>
                    </a:lnTo>
                    <a:cubicBezTo>
                      <a:pt x="1161097" y="520065"/>
                      <a:pt x="641032" y="0"/>
                      <a:pt x="0" y="0"/>
                    </a:cubicBezTo>
                    <a:lnTo>
                      <a:pt x="0" y="360045"/>
                    </a:lnTo>
                    <a:cubicBezTo>
                      <a:pt x="441960" y="360045"/>
                      <a:pt x="801053" y="718185"/>
                      <a:pt x="801053" y="1161098"/>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21" name="Google Shape;2232;p156">
                <a:extLst>
                  <a:ext uri="{FF2B5EF4-FFF2-40B4-BE49-F238E27FC236}">
                    <a16:creationId xmlns:a16="http://schemas.microsoft.com/office/drawing/2014/main" id="{24FFE644-2EF6-565A-4CE7-5D7F1EA43196}"/>
                  </a:ext>
                </a:extLst>
              </p:cNvPr>
              <p:cNvSpPr/>
              <p:nvPr/>
            </p:nvSpPr>
            <p:spPr>
              <a:xfrm>
                <a:off x="12522984" y="1909780"/>
                <a:ext cx="801052" cy="801052"/>
              </a:xfrm>
              <a:custGeom>
                <a:avLst/>
                <a:gdLst/>
                <a:ahLst/>
                <a:cxnLst/>
                <a:rect l="l" t="t" r="r" b="b"/>
                <a:pathLst>
                  <a:path w="801052" h="801052" extrusionOk="0">
                    <a:moveTo>
                      <a:pt x="0" y="481013"/>
                    </a:moveTo>
                    <a:lnTo>
                      <a:pt x="0" y="801053"/>
                    </a:lnTo>
                    <a:cubicBezTo>
                      <a:pt x="441960" y="801053"/>
                      <a:pt x="801053" y="442913"/>
                      <a:pt x="801053" y="0"/>
                    </a:cubicBezTo>
                    <a:lnTo>
                      <a:pt x="481013" y="0"/>
                    </a:lnTo>
                    <a:cubicBezTo>
                      <a:pt x="480060" y="265748"/>
                      <a:pt x="265747" y="481013"/>
                      <a:pt x="0" y="481013"/>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22" name="Google Shape;2233;p156">
                <a:extLst>
                  <a:ext uri="{FF2B5EF4-FFF2-40B4-BE49-F238E27FC236}">
                    <a16:creationId xmlns:a16="http://schemas.microsoft.com/office/drawing/2014/main" id="{8797896A-A1E6-EE0C-047A-75B6E3F67857}"/>
                  </a:ext>
                </a:extLst>
              </p:cNvPr>
              <p:cNvSpPr/>
              <p:nvPr/>
            </p:nvSpPr>
            <p:spPr>
              <a:xfrm>
                <a:off x="12522031" y="1109680"/>
                <a:ext cx="801052" cy="801052"/>
              </a:xfrm>
              <a:custGeom>
                <a:avLst/>
                <a:gdLst/>
                <a:ahLst/>
                <a:cxnLst/>
                <a:rect l="l" t="t" r="r" b="b"/>
                <a:pathLst>
                  <a:path w="801052" h="801052" extrusionOk="0">
                    <a:moveTo>
                      <a:pt x="481013" y="801053"/>
                    </a:moveTo>
                    <a:lnTo>
                      <a:pt x="801052" y="801053"/>
                    </a:lnTo>
                    <a:cubicBezTo>
                      <a:pt x="801052" y="359093"/>
                      <a:pt x="442913" y="0"/>
                      <a:pt x="0" y="0"/>
                    </a:cubicBezTo>
                    <a:lnTo>
                      <a:pt x="0" y="320040"/>
                    </a:lnTo>
                    <a:cubicBezTo>
                      <a:pt x="266700" y="320040"/>
                      <a:pt x="481013" y="535305"/>
                      <a:pt x="481013" y="801053"/>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23" name="Google Shape;2234;p156">
                <a:extLst>
                  <a:ext uri="{FF2B5EF4-FFF2-40B4-BE49-F238E27FC236}">
                    <a16:creationId xmlns:a16="http://schemas.microsoft.com/office/drawing/2014/main" id="{1029D299-0F3E-D915-1222-10C6FEF6B9E4}"/>
                  </a:ext>
                </a:extLst>
              </p:cNvPr>
              <p:cNvSpPr/>
              <p:nvPr/>
            </p:nvSpPr>
            <p:spPr>
              <a:xfrm>
                <a:off x="11722882" y="1910733"/>
                <a:ext cx="800101" cy="800100"/>
              </a:xfrm>
              <a:custGeom>
                <a:avLst/>
                <a:gdLst/>
                <a:ahLst/>
                <a:cxnLst/>
                <a:rect l="l" t="t" r="r" b="b"/>
                <a:pathLst>
                  <a:path w="800101" h="800100" extrusionOk="0">
                    <a:moveTo>
                      <a:pt x="800102" y="800100"/>
                    </a:moveTo>
                    <a:lnTo>
                      <a:pt x="800102" y="480060"/>
                    </a:lnTo>
                    <a:cubicBezTo>
                      <a:pt x="534354" y="480060"/>
                      <a:pt x="320042" y="264795"/>
                      <a:pt x="320042" y="0"/>
                    </a:cubicBezTo>
                    <a:lnTo>
                      <a:pt x="2" y="0"/>
                    </a:lnTo>
                    <a:cubicBezTo>
                      <a:pt x="-951" y="441960"/>
                      <a:pt x="358142" y="800100"/>
                      <a:pt x="800102" y="80010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24" name="Google Shape;2235;p156">
                <a:extLst>
                  <a:ext uri="{FF2B5EF4-FFF2-40B4-BE49-F238E27FC236}">
                    <a16:creationId xmlns:a16="http://schemas.microsoft.com/office/drawing/2014/main" id="{E1E3ADA5-D354-9397-A413-5C8CD5475671}"/>
                  </a:ext>
                </a:extLst>
              </p:cNvPr>
              <p:cNvSpPr/>
              <p:nvPr/>
            </p:nvSpPr>
            <p:spPr>
              <a:xfrm>
                <a:off x="11721931" y="1109680"/>
                <a:ext cx="801052" cy="801052"/>
              </a:xfrm>
              <a:custGeom>
                <a:avLst/>
                <a:gdLst/>
                <a:ahLst/>
                <a:cxnLst/>
                <a:rect l="l" t="t" r="r" b="b"/>
                <a:pathLst>
                  <a:path w="801052" h="801052" extrusionOk="0">
                    <a:moveTo>
                      <a:pt x="801053" y="320040"/>
                    </a:moveTo>
                    <a:lnTo>
                      <a:pt x="801053" y="0"/>
                    </a:lnTo>
                    <a:cubicBezTo>
                      <a:pt x="359093" y="0"/>
                      <a:pt x="0" y="358140"/>
                      <a:pt x="0" y="801053"/>
                    </a:cubicBezTo>
                    <a:lnTo>
                      <a:pt x="320040" y="801053"/>
                    </a:lnTo>
                    <a:cubicBezTo>
                      <a:pt x="320993" y="535305"/>
                      <a:pt x="535305" y="320040"/>
                      <a:pt x="801053" y="32004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nvGrpSpPr>
              <p:cNvPr id="125" name="Google Shape;2236;p156">
                <a:extLst>
                  <a:ext uri="{FF2B5EF4-FFF2-40B4-BE49-F238E27FC236}">
                    <a16:creationId xmlns:a16="http://schemas.microsoft.com/office/drawing/2014/main" id="{3148FA1B-3B37-DFD5-3503-B9DA8EC494D0}"/>
                  </a:ext>
                </a:extLst>
              </p:cNvPr>
              <p:cNvGrpSpPr/>
              <p:nvPr/>
            </p:nvGrpSpPr>
            <p:grpSpPr>
              <a:xfrm>
                <a:off x="12329627" y="1717375"/>
                <a:ext cx="385762" cy="385762"/>
                <a:chOff x="12329627" y="1717375"/>
                <a:chExt cx="385762" cy="385762"/>
              </a:xfrm>
            </p:grpSpPr>
            <p:sp>
              <p:nvSpPr>
                <p:cNvPr id="130" name="Google Shape;2237;p156">
                  <a:extLst>
                    <a:ext uri="{FF2B5EF4-FFF2-40B4-BE49-F238E27FC236}">
                      <a16:creationId xmlns:a16="http://schemas.microsoft.com/office/drawing/2014/main" id="{E9B3C27D-FB5E-ED89-71D9-0ED5497B30BB}"/>
                    </a:ext>
                  </a:extLst>
                </p:cNvPr>
                <p:cNvSpPr/>
                <p:nvPr/>
              </p:nvSpPr>
              <p:spPr>
                <a:xfrm>
                  <a:off x="12330579" y="1717375"/>
                  <a:ext cx="192405" cy="192405"/>
                </a:xfrm>
                <a:custGeom>
                  <a:avLst/>
                  <a:gdLst/>
                  <a:ahLst/>
                  <a:cxnLst/>
                  <a:rect l="l" t="t" r="r" b="b"/>
                  <a:pathLst>
                    <a:path w="192405" h="192405" extrusionOk="0">
                      <a:moveTo>
                        <a:pt x="192405" y="0"/>
                      </a:moveTo>
                      <a:cubicBezTo>
                        <a:pt x="85725" y="0"/>
                        <a:pt x="0" y="86678"/>
                        <a:pt x="0" y="192405"/>
                      </a:cubicBezTo>
                      <a:lnTo>
                        <a:pt x="192405" y="192405"/>
                      </a:lnTo>
                      <a:lnTo>
                        <a:pt x="192405" y="0"/>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31" name="Google Shape;2238;p156">
                  <a:extLst>
                    <a:ext uri="{FF2B5EF4-FFF2-40B4-BE49-F238E27FC236}">
                      <a16:creationId xmlns:a16="http://schemas.microsoft.com/office/drawing/2014/main" id="{53ACEDF0-DE0B-012E-477E-4028FDC65069}"/>
                    </a:ext>
                  </a:extLst>
                </p:cNvPr>
                <p:cNvSpPr/>
                <p:nvPr/>
              </p:nvSpPr>
              <p:spPr>
                <a:xfrm>
                  <a:off x="12522984" y="1718328"/>
                  <a:ext cx="192405" cy="192405"/>
                </a:xfrm>
                <a:custGeom>
                  <a:avLst/>
                  <a:gdLst/>
                  <a:ahLst/>
                  <a:cxnLst/>
                  <a:rect l="l" t="t" r="r" b="b"/>
                  <a:pathLst>
                    <a:path w="192405" h="192405" extrusionOk="0">
                      <a:moveTo>
                        <a:pt x="192405" y="192405"/>
                      </a:moveTo>
                      <a:cubicBezTo>
                        <a:pt x="192405" y="85725"/>
                        <a:pt x="105727" y="0"/>
                        <a:pt x="0" y="0"/>
                      </a:cubicBezTo>
                      <a:lnTo>
                        <a:pt x="0" y="192405"/>
                      </a:lnTo>
                      <a:lnTo>
                        <a:pt x="192405" y="192405"/>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32" name="Google Shape;2239;p156">
                  <a:extLst>
                    <a:ext uri="{FF2B5EF4-FFF2-40B4-BE49-F238E27FC236}">
                      <a16:creationId xmlns:a16="http://schemas.microsoft.com/office/drawing/2014/main" id="{7762BD5E-B867-1247-A845-60E978C4307C}"/>
                    </a:ext>
                  </a:extLst>
                </p:cNvPr>
                <p:cNvSpPr/>
                <p:nvPr/>
              </p:nvSpPr>
              <p:spPr>
                <a:xfrm>
                  <a:off x="12329627" y="1910733"/>
                  <a:ext cx="192404" cy="192404"/>
                </a:xfrm>
                <a:custGeom>
                  <a:avLst/>
                  <a:gdLst/>
                  <a:ahLst/>
                  <a:cxnLst/>
                  <a:rect l="l" t="t" r="r" b="b"/>
                  <a:pathLst>
                    <a:path w="192404" h="192404" extrusionOk="0">
                      <a:moveTo>
                        <a:pt x="0" y="0"/>
                      </a:moveTo>
                      <a:cubicBezTo>
                        <a:pt x="0" y="106680"/>
                        <a:pt x="86677" y="192405"/>
                        <a:pt x="192405" y="192405"/>
                      </a:cubicBezTo>
                      <a:lnTo>
                        <a:pt x="192405" y="0"/>
                      </a:lnTo>
                      <a:lnTo>
                        <a:pt x="0" y="0"/>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33" name="Google Shape;2240;p156">
                  <a:extLst>
                    <a:ext uri="{FF2B5EF4-FFF2-40B4-BE49-F238E27FC236}">
                      <a16:creationId xmlns:a16="http://schemas.microsoft.com/office/drawing/2014/main" id="{9439D206-05DF-26BA-15A4-D823D63FA766}"/>
                    </a:ext>
                  </a:extLst>
                </p:cNvPr>
                <p:cNvSpPr/>
                <p:nvPr/>
              </p:nvSpPr>
              <p:spPr>
                <a:xfrm>
                  <a:off x="12522984" y="1910733"/>
                  <a:ext cx="192405" cy="192404"/>
                </a:xfrm>
                <a:custGeom>
                  <a:avLst/>
                  <a:gdLst/>
                  <a:ahLst/>
                  <a:cxnLst/>
                  <a:rect l="l" t="t" r="r" b="b"/>
                  <a:pathLst>
                    <a:path w="192405" h="192404" extrusionOk="0">
                      <a:moveTo>
                        <a:pt x="192405" y="0"/>
                      </a:moveTo>
                      <a:lnTo>
                        <a:pt x="0" y="0"/>
                      </a:lnTo>
                      <a:lnTo>
                        <a:pt x="0" y="192405"/>
                      </a:lnTo>
                      <a:cubicBezTo>
                        <a:pt x="106680" y="192405"/>
                        <a:pt x="192405" y="105727"/>
                        <a:pt x="192405" y="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sp>
            <p:nvSpPr>
              <p:cNvPr id="126" name="Google Shape;2241;p156">
                <a:extLst>
                  <a:ext uri="{FF2B5EF4-FFF2-40B4-BE49-F238E27FC236}">
                    <a16:creationId xmlns:a16="http://schemas.microsoft.com/office/drawing/2014/main" id="{416B4460-9B0A-804B-6075-8044F8ED69CD}"/>
                  </a:ext>
                </a:extLst>
              </p:cNvPr>
              <p:cNvSpPr/>
              <p:nvPr/>
            </p:nvSpPr>
            <p:spPr>
              <a:xfrm>
                <a:off x="12330579" y="1717375"/>
                <a:ext cx="386714" cy="386714"/>
              </a:xfrm>
              <a:custGeom>
                <a:avLst/>
                <a:gdLst/>
                <a:ahLst/>
                <a:cxnLst/>
                <a:rect l="l" t="t" r="r" b="b"/>
                <a:pathLst>
                  <a:path w="386714" h="386714" extrusionOk="0">
                    <a:moveTo>
                      <a:pt x="386715" y="193358"/>
                    </a:moveTo>
                    <a:cubicBezTo>
                      <a:pt x="386715" y="300146"/>
                      <a:pt x="300146" y="386715"/>
                      <a:pt x="193357" y="386715"/>
                    </a:cubicBezTo>
                    <a:cubicBezTo>
                      <a:pt x="86569" y="386715"/>
                      <a:pt x="0" y="300146"/>
                      <a:pt x="0" y="193358"/>
                    </a:cubicBezTo>
                    <a:cubicBezTo>
                      <a:pt x="0" y="86569"/>
                      <a:pt x="86569" y="0"/>
                      <a:pt x="193357" y="0"/>
                    </a:cubicBezTo>
                    <a:cubicBezTo>
                      <a:pt x="300146" y="0"/>
                      <a:pt x="386715" y="86569"/>
                      <a:pt x="386715" y="193358"/>
                    </a:cubicBezTo>
                    <a:close/>
                  </a:path>
                </a:pathLst>
              </a:custGeom>
              <a:solidFill>
                <a:srgbClr val="62372B"/>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27" name="Google Shape;2242;p156">
                <a:extLst>
                  <a:ext uri="{FF2B5EF4-FFF2-40B4-BE49-F238E27FC236}">
                    <a16:creationId xmlns:a16="http://schemas.microsoft.com/office/drawing/2014/main" id="{1C667C04-C1F0-1A03-D010-A4944A234BF4}"/>
                  </a:ext>
                </a:extLst>
              </p:cNvPr>
              <p:cNvSpPr/>
              <p:nvPr/>
            </p:nvSpPr>
            <p:spPr>
              <a:xfrm>
                <a:off x="12422972" y="1809768"/>
                <a:ext cx="201930" cy="201930"/>
              </a:xfrm>
              <a:custGeom>
                <a:avLst/>
                <a:gdLst/>
                <a:ahLst/>
                <a:cxnLst/>
                <a:rect l="l" t="t" r="r" b="b"/>
                <a:pathLst>
                  <a:path w="201930" h="201930" extrusionOk="0">
                    <a:moveTo>
                      <a:pt x="201930" y="100965"/>
                    </a:moveTo>
                    <a:cubicBezTo>
                      <a:pt x="201930" y="156727"/>
                      <a:pt x="156727" y="201930"/>
                      <a:pt x="100965" y="201930"/>
                    </a:cubicBezTo>
                    <a:cubicBezTo>
                      <a:pt x="45204" y="201930"/>
                      <a:pt x="1" y="156726"/>
                      <a:pt x="1" y="100965"/>
                    </a:cubicBezTo>
                    <a:cubicBezTo>
                      <a:pt x="1" y="45204"/>
                      <a:pt x="45204" y="0"/>
                      <a:pt x="100965" y="0"/>
                    </a:cubicBezTo>
                    <a:cubicBezTo>
                      <a:pt x="156727" y="0"/>
                      <a:pt x="201930" y="45204"/>
                      <a:pt x="201930" y="100965"/>
                    </a:cubicBezTo>
                    <a:close/>
                  </a:path>
                </a:pathLst>
              </a:custGeom>
              <a:solidFill>
                <a:srgbClr val="965542"/>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28" name="Google Shape;2243;p156">
                <a:extLst>
                  <a:ext uri="{FF2B5EF4-FFF2-40B4-BE49-F238E27FC236}">
                    <a16:creationId xmlns:a16="http://schemas.microsoft.com/office/drawing/2014/main" id="{5D02611A-A059-D1F1-53DD-28A5B298E2DF}"/>
                  </a:ext>
                </a:extLst>
              </p:cNvPr>
              <p:cNvSpPr/>
              <p:nvPr/>
            </p:nvSpPr>
            <p:spPr>
              <a:xfrm>
                <a:off x="13356421" y="362920"/>
                <a:ext cx="744855" cy="744855"/>
              </a:xfrm>
              <a:custGeom>
                <a:avLst/>
                <a:gdLst/>
                <a:ahLst/>
                <a:cxnLst/>
                <a:rect l="l" t="t" r="r" b="b"/>
                <a:pathLst>
                  <a:path w="744855" h="744855" extrusionOk="0">
                    <a:moveTo>
                      <a:pt x="0" y="744855"/>
                    </a:moveTo>
                    <a:lnTo>
                      <a:pt x="98108" y="309563"/>
                    </a:lnTo>
                    <a:lnTo>
                      <a:pt x="411481" y="0"/>
                    </a:lnTo>
                    <a:lnTo>
                      <a:pt x="411481" y="356235"/>
                    </a:lnTo>
                    <a:lnTo>
                      <a:pt x="744856" y="348615"/>
                    </a:lnTo>
                    <a:lnTo>
                      <a:pt x="450533" y="658178"/>
                    </a:lnTo>
                    <a:close/>
                  </a:path>
                </a:pathLst>
              </a:custGeom>
              <a:solidFill>
                <a:srgbClr val="E19B31"/>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29" name="Google Shape;2244;p156">
                <a:extLst>
                  <a:ext uri="{FF2B5EF4-FFF2-40B4-BE49-F238E27FC236}">
                    <a16:creationId xmlns:a16="http://schemas.microsoft.com/office/drawing/2014/main" id="{39825A5C-C033-96D1-BED4-0CEC8AC6799D}"/>
                  </a:ext>
                </a:extLst>
              </p:cNvPr>
              <p:cNvSpPr/>
              <p:nvPr/>
            </p:nvSpPr>
            <p:spPr>
              <a:xfrm rot="2748587">
                <a:off x="13143496" y="382871"/>
                <a:ext cx="91500" cy="1792847"/>
              </a:xfrm>
              <a:custGeom>
                <a:avLst/>
                <a:gdLst/>
                <a:ahLst/>
                <a:cxnLst/>
                <a:rect l="l" t="t" r="r" b="b"/>
                <a:pathLst>
                  <a:path w="91440" h="1791672" extrusionOk="0">
                    <a:moveTo>
                      <a:pt x="0" y="0"/>
                    </a:moveTo>
                    <a:lnTo>
                      <a:pt x="91441" y="0"/>
                    </a:lnTo>
                    <a:lnTo>
                      <a:pt x="91441" y="1791672"/>
                    </a:lnTo>
                    <a:lnTo>
                      <a:pt x="0" y="1791672"/>
                    </a:lnTo>
                    <a:close/>
                  </a:path>
                </a:pathLst>
              </a:custGeom>
              <a:solidFill>
                <a:srgbClr val="965542"/>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grpSp>
      <p:grpSp>
        <p:nvGrpSpPr>
          <p:cNvPr id="140" name="Google Shape;2220;p156">
            <a:extLst>
              <a:ext uri="{FF2B5EF4-FFF2-40B4-BE49-F238E27FC236}">
                <a16:creationId xmlns:a16="http://schemas.microsoft.com/office/drawing/2014/main" id="{93361291-4032-3550-FE91-76317FBBA52B}"/>
              </a:ext>
            </a:extLst>
          </p:cNvPr>
          <p:cNvGrpSpPr/>
          <p:nvPr/>
        </p:nvGrpSpPr>
        <p:grpSpPr>
          <a:xfrm>
            <a:off x="10954213" y="5335956"/>
            <a:ext cx="605206" cy="588271"/>
            <a:chOff x="10937034" y="316330"/>
            <a:chExt cx="1525563" cy="1526181"/>
          </a:xfrm>
        </p:grpSpPr>
        <p:sp>
          <p:nvSpPr>
            <p:cNvPr id="141" name="Google Shape;2221;p156">
              <a:extLst>
                <a:ext uri="{FF2B5EF4-FFF2-40B4-BE49-F238E27FC236}">
                  <a16:creationId xmlns:a16="http://schemas.microsoft.com/office/drawing/2014/main" id="{4E8F9E6E-D197-A1AD-2E28-9207926951B8}"/>
                </a:ext>
              </a:extLst>
            </p:cNvPr>
            <p:cNvSpPr/>
            <p:nvPr/>
          </p:nvSpPr>
          <p:spPr>
            <a:xfrm>
              <a:off x="10937034" y="316330"/>
              <a:ext cx="1525563" cy="1526181"/>
            </a:xfrm>
            <a:prstGeom prst="ellipse">
              <a:avLst/>
            </a:prstGeom>
            <a:solidFill>
              <a:srgbClr val="F2EDE6"/>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975">
                <a:solidFill>
                  <a:srgbClr val="FFFFFF"/>
                </a:solidFill>
                <a:latin typeface="Arial"/>
                <a:ea typeface="Arial"/>
                <a:cs typeface="Arial"/>
                <a:sym typeface="Arial"/>
              </a:endParaRPr>
            </a:p>
          </p:txBody>
        </p:sp>
        <p:grpSp>
          <p:nvGrpSpPr>
            <p:cNvPr id="142" name="Google Shape;2222;p156">
              <a:extLst>
                <a:ext uri="{FF2B5EF4-FFF2-40B4-BE49-F238E27FC236}">
                  <a16:creationId xmlns:a16="http://schemas.microsoft.com/office/drawing/2014/main" id="{E105E0D2-AFD4-FBE4-1907-2AC3DDCDF8FA}"/>
                </a:ext>
              </a:extLst>
            </p:cNvPr>
            <p:cNvGrpSpPr/>
            <p:nvPr/>
          </p:nvGrpSpPr>
          <p:grpSpPr>
            <a:xfrm>
              <a:off x="11000889" y="362920"/>
              <a:ext cx="1452781" cy="1438499"/>
              <a:chOff x="11000889" y="362920"/>
              <a:chExt cx="3100387" cy="3069907"/>
            </a:xfrm>
          </p:grpSpPr>
          <p:sp>
            <p:nvSpPr>
              <p:cNvPr id="143" name="Google Shape;2223;p156">
                <a:extLst>
                  <a:ext uri="{FF2B5EF4-FFF2-40B4-BE49-F238E27FC236}">
                    <a16:creationId xmlns:a16="http://schemas.microsoft.com/office/drawing/2014/main" id="{DA6F2108-31E3-C5BC-DC65-BAC0D0CE5C83}"/>
                  </a:ext>
                </a:extLst>
              </p:cNvPr>
              <p:cNvSpPr/>
              <p:nvPr/>
            </p:nvSpPr>
            <p:spPr>
              <a:xfrm>
                <a:off x="12029589" y="1417338"/>
                <a:ext cx="1028700" cy="1028700"/>
              </a:xfrm>
              <a:custGeom>
                <a:avLst/>
                <a:gdLst/>
                <a:ahLst/>
                <a:cxnLst/>
                <a:rect l="l" t="t" r="r" b="b"/>
                <a:pathLst>
                  <a:path w="1028700" h="1028700" extrusionOk="0">
                    <a:moveTo>
                      <a:pt x="1028700" y="514350"/>
                    </a:moveTo>
                    <a:cubicBezTo>
                      <a:pt x="1028700" y="798417"/>
                      <a:pt x="798418" y="1028700"/>
                      <a:pt x="514350" y="1028700"/>
                    </a:cubicBezTo>
                    <a:cubicBezTo>
                      <a:pt x="230283" y="1028700"/>
                      <a:pt x="0" y="798417"/>
                      <a:pt x="0" y="514350"/>
                    </a:cubicBezTo>
                    <a:cubicBezTo>
                      <a:pt x="0" y="230282"/>
                      <a:pt x="230283" y="0"/>
                      <a:pt x="514350" y="0"/>
                    </a:cubicBezTo>
                    <a:cubicBezTo>
                      <a:pt x="798418" y="0"/>
                      <a:pt x="1028700" y="230282"/>
                      <a:pt x="1028700" y="514350"/>
                    </a:cubicBezTo>
                    <a:close/>
                  </a:path>
                </a:pathLst>
              </a:custGeom>
              <a:solidFill>
                <a:srgbClr val="606E30"/>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44" name="Google Shape;2224;p156">
                <a:extLst>
                  <a:ext uri="{FF2B5EF4-FFF2-40B4-BE49-F238E27FC236}">
                    <a16:creationId xmlns:a16="http://schemas.microsoft.com/office/drawing/2014/main" id="{76A84667-1B68-A18A-C97B-92DCF7BF88E7}"/>
                  </a:ext>
                </a:extLst>
              </p:cNvPr>
              <p:cNvSpPr/>
              <p:nvPr/>
            </p:nvSpPr>
            <p:spPr>
              <a:xfrm>
                <a:off x="11000889" y="388638"/>
                <a:ext cx="1522094" cy="1522095"/>
              </a:xfrm>
              <a:custGeom>
                <a:avLst/>
                <a:gdLst/>
                <a:ahLst/>
                <a:cxnLst/>
                <a:rect l="l" t="t" r="r" b="b"/>
                <a:pathLst>
                  <a:path w="1522094" h="1522095" extrusionOk="0">
                    <a:moveTo>
                      <a:pt x="1522095" y="360045"/>
                    </a:moveTo>
                    <a:lnTo>
                      <a:pt x="1522095" y="0"/>
                    </a:lnTo>
                    <a:cubicBezTo>
                      <a:pt x="681990" y="0"/>
                      <a:pt x="0" y="681038"/>
                      <a:pt x="0" y="1522095"/>
                    </a:cubicBezTo>
                    <a:lnTo>
                      <a:pt x="360045" y="1522095"/>
                    </a:lnTo>
                    <a:cubicBezTo>
                      <a:pt x="360997" y="880110"/>
                      <a:pt x="881063" y="360045"/>
                      <a:pt x="1522095" y="360045"/>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45" name="Google Shape;2225;p156">
                <a:extLst>
                  <a:ext uri="{FF2B5EF4-FFF2-40B4-BE49-F238E27FC236}">
                    <a16:creationId xmlns:a16="http://schemas.microsoft.com/office/drawing/2014/main" id="{1590168A-5779-9D38-0F0D-A851B326BA35}"/>
                  </a:ext>
                </a:extLst>
              </p:cNvPr>
              <p:cNvSpPr/>
              <p:nvPr/>
            </p:nvSpPr>
            <p:spPr>
              <a:xfrm>
                <a:off x="11001842" y="1910733"/>
                <a:ext cx="1522094" cy="1522094"/>
              </a:xfrm>
              <a:custGeom>
                <a:avLst/>
                <a:gdLst/>
                <a:ahLst/>
                <a:cxnLst/>
                <a:rect l="l" t="t" r="r" b="b"/>
                <a:pathLst>
                  <a:path w="1522094" h="1522094" extrusionOk="0">
                    <a:moveTo>
                      <a:pt x="360045" y="0"/>
                    </a:moveTo>
                    <a:lnTo>
                      <a:pt x="0" y="0"/>
                    </a:lnTo>
                    <a:cubicBezTo>
                      <a:pt x="0" y="840105"/>
                      <a:pt x="681038" y="1522095"/>
                      <a:pt x="1522095" y="1522095"/>
                    </a:cubicBezTo>
                    <a:lnTo>
                      <a:pt x="1522095" y="1162050"/>
                    </a:lnTo>
                    <a:cubicBezTo>
                      <a:pt x="880110" y="1161097"/>
                      <a:pt x="360045" y="641032"/>
                      <a:pt x="360045" y="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46" name="Google Shape;2226;p156">
                <a:extLst>
                  <a:ext uri="{FF2B5EF4-FFF2-40B4-BE49-F238E27FC236}">
                    <a16:creationId xmlns:a16="http://schemas.microsoft.com/office/drawing/2014/main" id="{5410C34A-5C2C-B8F2-3DD7-A53517CF330F}"/>
                  </a:ext>
                </a:extLst>
              </p:cNvPr>
              <p:cNvSpPr/>
              <p:nvPr/>
            </p:nvSpPr>
            <p:spPr>
              <a:xfrm>
                <a:off x="12522984" y="1909780"/>
                <a:ext cx="1521142" cy="1522094"/>
              </a:xfrm>
              <a:custGeom>
                <a:avLst/>
                <a:gdLst/>
                <a:ahLst/>
                <a:cxnLst/>
                <a:rect l="l" t="t" r="r" b="b"/>
                <a:pathLst>
                  <a:path w="1521142" h="1522094" extrusionOk="0">
                    <a:moveTo>
                      <a:pt x="0" y="1162050"/>
                    </a:moveTo>
                    <a:lnTo>
                      <a:pt x="0" y="1522095"/>
                    </a:lnTo>
                    <a:cubicBezTo>
                      <a:pt x="840105" y="1522095"/>
                      <a:pt x="1521143" y="841057"/>
                      <a:pt x="1521143" y="0"/>
                    </a:cubicBezTo>
                    <a:lnTo>
                      <a:pt x="1161097" y="0"/>
                    </a:lnTo>
                    <a:cubicBezTo>
                      <a:pt x="1161097" y="641985"/>
                      <a:pt x="641032" y="1162050"/>
                      <a:pt x="0" y="116205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47" name="Google Shape;2227;p156">
                <a:extLst>
                  <a:ext uri="{FF2B5EF4-FFF2-40B4-BE49-F238E27FC236}">
                    <a16:creationId xmlns:a16="http://schemas.microsoft.com/office/drawing/2014/main" id="{3AE80810-F9AC-22FD-4BE1-C7FB5C81E217}"/>
                  </a:ext>
                </a:extLst>
              </p:cNvPr>
              <p:cNvSpPr/>
              <p:nvPr/>
            </p:nvSpPr>
            <p:spPr>
              <a:xfrm>
                <a:off x="12522984" y="388638"/>
                <a:ext cx="1521142" cy="1521142"/>
              </a:xfrm>
              <a:custGeom>
                <a:avLst/>
                <a:gdLst/>
                <a:ahLst/>
                <a:cxnLst/>
                <a:rect l="l" t="t" r="r" b="b"/>
                <a:pathLst>
                  <a:path w="1521142" h="1521142" extrusionOk="0">
                    <a:moveTo>
                      <a:pt x="0" y="0"/>
                    </a:moveTo>
                    <a:lnTo>
                      <a:pt x="0" y="360045"/>
                    </a:lnTo>
                    <a:cubicBezTo>
                      <a:pt x="641032" y="360045"/>
                      <a:pt x="1161097" y="880110"/>
                      <a:pt x="1161097" y="1521142"/>
                    </a:cubicBezTo>
                    <a:lnTo>
                      <a:pt x="1521143" y="1521142"/>
                    </a:lnTo>
                    <a:cubicBezTo>
                      <a:pt x="1521143" y="681038"/>
                      <a:pt x="840105" y="0"/>
                      <a:pt x="0" y="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48" name="Google Shape;2228;p156">
                <a:extLst>
                  <a:ext uri="{FF2B5EF4-FFF2-40B4-BE49-F238E27FC236}">
                    <a16:creationId xmlns:a16="http://schemas.microsoft.com/office/drawing/2014/main" id="{795859A6-98EA-17AA-4D26-452D8F84C74B}"/>
                  </a:ext>
                </a:extLst>
              </p:cNvPr>
              <p:cNvSpPr/>
              <p:nvPr/>
            </p:nvSpPr>
            <p:spPr>
              <a:xfrm>
                <a:off x="11361886" y="1910733"/>
                <a:ext cx="1161097" cy="1161097"/>
              </a:xfrm>
              <a:custGeom>
                <a:avLst/>
                <a:gdLst/>
                <a:ahLst/>
                <a:cxnLst/>
                <a:rect l="l" t="t" r="r" b="b"/>
                <a:pathLst>
                  <a:path w="1161097" h="1161097" extrusionOk="0">
                    <a:moveTo>
                      <a:pt x="360045" y="0"/>
                    </a:moveTo>
                    <a:lnTo>
                      <a:pt x="0" y="0"/>
                    </a:lnTo>
                    <a:cubicBezTo>
                      <a:pt x="0" y="641032"/>
                      <a:pt x="520065" y="1161097"/>
                      <a:pt x="1161098" y="1161097"/>
                    </a:cubicBezTo>
                    <a:lnTo>
                      <a:pt x="1161098" y="801052"/>
                    </a:lnTo>
                    <a:cubicBezTo>
                      <a:pt x="719138" y="800100"/>
                      <a:pt x="360045" y="441960"/>
                      <a:pt x="360045" y="0"/>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49" name="Google Shape;2229;p156">
                <a:extLst>
                  <a:ext uri="{FF2B5EF4-FFF2-40B4-BE49-F238E27FC236}">
                    <a16:creationId xmlns:a16="http://schemas.microsoft.com/office/drawing/2014/main" id="{E4F7B183-CAAF-2CD1-EEE7-4381B9E4573D}"/>
                  </a:ext>
                </a:extLst>
              </p:cNvPr>
              <p:cNvSpPr/>
              <p:nvPr/>
            </p:nvSpPr>
            <p:spPr>
              <a:xfrm>
                <a:off x="12522984" y="1909780"/>
                <a:ext cx="1161097" cy="1161097"/>
              </a:xfrm>
              <a:custGeom>
                <a:avLst/>
                <a:gdLst/>
                <a:ahLst/>
                <a:cxnLst/>
                <a:rect l="l" t="t" r="r" b="b"/>
                <a:pathLst>
                  <a:path w="1161097" h="1161097" extrusionOk="0">
                    <a:moveTo>
                      <a:pt x="0" y="801053"/>
                    </a:moveTo>
                    <a:lnTo>
                      <a:pt x="0" y="1161098"/>
                    </a:lnTo>
                    <a:cubicBezTo>
                      <a:pt x="641032" y="1161098"/>
                      <a:pt x="1161097" y="641032"/>
                      <a:pt x="1161097" y="0"/>
                    </a:cubicBezTo>
                    <a:lnTo>
                      <a:pt x="801053" y="0"/>
                    </a:lnTo>
                    <a:cubicBezTo>
                      <a:pt x="801053" y="442913"/>
                      <a:pt x="441960" y="801053"/>
                      <a:pt x="0" y="801053"/>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50" name="Google Shape;2230;p156">
                <a:extLst>
                  <a:ext uri="{FF2B5EF4-FFF2-40B4-BE49-F238E27FC236}">
                    <a16:creationId xmlns:a16="http://schemas.microsoft.com/office/drawing/2014/main" id="{F69B85B6-2244-3642-F0CD-B2D08B58E16E}"/>
                  </a:ext>
                </a:extLst>
              </p:cNvPr>
              <p:cNvSpPr/>
              <p:nvPr/>
            </p:nvSpPr>
            <p:spPr>
              <a:xfrm>
                <a:off x="11361886" y="749634"/>
                <a:ext cx="1161097" cy="1161099"/>
              </a:xfrm>
              <a:custGeom>
                <a:avLst/>
                <a:gdLst/>
                <a:ahLst/>
                <a:cxnLst/>
                <a:rect l="l" t="t" r="r" b="b"/>
                <a:pathLst>
                  <a:path w="1161097" h="1161099" extrusionOk="0">
                    <a:moveTo>
                      <a:pt x="0" y="1161099"/>
                    </a:moveTo>
                    <a:lnTo>
                      <a:pt x="360045" y="1161099"/>
                    </a:lnTo>
                    <a:cubicBezTo>
                      <a:pt x="360045" y="719139"/>
                      <a:pt x="718185" y="360046"/>
                      <a:pt x="1161098" y="360046"/>
                    </a:cubicBezTo>
                    <a:lnTo>
                      <a:pt x="1161098" y="1"/>
                    </a:lnTo>
                    <a:cubicBezTo>
                      <a:pt x="520065" y="-951"/>
                      <a:pt x="0" y="519114"/>
                      <a:pt x="0" y="1161099"/>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51" name="Google Shape;2231;p156">
                <a:extLst>
                  <a:ext uri="{FF2B5EF4-FFF2-40B4-BE49-F238E27FC236}">
                    <a16:creationId xmlns:a16="http://schemas.microsoft.com/office/drawing/2014/main" id="{929DF1A9-9DEF-3FB1-5D92-6873B06B8441}"/>
                  </a:ext>
                </a:extLst>
              </p:cNvPr>
              <p:cNvSpPr/>
              <p:nvPr/>
            </p:nvSpPr>
            <p:spPr>
              <a:xfrm>
                <a:off x="12522984" y="749635"/>
                <a:ext cx="1161097" cy="1161097"/>
              </a:xfrm>
              <a:custGeom>
                <a:avLst/>
                <a:gdLst/>
                <a:ahLst/>
                <a:cxnLst/>
                <a:rect l="l" t="t" r="r" b="b"/>
                <a:pathLst>
                  <a:path w="1161097" h="1161097" extrusionOk="0">
                    <a:moveTo>
                      <a:pt x="801053" y="1161098"/>
                    </a:moveTo>
                    <a:lnTo>
                      <a:pt x="1161097" y="1161098"/>
                    </a:lnTo>
                    <a:cubicBezTo>
                      <a:pt x="1161097" y="520065"/>
                      <a:pt x="641032" y="0"/>
                      <a:pt x="0" y="0"/>
                    </a:cubicBezTo>
                    <a:lnTo>
                      <a:pt x="0" y="360045"/>
                    </a:lnTo>
                    <a:cubicBezTo>
                      <a:pt x="441960" y="360045"/>
                      <a:pt x="801053" y="718185"/>
                      <a:pt x="801053" y="1161098"/>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52" name="Google Shape;2232;p156">
                <a:extLst>
                  <a:ext uri="{FF2B5EF4-FFF2-40B4-BE49-F238E27FC236}">
                    <a16:creationId xmlns:a16="http://schemas.microsoft.com/office/drawing/2014/main" id="{FE5C4446-B64D-CE15-3A74-FA002D931AE2}"/>
                  </a:ext>
                </a:extLst>
              </p:cNvPr>
              <p:cNvSpPr/>
              <p:nvPr/>
            </p:nvSpPr>
            <p:spPr>
              <a:xfrm>
                <a:off x="12522984" y="1909780"/>
                <a:ext cx="801052" cy="801052"/>
              </a:xfrm>
              <a:custGeom>
                <a:avLst/>
                <a:gdLst/>
                <a:ahLst/>
                <a:cxnLst/>
                <a:rect l="l" t="t" r="r" b="b"/>
                <a:pathLst>
                  <a:path w="801052" h="801052" extrusionOk="0">
                    <a:moveTo>
                      <a:pt x="0" y="481013"/>
                    </a:moveTo>
                    <a:lnTo>
                      <a:pt x="0" y="801053"/>
                    </a:lnTo>
                    <a:cubicBezTo>
                      <a:pt x="441960" y="801053"/>
                      <a:pt x="801053" y="442913"/>
                      <a:pt x="801053" y="0"/>
                    </a:cubicBezTo>
                    <a:lnTo>
                      <a:pt x="481013" y="0"/>
                    </a:lnTo>
                    <a:cubicBezTo>
                      <a:pt x="480060" y="265748"/>
                      <a:pt x="265747" y="481013"/>
                      <a:pt x="0" y="481013"/>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53" name="Google Shape;2233;p156">
                <a:extLst>
                  <a:ext uri="{FF2B5EF4-FFF2-40B4-BE49-F238E27FC236}">
                    <a16:creationId xmlns:a16="http://schemas.microsoft.com/office/drawing/2014/main" id="{F8C622C8-E265-0349-6561-8C1B77F5747E}"/>
                  </a:ext>
                </a:extLst>
              </p:cNvPr>
              <p:cNvSpPr/>
              <p:nvPr/>
            </p:nvSpPr>
            <p:spPr>
              <a:xfrm>
                <a:off x="12522031" y="1109680"/>
                <a:ext cx="801052" cy="801052"/>
              </a:xfrm>
              <a:custGeom>
                <a:avLst/>
                <a:gdLst/>
                <a:ahLst/>
                <a:cxnLst/>
                <a:rect l="l" t="t" r="r" b="b"/>
                <a:pathLst>
                  <a:path w="801052" h="801052" extrusionOk="0">
                    <a:moveTo>
                      <a:pt x="481013" y="801053"/>
                    </a:moveTo>
                    <a:lnTo>
                      <a:pt x="801052" y="801053"/>
                    </a:lnTo>
                    <a:cubicBezTo>
                      <a:pt x="801052" y="359093"/>
                      <a:pt x="442913" y="0"/>
                      <a:pt x="0" y="0"/>
                    </a:cubicBezTo>
                    <a:lnTo>
                      <a:pt x="0" y="320040"/>
                    </a:lnTo>
                    <a:cubicBezTo>
                      <a:pt x="266700" y="320040"/>
                      <a:pt x="481013" y="535305"/>
                      <a:pt x="481013" y="801053"/>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54" name="Google Shape;2234;p156">
                <a:extLst>
                  <a:ext uri="{FF2B5EF4-FFF2-40B4-BE49-F238E27FC236}">
                    <a16:creationId xmlns:a16="http://schemas.microsoft.com/office/drawing/2014/main" id="{6CE02786-F5AE-59B0-931D-99694A82CEA9}"/>
                  </a:ext>
                </a:extLst>
              </p:cNvPr>
              <p:cNvSpPr/>
              <p:nvPr/>
            </p:nvSpPr>
            <p:spPr>
              <a:xfrm>
                <a:off x="11722882" y="1910733"/>
                <a:ext cx="800101" cy="800100"/>
              </a:xfrm>
              <a:custGeom>
                <a:avLst/>
                <a:gdLst/>
                <a:ahLst/>
                <a:cxnLst/>
                <a:rect l="l" t="t" r="r" b="b"/>
                <a:pathLst>
                  <a:path w="800101" h="800100" extrusionOk="0">
                    <a:moveTo>
                      <a:pt x="800102" y="800100"/>
                    </a:moveTo>
                    <a:lnTo>
                      <a:pt x="800102" y="480060"/>
                    </a:lnTo>
                    <a:cubicBezTo>
                      <a:pt x="534354" y="480060"/>
                      <a:pt x="320042" y="264795"/>
                      <a:pt x="320042" y="0"/>
                    </a:cubicBezTo>
                    <a:lnTo>
                      <a:pt x="2" y="0"/>
                    </a:lnTo>
                    <a:cubicBezTo>
                      <a:pt x="-951" y="441960"/>
                      <a:pt x="358142" y="800100"/>
                      <a:pt x="800102" y="80010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55" name="Google Shape;2235;p156">
                <a:extLst>
                  <a:ext uri="{FF2B5EF4-FFF2-40B4-BE49-F238E27FC236}">
                    <a16:creationId xmlns:a16="http://schemas.microsoft.com/office/drawing/2014/main" id="{CEDB7008-4C0F-589B-8F5D-31A2750CCBA1}"/>
                  </a:ext>
                </a:extLst>
              </p:cNvPr>
              <p:cNvSpPr/>
              <p:nvPr/>
            </p:nvSpPr>
            <p:spPr>
              <a:xfrm>
                <a:off x="11721931" y="1109680"/>
                <a:ext cx="801052" cy="801052"/>
              </a:xfrm>
              <a:custGeom>
                <a:avLst/>
                <a:gdLst/>
                <a:ahLst/>
                <a:cxnLst/>
                <a:rect l="l" t="t" r="r" b="b"/>
                <a:pathLst>
                  <a:path w="801052" h="801052" extrusionOk="0">
                    <a:moveTo>
                      <a:pt x="801053" y="320040"/>
                    </a:moveTo>
                    <a:lnTo>
                      <a:pt x="801053" y="0"/>
                    </a:lnTo>
                    <a:cubicBezTo>
                      <a:pt x="359093" y="0"/>
                      <a:pt x="0" y="358140"/>
                      <a:pt x="0" y="801053"/>
                    </a:cubicBezTo>
                    <a:lnTo>
                      <a:pt x="320040" y="801053"/>
                    </a:lnTo>
                    <a:cubicBezTo>
                      <a:pt x="320993" y="535305"/>
                      <a:pt x="535305" y="320040"/>
                      <a:pt x="801053" y="32004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nvGrpSpPr>
              <p:cNvPr id="156" name="Google Shape;2236;p156">
                <a:extLst>
                  <a:ext uri="{FF2B5EF4-FFF2-40B4-BE49-F238E27FC236}">
                    <a16:creationId xmlns:a16="http://schemas.microsoft.com/office/drawing/2014/main" id="{0A4156D2-69F0-FB87-22BE-1A1280623CB6}"/>
                  </a:ext>
                </a:extLst>
              </p:cNvPr>
              <p:cNvGrpSpPr/>
              <p:nvPr/>
            </p:nvGrpSpPr>
            <p:grpSpPr>
              <a:xfrm>
                <a:off x="12329627" y="1717375"/>
                <a:ext cx="385762" cy="385762"/>
                <a:chOff x="12329627" y="1717375"/>
                <a:chExt cx="385762" cy="385762"/>
              </a:xfrm>
            </p:grpSpPr>
            <p:sp>
              <p:nvSpPr>
                <p:cNvPr id="161" name="Google Shape;2237;p156">
                  <a:extLst>
                    <a:ext uri="{FF2B5EF4-FFF2-40B4-BE49-F238E27FC236}">
                      <a16:creationId xmlns:a16="http://schemas.microsoft.com/office/drawing/2014/main" id="{8D716937-6454-DB2A-2D45-59430119FD5D}"/>
                    </a:ext>
                  </a:extLst>
                </p:cNvPr>
                <p:cNvSpPr/>
                <p:nvPr/>
              </p:nvSpPr>
              <p:spPr>
                <a:xfrm>
                  <a:off x="12330579" y="1717375"/>
                  <a:ext cx="192405" cy="192405"/>
                </a:xfrm>
                <a:custGeom>
                  <a:avLst/>
                  <a:gdLst/>
                  <a:ahLst/>
                  <a:cxnLst/>
                  <a:rect l="l" t="t" r="r" b="b"/>
                  <a:pathLst>
                    <a:path w="192405" h="192405" extrusionOk="0">
                      <a:moveTo>
                        <a:pt x="192405" y="0"/>
                      </a:moveTo>
                      <a:cubicBezTo>
                        <a:pt x="85725" y="0"/>
                        <a:pt x="0" y="86678"/>
                        <a:pt x="0" y="192405"/>
                      </a:cubicBezTo>
                      <a:lnTo>
                        <a:pt x="192405" y="192405"/>
                      </a:lnTo>
                      <a:lnTo>
                        <a:pt x="192405" y="0"/>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62" name="Google Shape;2238;p156">
                  <a:extLst>
                    <a:ext uri="{FF2B5EF4-FFF2-40B4-BE49-F238E27FC236}">
                      <a16:creationId xmlns:a16="http://schemas.microsoft.com/office/drawing/2014/main" id="{37252938-D296-D3F3-6709-0E731BF1F71E}"/>
                    </a:ext>
                  </a:extLst>
                </p:cNvPr>
                <p:cNvSpPr/>
                <p:nvPr/>
              </p:nvSpPr>
              <p:spPr>
                <a:xfrm>
                  <a:off x="12522984" y="1718328"/>
                  <a:ext cx="192405" cy="192405"/>
                </a:xfrm>
                <a:custGeom>
                  <a:avLst/>
                  <a:gdLst/>
                  <a:ahLst/>
                  <a:cxnLst/>
                  <a:rect l="l" t="t" r="r" b="b"/>
                  <a:pathLst>
                    <a:path w="192405" h="192405" extrusionOk="0">
                      <a:moveTo>
                        <a:pt x="192405" y="192405"/>
                      </a:moveTo>
                      <a:cubicBezTo>
                        <a:pt x="192405" y="85725"/>
                        <a:pt x="105727" y="0"/>
                        <a:pt x="0" y="0"/>
                      </a:cubicBezTo>
                      <a:lnTo>
                        <a:pt x="0" y="192405"/>
                      </a:lnTo>
                      <a:lnTo>
                        <a:pt x="192405" y="192405"/>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63" name="Google Shape;2239;p156">
                  <a:extLst>
                    <a:ext uri="{FF2B5EF4-FFF2-40B4-BE49-F238E27FC236}">
                      <a16:creationId xmlns:a16="http://schemas.microsoft.com/office/drawing/2014/main" id="{8A9544FD-CB41-A36E-192F-80F036C0B7ED}"/>
                    </a:ext>
                  </a:extLst>
                </p:cNvPr>
                <p:cNvSpPr/>
                <p:nvPr/>
              </p:nvSpPr>
              <p:spPr>
                <a:xfrm>
                  <a:off x="12329627" y="1910733"/>
                  <a:ext cx="192404" cy="192404"/>
                </a:xfrm>
                <a:custGeom>
                  <a:avLst/>
                  <a:gdLst/>
                  <a:ahLst/>
                  <a:cxnLst/>
                  <a:rect l="l" t="t" r="r" b="b"/>
                  <a:pathLst>
                    <a:path w="192404" h="192404" extrusionOk="0">
                      <a:moveTo>
                        <a:pt x="0" y="0"/>
                      </a:moveTo>
                      <a:cubicBezTo>
                        <a:pt x="0" y="106680"/>
                        <a:pt x="86677" y="192405"/>
                        <a:pt x="192405" y="192405"/>
                      </a:cubicBezTo>
                      <a:lnTo>
                        <a:pt x="192405" y="0"/>
                      </a:lnTo>
                      <a:lnTo>
                        <a:pt x="0" y="0"/>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64" name="Google Shape;2240;p156">
                  <a:extLst>
                    <a:ext uri="{FF2B5EF4-FFF2-40B4-BE49-F238E27FC236}">
                      <a16:creationId xmlns:a16="http://schemas.microsoft.com/office/drawing/2014/main" id="{698DE84B-D2AF-F7A0-F58A-370752C58F2C}"/>
                    </a:ext>
                  </a:extLst>
                </p:cNvPr>
                <p:cNvSpPr/>
                <p:nvPr/>
              </p:nvSpPr>
              <p:spPr>
                <a:xfrm>
                  <a:off x="12522984" y="1910733"/>
                  <a:ext cx="192405" cy="192404"/>
                </a:xfrm>
                <a:custGeom>
                  <a:avLst/>
                  <a:gdLst/>
                  <a:ahLst/>
                  <a:cxnLst/>
                  <a:rect l="l" t="t" r="r" b="b"/>
                  <a:pathLst>
                    <a:path w="192405" h="192404" extrusionOk="0">
                      <a:moveTo>
                        <a:pt x="192405" y="0"/>
                      </a:moveTo>
                      <a:lnTo>
                        <a:pt x="0" y="0"/>
                      </a:lnTo>
                      <a:lnTo>
                        <a:pt x="0" y="192405"/>
                      </a:lnTo>
                      <a:cubicBezTo>
                        <a:pt x="106680" y="192405"/>
                        <a:pt x="192405" y="105727"/>
                        <a:pt x="192405" y="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sp>
            <p:nvSpPr>
              <p:cNvPr id="157" name="Google Shape;2241;p156">
                <a:extLst>
                  <a:ext uri="{FF2B5EF4-FFF2-40B4-BE49-F238E27FC236}">
                    <a16:creationId xmlns:a16="http://schemas.microsoft.com/office/drawing/2014/main" id="{4E952BB7-59BF-482D-7454-B32312D4FC5D}"/>
                  </a:ext>
                </a:extLst>
              </p:cNvPr>
              <p:cNvSpPr/>
              <p:nvPr/>
            </p:nvSpPr>
            <p:spPr>
              <a:xfrm>
                <a:off x="12330579" y="1717375"/>
                <a:ext cx="386714" cy="386714"/>
              </a:xfrm>
              <a:custGeom>
                <a:avLst/>
                <a:gdLst/>
                <a:ahLst/>
                <a:cxnLst/>
                <a:rect l="l" t="t" r="r" b="b"/>
                <a:pathLst>
                  <a:path w="386714" h="386714" extrusionOk="0">
                    <a:moveTo>
                      <a:pt x="386715" y="193358"/>
                    </a:moveTo>
                    <a:cubicBezTo>
                      <a:pt x="386715" y="300146"/>
                      <a:pt x="300146" y="386715"/>
                      <a:pt x="193357" y="386715"/>
                    </a:cubicBezTo>
                    <a:cubicBezTo>
                      <a:pt x="86569" y="386715"/>
                      <a:pt x="0" y="300146"/>
                      <a:pt x="0" y="193358"/>
                    </a:cubicBezTo>
                    <a:cubicBezTo>
                      <a:pt x="0" y="86569"/>
                      <a:pt x="86569" y="0"/>
                      <a:pt x="193357" y="0"/>
                    </a:cubicBezTo>
                    <a:cubicBezTo>
                      <a:pt x="300146" y="0"/>
                      <a:pt x="386715" y="86569"/>
                      <a:pt x="386715" y="193358"/>
                    </a:cubicBezTo>
                    <a:close/>
                  </a:path>
                </a:pathLst>
              </a:custGeom>
              <a:solidFill>
                <a:srgbClr val="62372B"/>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58" name="Google Shape;2242;p156">
                <a:extLst>
                  <a:ext uri="{FF2B5EF4-FFF2-40B4-BE49-F238E27FC236}">
                    <a16:creationId xmlns:a16="http://schemas.microsoft.com/office/drawing/2014/main" id="{8CD5362C-125E-7E0D-494B-A7D6204D7937}"/>
                  </a:ext>
                </a:extLst>
              </p:cNvPr>
              <p:cNvSpPr/>
              <p:nvPr/>
            </p:nvSpPr>
            <p:spPr>
              <a:xfrm>
                <a:off x="12422972" y="1809768"/>
                <a:ext cx="201930" cy="201930"/>
              </a:xfrm>
              <a:custGeom>
                <a:avLst/>
                <a:gdLst/>
                <a:ahLst/>
                <a:cxnLst/>
                <a:rect l="l" t="t" r="r" b="b"/>
                <a:pathLst>
                  <a:path w="201930" h="201930" extrusionOk="0">
                    <a:moveTo>
                      <a:pt x="201930" y="100965"/>
                    </a:moveTo>
                    <a:cubicBezTo>
                      <a:pt x="201930" y="156727"/>
                      <a:pt x="156727" y="201930"/>
                      <a:pt x="100965" y="201930"/>
                    </a:cubicBezTo>
                    <a:cubicBezTo>
                      <a:pt x="45204" y="201930"/>
                      <a:pt x="1" y="156726"/>
                      <a:pt x="1" y="100965"/>
                    </a:cubicBezTo>
                    <a:cubicBezTo>
                      <a:pt x="1" y="45204"/>
                      <a:pt x="45204" y="0"/>
                      <a:pt x="100965" y="0"/>
                    </a:cubicBezTo>
                    <a:cubicBezTo>
                      <a:pt x="156727" y="0"/>
                      <a:pt x="201930" y="45204"/>
                      <a:pt x="201930" y="100965"/>
                    </a:cubicBezTo>
                    <a:close/>
                  </a:path>
                </a:pathLst>
              </a:custGeom>
              <a:solidFill>
                <a:srgbClr val="965542"/>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59" name="Google Shape;2243;p156">
                <a:extLst>
                  <a:ext uri="{FF2B5EF4-FFF2-40B4-BE49-F238E27FC236}">
                    <a16:creationId xmlns:a16="http://schemas.microsoft.com/office/drawing/2014/main" id="{A7C845AA-A4F5-108E-4574-5CD6689E61A9}"/>
                  </a:ext>
                </a:extLst>
              </p:cNvPr>
              <p:cNvSpPr/>
              <p:nvPr/>
            </p:nvSpPr>
            <p:spPr>
              <a:xfrm>
                <a:off x="13356421" y="362920"/>
                <a:ext cx="744855" cy="744855"/>
              </a:xfrm>
              <a:custGeom>
                <a:avLst/>
                <a:gdLst/>
                <a:ahLst/>
                <a:cxnLst/>
                <a:rect l="l" t="t" r="r" b="b"/>
                <a:pathLst>
                  <a:path w="744855" h="744855" extrusionOk="0">
                    <a:moveTo>
                      <a:pt x="0" y="744855"/>
                    </a:moveTo>
                    <a:lnTo>
                      <a:pt x="98108" y="309563"/>
                    </a:lnTo>
                    <a:lnTo>
                      <a:pt x="411481" y="0"/>
                    </a:lnTo>
                    <a:lnTo>
                      <a:pt x="411481" y="356235"/>
                    </a:lnTo>
                    <a:lnTo>
                      <a:pt x="744856" y="348615"/>
                    </a:lnTo>
                    <a:lnTo>
                      <a:pt x="450533" y="658178"/>
                    </a:lnTo>
                    <a:close/>
                  </a:path>
                </a:pathLst>
              </a:custGeom>
              <a:solidFill>
                <a:srgbClr val="E19B31"/>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60" name="Google Shape;2244;p156">
                <a:extLst>
                  <a:ext uri="{FF2B5EF4-FFF2-40B4-BE49-F238E27FC236}">
                    <a16:creationId xmlns:a16="http://schemas.microsoft.com/office/drawing/2014/main" id="{6F1E7CFB-D7E2-F44C-5C8F-8656F2629295}"/>
                  </a:ext>
                </a:extLst>
              </p:cNvPr>
              <p:cNvSpPr/>
              <p:nvPr/>
            </p:nvSpPr>
            <p:spPr>
              <a:xfrm rot="2748587">
                <a:off x="13143496" y="382871"/>
                <a:ext cx="91500" cy="1792847"/>
              </a:xfrm>
              <a:custGeom>
                <a:avLst/>
                <a:gdLst/>
                <a:ahLst/>
                <a:cxnLst/>
                <a:rect l="l" t="t" r="r" b="b"/>
                <a:pathLst>
                  <a:path w="91440" h="1791672" extrusionOk="0">
                    <a:moveTo>
                      <a:pt x="0" y="0"/>
                    </a:moveTo>
                    <a:lnTo>
                      <a:pt x="91441" y="0"/>
                    </a:lnTo>
                    <a:lnTo>
                      <a:pt x="91441" y="1791672"/>
                    </a:lnTo>
                    <a:lnTo>
                      <a:pt x="0" y="1791672"/>
                    </a:lnTo>
                    <a:close/>
                  </a:path>
                </a:pathLst>
              </a:custGeom>
              <a:solidFill>
                <a:srgbClr val="965542"/>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grpSp>
      <p:grpSp>
        <p:nvGrpSpPr>
          <p:cNvPr id="165" name="Google Shape;2220;p156">
            <a:extLst>
              <a:ext uri="{FF2B5EF4-FFF2-40B4-BE49-F238E27FC236}">
                <a16:creationId xmlns:a16="http://schemas.microsoft.com/office/drawing/2014/main" id="{679AE6E5-D57D-518C-1306-26FBF6640EC4}"/>
              </a:ext>
            </a:extLst>
          </p:cNvPr>
          <p:cNvGrpSpPr/>
          <p:nvPr/>
        </p:nvGrpSpPr>
        <p:grpSpPr>
          <a:xfrm>
            <a:off x="8476901" y="5306291"/>
            <a:ext cx="605206" cy="588271"/>
            <a:chOff x="10937034" y="316330"/>
            <a:chExt cx="1525563" cy="1526181"/>
          </a:xfrm>
        </p:grpSpPr>
        <p:sp>
          <p:nvSpPr>
            <p:cNvPr id="166" name="Google Shape;2221;p156">
              <a:extLst>
                <a:ext uri="{FF2B5EF4-FFF2-40B4-BE49-F238E27FC236}">
                  <a16:creationId xmlns:a16="http://schemas.microsoft.com/office/drawing/2014/main" id="{A3B81216-D3A7-DD24-0BBF-937CA448F759}"/>
                </a:ext>
              </a:extLst>
            </p:cNvPr>
            <p:cNvSpPr/>
            <p:nvPr/>
          </p:nvSpPr>
          <p:spPr>
            <a:xfrm>
              <a:off x="10937034" y="316330"/>
              <a:ext cx="1525563" cy="1526181"/>
            </a:xfrm>
            <a:prstGeom prst="ellipse">
              <a:avLst/>
            </a:prstGeom>
            <a:solidFill>
              <a:srgbClr val="F2EDE6"/>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975">
                <a:solidFill>
                  <a:srgbClr val="FFFFFF"/>
                </a:solidFill>
                <a:latin typeface="Arial"/>
                <a:ea typeface="Arial"/>
                <a:cs typeface="Arial"/>
                <a:sym typeface="Arial"/>
              </a:endParaRPr>
            </a:p>
          </p:txBody>
        </p:sp>
        <p:grpSp>
          <p:nvGrpSpPr>
            <p:cNvPr id="167" name="Google Shape;2222;p156">
              <a:extLst>
                <a:ext uri="{FF2B5EF4-FFF2-40B4-BE49-F238E27FC236}">
                  <a16:creationId xmlns:a16="http://schemas.microsoft.com/office/drawing/2014/main" id="{DE742049-6BBE-6F61-DEA2-2024A840C2DA}"/>
                </a:ext>
              </a:extLst>
            </p:cNvPr>
            <p:cNvGrpSpPr/>
            <p:nvPr/>
          </p:nvGrpSpPr>
          <p:grpSpPr>
            <a:xfrm>
              <a:off x="11000889" y="362920"/>
              <a:ext cx="1452781" cy="1438499"/>
              <a:chOff x="11000889" y="362920"/>
              <a:chExt cx="3100387" cy="3069907"/>
            </a:xfrm>
          </p:grpSpPr>
          <p:sp>
            <p:nvSpPr>
              <p:cNvPr id="168" name="Google Shape;2223;p156">
                <a:extLst>
                  <a:ext uri="{FF2B5EF4-FFF2-40B4-BE49-F238E27FC236}">
                    <a16:creationId xmlns:a16="http://schemas.microsoft.com/office/drawing/2014/main" id="{C4248FE3-9AA5-3180-D176-65B3DFE5D222}"/>
                  </a:ext>
                </a:extLst>
              </p:cNvPr>
              <p:cNvSpPr/>
              <p:nvPr/>
            </p:nvSpPr>
            <p:spPr>
              <a:xfrm>
                <a:off x="12029589" y="1417338"/>
                <a:ext cx="1028700" cy="1028700"/>
              </a:xfrm>
              <a:custGeom>
                <a:avLst/>
                <a:gdLst/>
                <a:ahLst/>
                <a:cxnLst/>
                <a:rect l="l" t="t" r="r" b="b"/>
                <a:pathLst>
                  <a:path w="1028700" h="1028700" extrusionOk="0">
                    <a:moveTo>
                      <a:pt x="1028700" y="514350"/>
                    </a:moveTo>
                    <a:cubicBezTo>
                      <a:pt x="1028700" y="798417"/>
                      <a:pt x="798418" y="1028700"/>
                      <a:pt x="514350" y="1028700"/>
                    </a:cubicBezTo>
                    <a:cubicBezTo>
                      <a:pt x="230283" y="1028700"/>
                      <a:pt x="0" y="798417"/>
                      <a:pt x="0" y="514350"/>
                    </a:cubicBezTo>
                    <a:cubicBezTo>
                      <a:pt x="0" y="230282"/>
                      <a:pt x="230283" y="0"/>
                      <a:pt x="514350" y="0"/>
                    </a:cubicBezTo>
                    <a:cubicBezTo>
                      <a:pt x="798418" y="0"/>
                      <a:pt x="1028700" y="230282"/>
                      <a:pt x="1028700" y="514350"/>
                    </a:cubicBezTo>
                    <a:close/>
                  </a:path>
                </a:pathLst>
              </a:custGeom>
              <a:solidFill>
                <a:srgbClr val="606E30"/>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69" name="Google Shape;2224;p156">
                <a:extLst>
                  <a:ext uri="{FF2B5EF4-FFF2-40B4-BE49-F238E27FC236}">
                    <a16:creationId xmlns:a16="http://schemas.microsoft.com/office/drawing/2014/main" id="{9023E765-B629-17EE-4857-A00533D46831}"/>
                  </a:ext>
                </a:extLst>
              </p:cNvPr>
              <p:cNvSpPr/>
              <p:nvPr/>
            </p:nvSpPr>
            <p:spPr>
              <a:xfrm>
                <a:off x="11000889" y="388638"/>
                <a:ext cx="1522094" cy="1522095"/>
              </a:xfrm>
              <a:custGeom>
                <a:avLst/>
                <a:gdLst/>
                <a:ahLst/>
                <a:cxnLst/>
                <a:rect l="l" t="t" r="r" b="b"/>
                <a:pathLst>
                  <a:path w="1522094" h="1522095" extrusionOk="0">
                    <a:moveTo>
                      <a:pt x="1522095" y="360045"/>
                    </a:moveTo>
                    <a:lnTo>
                      <a:pt x="1522095" y="0"/>
                    </a:lnTo>
                    <a:cubicBezTo>
                      <a:pt x="681990" y="0"/>
                      <a:pt x="0" y="681038"/>
                      <a:pt x="0" y="1522095"/>
                    </a:cubicBezTo>
                    <a:lnTo>
                      <a:pt x="360045" y="1522095"/>
                    </a:lnTo>
                    <a:cubicBezTo>
                      <a:pt x="360997" y="880110"/>
                      <a:pt x="881063" y="360045"/>
                      <a:pt x="1522095" y="360045"/>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70" name="Google Shape;2225;p156">
                <a:extLst>
                  <a:ext uri="{FF2B5EF4-FFF2-40B4-BE49-F238E27FC236}">
                    <a16:creationId xmlns:a16="http://schemas.microsoft.com/office/drawing/2014/main" id="{CE1A7EEE-674A-F655-C812-26B3CDBAA1E9}"/>
                  </a:ext>
                </a:extLst>
              </p:cNvPr>
              <p:cNvSpPr/>
              <p:nvPr/>
            </p:nvSpPr>
            <p:spPr>
              <a:xfrm>
                <a:off x="11001842" y="1910733"/>
                <a:ext cx="1522094" cy="1522094"/>
              </a:xfrm>
              <a:custGeom>
                <a:avLst/>
                <a:gdLst/>
                <a:ahLst/>
                <a:cxnLst/>
                <a:rect l="l" t="t" r="r" b="b"/>
                <a:pathLst>
                  <a:path w="1522094" h="1522094" extrusionOk="0">
                    <a:moveTo>
                      <a:pt x="360045" y="0"/>
                    </a:moveTo>
                    <a:lnTo>
                      <a:pt x="0" y="0"/>
                    </a:lnTo>
                    <a:cubicBezTo>
                      <a:pt x="0" y="840105"/>
                      <a:pt x="681038" y="1522095"/>
                      <a:pt x="1522095" y="1522095"/>
                    </a:cubicBezTo>
                    <a:lnTo>
                      <a:pt x="1522095" y="1162050"/>
                    </a:lnTo>
                    <a:cubicBezTo>
                      <a:pt x="880110" y="1161097"/>
                      <a:pt x="360045" y="641032"/>
                      <a:pt x="360045" y="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71" name="Google Shape;2226;p156">
                <a:extLst>
                  <a:ext uri="{FF2B5EF4-FFF2-40B4-BE49-F238E27FC236}">
                    <a16:creationId xmlns:a16="http://schemas.microsoft.com/office/drawing/2014/main" id="{285740D1-4D08-7E3D-14C2-10B60C9B1691}"/>
                  </a:ext>
                </a:extLst>
              </p:cNvPr>
              <p:cNvSpPr/>
              <p:nvPr/>
            </p:nvSpPr>
            <p:spPr>
              <a:xfrm>
                <a:off x="12522984" y="1909780"/>
                <a:ext cx="1521142" cy="1522094"/>
              </a:xfrm>
              <a:custGeom>
                <a:avLst/>
                <a:gdLst/>
                <a:ahLst/>
                <a:cxnLst/>
                <a:rect l="l" t="t" r="r" b="b"/>
                <a:pathLst>
                  <a:path w="1521142" h="1522094" extrusionOk="0">
                    <a:moveTo>
                      <a:pt x="0" y="1162050"/>
                    </a:moveTo>
                    <a:lnTo>
                      <a:pt x="0" y="1522095"/>
                    </a:lnTo>
                    <a:cubicBezTo>
                      <a:pt x="840105" y="1522095"/>
                      <a:pt x="1521143" y="841057"/>
                      <a:pt x="1521143" y="0"/>
                    </a:cubicBezTo>
                    <a:lnTo>
                      <a:pt x="1161097" y="0"/>
                    </a:lnTo>
                    <a:cubicBezTo>
                      <a:pt x="1161097" y="641985"/>
                      <a:pt x="641032" y="1162050"/>
                      <a:pt x="0" y="116205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72" name="Google Shape;2227;p156">
                <a:extLst>
                  <a:ext uri="{FF2B5EF4-FFF2-40B4-BE49-F238E27FC236}">
                    <a16:creationId xmlns:a16="http://schemas.microsoft.com/office/drawing/2014/main" id="{2D0EE32D-FB50-3D35-302E-3A797F2AEDB9}"/>
                  </a:ext>
                </a:extLst>
              </p:cNvPr>
              <p:cNvSpPr/>
              <p:nvPr/>
            </p:nvSpPr>
            <p:spPr>
              <a:xfrm>
                <a:off x="12522984" y="388638"/>
                <a:ext cx="1521142" cy="1521142"/>
              </a:xfrm>
              <a:custGeom>
                <a:avLst/>
                <a:gdLst/>
                <a:ahLst/>
                <a:cxnLst/>
                <a:rect l="l" t="t" r="r" b="b"/>
                <a:pathLst>
                  <a:path w="1521142" h="1521142" extrusionOk="0">
                    <a:moveTo>
                      <a:pt x="0" y="0"/>
                    </a:moveTo>
                    <a:lnTo>
                      <a:pt x="0" y="360045"/>
                    </a:lnTo>
                    <a:cubicBezTo>
                      <a:pt x="641032" y="360045"/>
                      <a:pt x="1161097" y="880110"/>
                      <a:pt x="1161097" y="1521142"/>
                    </a:cubicBezTo>
                    <a:lnTo>
                      <a:pt x="1521143" y="1521142"/>
                    </a:lnTo>
                    <a:cubicBezTo>
                      <a:pt x="1521143" y="681038"/>
                      <a:pt x="840105" y="0"/>
                      <a:pt x="0" y="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73" name="Google Shape;2228;p156">
                <a:extLst>
                  <a:ext uri="{FF2B5EF4-FFF2-40B4-BE49-F238E27FC236}">
                    <a16:creationId xmlns:a16="http://schemas.microsoft.com/office/drawing/2014/main" id="{4BE16EAB-FF4E-05AF-34B8-9C9C54F782F2}"/>
                  </a:ext>
                </a:extLst>
              </p:cNvPr>
              <p:cNvSpPr/>
              <p:nvPr/>
            </p:nvSpPr>
            <p:spPr>
              <a:xfrm>
                <a:off x="11361886" y="1910733"/>
                <a:ext cx="1161097" cy="1161097"/>
              </a:xfrm>
              <a:custGeom>
                <a:avLst/>
                <a:gdLst/>
                <a:ahLst/>
                <a:cxnLst/>
                <a:rect l="l" t="t" r="r" b="b"/>
                <a:pathLst>
                  <a:path w="1161097" h="1161097" extrusionOk="0">
                    <a:moveTo>
                      <a:pt x="360045" y="0"/>
                    </a:moveTo>
                    <a:lnTo>
                      <a:pt x="0" y="0"/>
                    </a:lnTo>
                    <a:cubicBezTo>
                      <a:pt x="0" y="641032"/>
                      <a:pt x="520065" y="1161097"/>
                      <a:pt x="1161098" y="1161097"/>
                    </a:cubicBezTo>
                    <a:lnTo>
                      <a:pt x="1161098" y="801052"/>
                    </a:lnTo>
                    <a:cubicBezTo>
                      <a:pt x="719138" y="800100"/>
                      <a:pt x="360045" y="441960"/>
                      <a:pt x="360045" y="0"/>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74" name="Google Shape;2229;p156">
                <a:extLst>
                  <a:ext uri="{FF2B5EF4-FFF2-40B4-BE49-F238E27FC236}">
                    <a16:creationId xmlns:a16="http://schemas.microsoft.com/office/drawing/2014/main" id="{0C633E89-AF8B-AF7A-8F7D-7430A2DA8E4C}"/>
                  </a:ext>
                </a:extLst>
              </p:cNvPr>
              <p:cNvSpPr/>
              <p:nvPr/>
            </p:nvSpPr>
            <p:spPr>
              <a:xfrm>
                <a:off x="12522984" y="1909780"/>
                <a:ext cx="1161097" cy="1161097"/>
              </a:xfrm>
              <a:custGeom>
                <a:avLst/>
                <a:gdLst/>
                <a:ahLst/>
                <a:cxnLst/>
                <a:rect l="l" t="t" r="r" b="b"/>
                <a:pathLst>
                  <a:path w="1161097" h="1161097" extrusionOk="0">
                    <a:moveTo>
                      <a:pt x="0" y="801053"/>
                    </a:moveTo>
                    <a:lnTo>
                      <a:pt x="0" y="1161098"/>
                    </a:lnTo>
                    <a:cubicBezTo>
                      <a:pt x="641032" y="1161098"/>
                      <a:pt x="1161097" y="641032"/>
                      <a:pt x="1161097" y="0"/>
                    </a:cubicBezTo>
                    <a:lnTo>
                      <a:pt x="801053" y="0"/>
                    </a:lnTo>
                    <a:cubicBezTo>
                      <a:pt x="801053" y="442913"/>
                      <a:pt x="441960" y="801053"/>
                      <a:pt x="0" y="801053"/>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75" name="Google Shape;2230;p156">
                <a:extLst>
                  <a:ext uri="{FF2B5EF4-FFF2-40B4-BE49-F238E27FC236}">
                    <a16:creationId xmlns:a16="http://schemas.microsoft.com/office/drawing/2014/main" id="{03D5C12A-4649-4AEB-9EA4-42716237A26D}"/>
                  </a:ext>
                </a:extLst>
              </p:cNvPr>
              <p:cNvSpPr/>
              <p:nvPr/>
            </p:nvSpPr>
            <p:spPr>
              <a:xfrm>
                <a:off x="11361886" y="749634"/>
                <a:ext cx="1161097" cy="1161099"/>
              </a:xfrm>
              <a:custGeom>
                <a:avLst/>
                <a:gdLst/>
                <a:ahLst/>
                <a:cxnLst/>
                <a:rect l="l" t="t" r="r" b="b"/>
                <a:pathLst>
                  <a:path w="1161097" h="1161099" extrusionOk="0">
                    <a:moveTo>
                      <a:pt x="0" y="1161099"/>
                    </a:moveTo>
                    <a:lnTo>
                      <a:pt x="360045" y="1161099"/>
                    </a:lnTo>
                    <a:cubicBezTo>
                      <a:pt x="360045" y="719139"/>
                      <a:pt x="718185" y="360046"/>
                      <a:pt x="1161098" y="360046"/>
                    </a:cubicBezTo>
                    <a:lnTo>
                      <a:pt x="1161098" y="1"/>
                    </a:lnTo>
                    <a:cubicBezTo>
                      <a:pt x="520065" y="-951"/>
                      <a:pt x="0" y="519114"/>
                      <a:pt x="0" y="1161099"/>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76" name="Google Shape;2231;p156">
                <a:extLst>
                  <a:ext uri="{FF2B5EF4-FFF2-40B4-BE49-F238E27FC236}">
                    <a16:creationId xmlns:a16="http://schemas.microsoft.com/office/drawing/2014/main" id="{51894D2E-6173-46BD-91F1-915315346815}"/>
                  </a:ext>
                </a:extLst>
              </p:cNvPr>
              <p:cNvSpPr/>
              <p:nvPr/>
            </p:nvSpPr>
            <p:spPr>
              <a:xfrm>
                <a:off x="12522984" y="749635"/>
                <a:ext cx="1161097" cy="1161097"/>
              </a:xfrm>
              <a:custGeom>
                <a:avLst/>
                <a:gdLst/>
                <a:ahLst/>
                <a:cxnLst/>
                <a:rect l="l" t="t" r="r" b="b"/>
                <a:pathLst>
                  <a:path w="1161097" h="1161097" extrusionOk="0">
                    <a:moveTo>
                      <a:pt x="801053" y="1161098"/>
                    </a:moveTo>
                    <a:lnTo>
                      <a:pt x="1161097" y="1161098"/>
                    </a:lnTo>
                    <a:cubicBezTo>
                      <a:pt x="1161097" y="520065"/>
                      <a:pt x="641032" y="0"/>
                      <a:pt x="0" y="0"/>
                    </a:cubicBezTo>
                    <a:lnTo>
                      <a:pt x="0" y="360045"/>
                    </a:lnTo>
                    <a:cubicBezTo>
                      <a:pt x="441960" y="360045"/>
                      <a:pt x="801053" y="718185"/>
                      <a:pt x="801053" y="1161098"/>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77" name="Google Shape;2232;p156">
                <a:extLst>
                  <a:ext uri="{FF2B5EF4-FFF2-40B4-BE49-F238E27FC236}">
                    <a16:creationId xmlns:a16="http://schemas.microsoft.com/office/drawing/2014/main" id="{605F45F7-A4A2-70D4-2D02-9A206A0150FF}"/>
                  </a:ext>
                </a:extLst>
              </p:cNvPr>
              <p:cNvSpPr/>
              <p:nvPr/>
            </p:nvSpPr>
            <p:spPr>
              <a:xfrm>
                <a:off x="12522984" y="1909780"/>
                <a:ext cx="801052" cy="801052"/>
              </a:xfrm>
              <a:custGeom>
                <a:avLst/>
                <a:gdLst/>
                <a:ahLst/>
                <a:cxnLst/>
                <a:rect l="l" t="t" r="r" b="b"/>
                <a:pathLst>
                  <a:path w="801052" h="801052" extrusionOk="0">
                    <a:moveTo>
                      <a:pt x="0" y="481013"/>
                    </a:moveTo>
                    <a:lnTo>
                      <a:pt x="0" y="801053"/>
                    </a:lnTo>
                    <a:cubicBezTo>
                      <a:pt x="441960" y="801053"/>
                      <a:pt x="801053" y="442913"/>
                      <a:pt x="801053" y="0"/>
                    </a:cubicBezTo>
                    <a:lnTo>
                      <a:pt x="481013" y="0"/>
                    </a:lnTo>
                    <a:cubicBezTo>
                      <a:pt x="480060" y="265748"/>
                      <a:pt x="265747" y="481013"/>
                      <a:pt x="0" y="481013"/>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78" name="Google Shape;2233;p156">
                <a:extLst>
                  <a:ext uri="{FF2B5EF4-FFF2-40B4-BE49-F238E27FC236}">
                    <a16:creationId xmlns:a16="http://schemas.microsoft.com/office/drawing/2014/main" id="{A39055DA-251F-2C74-D239-2033408C6C31}"/>
                  </a:ext>
                </a:extLst>
              </p:cNvPr>
              <p:cNvSpPr/>
              <p:nvPr/>
            </p:nvSpPr>
            <p:spPr>
              <a:xfrm>
                <a:off x="12522031" y="1109680"/>
                <a:ext cx="801052" cy="801052"/>
              </a:xfrm>
              <a:custGeom>
                <a:avLst/>
                <a:gdLst/>
                <a:ahLst/>
                <a:cxnLst/>
                <a:rect l="l" t="t" r="r" b="b"/>
                <a:pathLst>
                  <a:path w="801052" h="801052" extrusionOk="0">
                    <a:moveTo>
                      <a:pt x="481013" y="801053"/>
                    </a:moveTo>
                    <a:lnTo>
                      <a:pt x="801052" y="801053"/>
                    </a:lnTo>
                    <a:cubicBezTo>
                      <a:pt x="801052" y="359093"/>
                      <a:pt x="442913" y="0"/>
                      <a:pt x="0" y="0"/>
                    </a:cubicBezTo>
                    <a:lnTo>
                      <a:pt x="0" y="320040"/>
                    </a:lnTo>
                    <a:cubicBezTo>
                      <a:pt x="266700" y="320040"/>
                      <a:pt x="481013" y="535305"/>
                      <a:pt x="481013" y="801053"/>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79" name="Google Shape;2234;p156">
                <a:extLst>
                  <a:ext uri="{FF2B5EF4-FFF2-40B4-BE49-F238E27FC236}">
                    <a16:creationId xmlns:a16="http://schemas.microsoft.com/office/drawing/2014/main" id="{EE3D36BD-EA93-E26A-867D-3FE657E8D7FB}"/>
                  </a:ext>
                </a:extLst>
              </p:cNvPr>
              <p:cNvSpPr/>
              <p:nvPr/>
            </p:nvSpPr>
            <p:spPr>
              <a:xfrm>
                <a:off x="11722882" y="1910733"/>
                <a:ext cx="800101" cy="800100"/>
              </a:xfrm>
              <a:custGeom>
                <a:avLst/>
                <a:gdLst/>
                <a:ahLst/>
                <a:cxnLst/>
                <a:rect l="l" t="t" r="r" b="b"/>
                <a:pathLst>
                  <a:path w="800101" h="800100" extrusionOk="0">
                    <a:moveTo>
                      <a:pt x="800102" y="800100"/>
                    </a:moveTo>
                    <a:lnTo>
                      <a:pt x="800102" y="480060"/>
                    </a:lnTo>
                    <a:cubicBezTo>
                      <a:pt x="534354" y="480060"/>
                      <a:pt x="320042" y="264795"/>
                      <a:pt x="320042" y="0"/>
                    </a:cubicBezTo>
                    <a:lnTo>
                      <a:pt x="2" y="0"/>
                    </a:lnTo>
                    <a:cubicBezTo>
                      <a:pt x="-951" y="441960"/>
                      <a:pt x="358142" y="800100"/>
                      <a:pt x="800102" y="80010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80" name="Google Shape;2235;p156">
                <a:extLst>
                  <a:ext uri="{FF2B5EF4-FFF2-40B4-BE49-F238E27FC236}">
                    <a16:creationId xmlns:a16="http://schemas.microsoft.com/office/drawing/2014/main" id="{BCDD11F1-7C48-79A2-B3B4-B2AE5383E7C6}"/>
                  </a:ext>
                </a:extLst>
              </p:cNvPr>
              <p:cNvSpPr/>
              <p:nvPr/>
            </p:nvSpPr>
            <p:spPr>
              <a:xfrm>
                <a:off x="11721931" y="1109680"/>
                <a:ext cx="801052" cy="801052"/>
              </a:xfrm>
              <a:custGeom>
                <a:avLst/>
                <a:gdLst/>
                <a:ahLst/>
                <a:cxnLst/>
                <a:rect l="l" t="t" r="r" b="b"/>
                <a:pathLst>
                  <a:path w="801052" h="801052" extrusionOk="0">
                    <a:moveTo>
                      <a:pt x="801053" y="320040"/>
                    </a:moveTo>
                    <a:lnTo>
                      <a:pt x="801053" y="0"/>
                    </a:lnTo>
                    <a:cubicBezTo>
                      <a:pt x="359093" y="0"/>
                      <a:pt x="0" y="358140"/>
                      <a:pt x="0" y="801053"/>
                    </a:cubicBezTo>
                    <a:lnTo>
                      <a:pt x="320040" y="801053"/>
                    </a:lnTo>
                    <a:cubicBezTo>
                      <a:pt x="320993" y="535305"/>
                      <a:pt x="535305" y="320040"/>
                      <a:pt x="801053" y="32004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nvGrpSpPr>
              <p:cNvPr id="181" name="Google Shape;2236;p156">
                <a:extLst>
                  <a:ext uri="{FF2B5EF4-FFF2-40B4-BE49-F238E27FC236}">
                    <a16:creationId xmlns:a16="http://schemas.microsoft.com/office/drawing/2014/main" id="{7F9AEEED-832C-02E7-3830-5348DD184840}"/>
                  </a:ext>
                </a:extLst>
              </p:cNvPr>
              <p:cNvGrpSpPr/>
              <p:nvPr/>
            </p:nvGrpSpPr>
            <p:grpSpPr>
              <a:xfrm>
                <a:off x="12329627" y="1717375"/>
                <a:ext cx="385762" cy="385762"/>
                <a:chOff x="12329627" y="1717375"/>
                <a:chExt cx="385762" cy="385762"/>
              </a:xfrm>
            </p:grpSpPr>
            <p:sp>
              <p:nvSpPr>
                <p:cNvPr id="186" name="Google Shape;2237;p156">
                  <a:extLst>
                    <a:ext uri="{FF2B5EF4-FFF2-40B4-BE49-F238E27FC236}">
                      <a16:creationId xmlns:a16="http://schemas.microsoft.com/office/drawing/2014/main" id="{93325217-6C05-70EE-54C3-C4BDB2893ADA}"/>
                    </a:ext>
                  </a:extLst>
                </p:cNvPr>
                <p:cNvSpPr/>
                <p:nvPr/>
              </p:nvSpPr>
              <p:spPr>
                <a:xfrm>
                  <a:off x="12330579" y="1717375"/>
                  <a:ext cx="192405" cy="192405"/>
                </a:xfrm>
                <a:custGeom>
                  <a:avLst/>
                  <a:gdLst/>
                  <a:ahLst/>
                  <a:cxnLst/>
                  <a:rect l="l" t="t" r="r" b="b"/>
                  <a:pathLst>
                    <a:path w="192405" h="192405" extrusionOk="0">
                      <a:moveTo>
                        <a:pt x="192405" y="0"/>
                      </a:moveTo>
                      <a:cubicBezTo>
                        <a:pt x="85725" y="0"/>
                        <a:pt x="0" y="86678"/>
                        <a:pt x="0" y="192405"/>
                      </a:cubicBezTo>
                      <a:lnTo>
                        <a:pt x="192405" y="192405"/>
                      </a:lnTo>
                      <a:lnTo>
                        <a:pt x="192405" y="0"/>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87" name="Google Shape;2238;p156">
                  <a:extLst>
                    <a:ext uri="{FF2B5EF4-FFF2-40B4-BE49-F238E27FC236}">
                      <a16:creationId xmlns:a16="http://schemas.microsoft.com/office/drawing/2014/main" id="{7FDBC6F0-2A68-C6E8-17A8-CD3EF4CE8973}"/>
                    </a:ext>
                  </a:extLst>
                </p:cNvPr>
                <p:cNvSpPr/>
                <p:nvPr/>
              </p:nvSpPr>
              <p:spPr>
                <a:xfrm>
                  <a:off x="12522984" y="1718328"/>
                  <a:ext cx="192405" cy="192405"/>
                </a:xfrm>
                <a:custGeom>
                  <a:avLst/>
                  <a:gdLst/>
                  <a:ahLst/>
                  <a:cxnLst/>
                  <a:rect l="l" t="t" r="r" b="b"/>
                  <a:pathLst>
                    <a:path w="192405" h="192405" extrusionOk="0">
                      <a:moveTo>
                        <a:pt x="192405" y="192405"/>
                      </a:moveTo>
                      <a:cubicBezTo>
                        <a:pt x="192405" y="85725"/>
                        <a:pt x="105727" y="0"/>
                        <a:pt x="0" y="0"/>
                      </a:cubicBezTo>
                      <a:lnTo>
                        <a:pt x="0" y="192405"/>
                      </a:lnTo>
                      <a:lnTo>
                        <a:pt x="192405" y="192405"/>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88" name="Google Shape;2239;p156">
                  <a:extLst>
                    <a:ext uri="{FF2B5EF4-FFF2-40B4-BE49-F238E27FC236}">
                      <a16:creationId xmlns:a16="http://schemas.microsoft.com/office/drawing/2014/main" id="{FDCBE861-3F0D-FC88-CDAE-A9F775717E53}"/>
                    </a:ext>
                  </a:extLst>
                </p:cNvPr>
                <p:cNvSpPr/>
                <p:nvPr/>
              </p:nvSpPr>
              <p:spPr>
                <a:xfrm>
                  <a:off x="12329627" y="1910733"/>
                  <a:ext cx="192404" cy="192404"/>
                </a:xfrm>
                <a:custGeom>
                  <a:avLst/>
                  <a:gdLst/>
                  <a:ahLst/>
                  <a:cxnLst/>
                  <a:rect l="l" t="t" r="r" b="b"/>
                  <a:pathLst>
                    <a:path w="192404" h="192404" extrusionOk="0">
                      <a:moveTo>
                        <a:pt x="0" y="0"/>
                      </a:moveTo>
                      <a:cubicBezTo>
                        <a:pt x="0" y="106680"/>
                        <a:pt x="86677" y="192405"/>
                        <a:pt x="192405" y="192405"/>
                      </a:cubicBezTo>
                      <a:lnTo>
                        <a:pt x="192405" y="0"/>
                      </a:lnTo>
                      <a:lnTo>
                        <a:pt x="0" y="0"/>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89" name="Google Shape;2240;p156">
                  <a:extLst>
                    <a:ext uri="{FF2B5EF4-FFF2-40B4-BE49-F238E27FC236}">
                      <a16:creationId xmlns:a16="http://schemas.microsoft.com/office/drawing/2014/main" id="{047AD7EE-FF91-C9EF-3E13-6AB3D53E74B5}"/>
                    </a:ext>
                  </a:extLst>
                </p:cNvPr>
                <p:cNvSpPr/>
                <p:nvPr/>
              </p:nvSpPr>
              <p:spPr>
                <a:xfrm>
                  <a:off x="12522984" y="1910733"/>
                  <a:ext cx="192405" cy="192404"/>
                </a:xfrm>
                <a:custGeom>
                  <a:avLst/>
                  <a:gdLst/>
                  <a:ahLst/>
                  <a:cxnLst/>
                  <a:rect l="l" t="t" r="r" b="b"/>
                  <a:pathLst>
                    <a:path w="192405" h="192404" extrusionOk="0">
                      <a:moveTo>
                        <a:pt x="192405" y="0"/>
                      </a:moveTo>
                      <a:lnTo>
                        <a:pt x="0" y="0"/>
                      </a:lnTo>
                      <a:lnTo>
                        <a:pt x="0" y="192405"/>
                      </a:lnTo>
                      <a:cubicBezTo>
                        <a:pt x="106680" y="192405"/>
                        <a:pt x="192405" y="105727"/>
                        <a:pt x="192405" y="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sp>
            <p:nvSpPr>
              <p:cNvPr id="182" name="Google Shape;2241;p156">
                <a:extLst>
                  <a:ext uri="{FF2B5EF4-FFF2-40B4-BE49-F238E27FC236}">
                    <a16:creationId xmlns:a16="http://schemas.microsoft.com/office/drawing/2014/main" id="{C34771CF-8093-9565-F476-EC64BF29CA93}"/>
                  </a:ext>
                </a:extLst>
              </p:cNvPr>
              <p:cNvSpPr/>
              <p:nvPr/>
            </p:nvSpPr>
            <p:spPr>
              <a:xfrm>
                <a:off x="12330579" y="1717375"/>
                <a:ext cx="386714" cy="386714"/>
              </a:xfrm>
              <a:custGeom>
                <a:avLst/>
                <a:gdLst/>
                <a:ahLst/>
                <a:cxnLst/>
                <a:rect l="l" t="t" r="r" b="b"/>
                <a:pathLst>
                  <a:path w="386714" h="386714" extrusionOk="0">
                    <a:moveTo>
                      <a:pt x="386715" y="193358"/>
                    </a:moveTo>
                    <a:cubicBezTo>
                      <a:pt x="386715" y="300146"/>
                      <a:pt x="300146" y="386715"/>
                      <a:pt x="193357" y="386715"/>
                    </a:cubicBezTo>
                    <a:cubicBezTo>
                      <a:pt x="86569" y="386715"/>
                      <a:pt x="0" y="300146"/>
                      <a:pt x="0" y="193358"/>
                    </a:cubicBezTo>
                    <a:cubicBezTo>
                      <a:pt x="0" y="86569"/>
                      <a:pt x="86569" y="0"/>
                      <a:pt x="193357" y="0"/>
                    </a:cubicBezTo>
                    <a:cubicBezTo>
                      <a:pt x="300146" y="0"/>
                      <a:pt x="386715" y="86569"/>
                      <a:pt x="386715" y="193358"/>
                    </a:cubicBezTo>
                    <a:close/>
                  </a:path>
                </a:pathLst>
              </a:custGeom>
              <a:solidFill>
                <a:srgbClr val="62372B"/>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83" name="Google Shape;2242;p156">
                <a:extLst>
                  <a:ext uri="{FF2B5EF4-FFF2-40B4-BE49-F238E27FC236}">
                    <a16:creationId xmlns:a16="http://schemas.microsoft.com/office/drawing/2014/main" id="{8B414EFF-7792-9637-D9AE-5E8C8EA78C6B}"/>
                  </a:ext>
                </a:extLst>
              </p:cNvPr>
              <p:cNvSpPr/>
              <p:nvPr/>
            </p:nvSpPr>
            <p:spPr>
              <a:xfrm>
                <a:off x="12422972" y="1809768"/>
                <a:ext cx="201930" cy="201930"/>
              </a:xfrm>
              <a:custGeom>
                <a:avLst/>
                <a:gdLst/>
                <a:ahLst/>
                <a:cxnLst/>
                <a:rect l="l" t="t" r="r" b="b"/>
                <a:pathLst>
                  <a:path w="201930" h="201930" extrusionOk="0">
                    <a:moveTo>
                      <a:pt x="201930" y="100965"/>
                    </a:moveTo>
                    <a:cubicBezTo>
                      <a:pt x="201930" y="156727"/>
                      <a:pt x="156727" y="201930"/>
                      <a:pt x="100965" y="201930"/>
                    </a:cubicBezTo>
                    <a:cubicBezTo>
                      <a:pt x="45204" y="201930"/>
                      <a:pt x="1" y="156726"/>
                      <a:pt x="1" y="100965"/>
                    </a:cubicBezTo>
                    <a:cubicBezTo>
                      <a:pt x="1" y="45204"/>
                      <a:pt x="45204" y="0"/>
                      <a:pt x="100965" y="0"/>
                    </a:cubicBezTo>
                    <a:cubicBezTo>
                      <a:pt x="156727" y="0"/>
                      <a:pt x="201930" y="45204"/>
                      <a:pt x="201930" y="100965"/>
                    </a:cubicBezTo>
                    <a:close/>
                  </a:path>
                </a:pathLst>
              </a:custGeom>
              <a:solidFill>
                <a:srgbClr val="965542"/>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84" name="Google Shape;2243;p156">
                <a:extLst>
                  <a:ext uri="{FF2B5EF4-FFF2-40B4-BE49-F238E27FC236}">
                    <a16:creationId xmlns:a16="http://schemas.microsoft.com/office/drawing/2014/main" id="{94C5D20C-39DB-D95D-7721-49040653969F}"/>
                  </a:ext>
                </a:extLst>
              </p:cNvPr>
              <p:cNvSpPr/>
              <p:nvPr/>
            </p:nvSpPr>
            <p:spPr>
              <a:xfrm>
                <a:off x="13356421" y="362920"/>
                <a:ext cx="744855" cy="744855"/>
              </a:xfrm>
              <a:custGeom>
                <a:avLst/>
                <a:gdLst/>
                <a:ahLst/>
                <a:cxnLst/>
                <a:rect l="l" t="t" r="r" b="b"/>
                <a:pathLst>
                  <a:path w="744855" h="744855" extrusionOk="0">
                    <a:moveTo>
                      <a:pt x="0" y="744855"/>
                    </a:moveTo>
                    <a:lnTo>
                      <a:pt x="98108" y="309563"/>
                    </a:lnTo>
                    <a:lnTo>
                      <a:pt x="411481" y="0"/>
                    </a:lnTo>
                    <a:lnTo>
                      <a:pt x="411481" y="356235"/>
                    </a:lnTo>
                    <a:lnTo>
                      <a:pt x="744856" y="348615"/>
                    </a:lnTo>
                    <a:lnTo>
                      <a:pt x="450533" y="658178"/>
                    </a:lnTo>
                    <a:close/>
                  </a:path>
                </a:pathLst>
              </a:custGeom>
              <a:solidFill>
                <a:srgbClr val="E19B31"/>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85" name="Google Shape;2244;p156">
                <a:extLst>
                  <a:ext uri="{FF2B5EF4-FFF2-40B4-BE49-F238E27FC236}">
                    <a16:creationId xmlns:a16="http://schemas.microsoft.com/office/drawing/2014/main" id="{10BB7392-6329-5589-EBBF-37CFD6D2CDA5}"/>
                  </a:ext>
                </a:extLst>
              </p:cNvPr>
              <p:cNvSpPr/>
              <p:nvPr/>
            </p:nvSpPr>
            <p:spPr>
              <a:xfrm rot="2748587">
                <a:off x="13143496" y="382871"/>
                <a:ext cx="91500" cy="1792847"/>
              </a:xfrm>
              <a:custGeom>
                <a:avLst/>
                <a:gdLst/>
                <a:ahLst/>
                <a:cxnLst/>
                <a:rect l="l" t="t" r="r" b="b"/>
                <a:pathLst>
                  <a:path w="91440" h="1791672" extrusionOk="0">
                    <a:moveTo>
                      <a:pt x="0" y="0"/>
                    </a:moveTo>
                    <a:lnTo>
                      <a:pt x="91441" y="0"/>
                    </a:lnTo>
                    <a:lnTo>
                      <a:pt x="91441" y="1791672"/>
                    </a:lnTo>
                    <a:lnTo>
                      <a:pt x="0" y="1791672"/>
                    </a:lnTo>
                    <a:close/>
                  </a:path>
                </a:pathLst>
              </a:custGeom>
              <a:solidFill>
                <a:srgbClr val="965542"/>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grpSp>
      <p:grpSp>
        <p:nvGrpSpPr>
          <p:cNvPr id="190" name="Google Shape;2220;p156">
            <a:extLst>
              <a:ext uri="{FF2B5EF4-FFF2-40B4-BE49-F238E27FC236}">
                <a16:creationId xmlns:a16="http://schemas.microsoft.com/office/drawing/2014/main" id="{8C31DB2D-385A-10AE-3DA8-4FF5A54C85EB}"/>
              </a:ext>
            </a:extLst>
          </p:cNvPr>
          <p:cNvGrpSpPr/>
          <p:nvPr/>
        </p:nvGrpSpPr>
        <p:grpSpPr>
          <a:xfrm>
            <a:off x="3362060" y="5335957"/>
            <a:ext cx="605206" cy="588271"/>
            <a:chOff x="10937034" y="316330"/>
            <a:chExt cx="1525563" cy="1526181"/>
          </a:xfrm>
        </p:grpSpPr>
        <p:sp>
          <p:nvSpPr>
            <p:cNvPr id="191" name="Google Shape;2221;p156">
              <a:extLst>
                <a:ext uri="{FF2B5EF4-FFF2-40B4-BE49-F238E27FC236}">
                  <a16:creationId xmlns:a16="http://schemas.microsoft.com/office/drawing/2014/main" id="{F128D287-9604-8418-0BE9-2545EE3E5F9A}"/>
                </a:ext>
              </a:extLst>
            </p:cNvPr>
            <p:cNvSpPr/>
            <p:nvPr/>
          </p:nvSpPr>
          <p:spPr>
            <a:xfrm>
              <a:off x="10937034" y="316330"/>
              <a:ext cx="1525563" cy="1526181"/>
            </a:xfrm>
            <a:prstGeom prst="ellipse">
              <a:avLst/>
            </a:prstGeom>
            <a:solidFill>
              <a:srgbClr val="F2EDE6"/>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975">
                <a:solidFill>
                  <a:srgbClr val="FFFFFF"/>
                </a:solidFill>
                <a:latin typeface="Arial"/>
                <a:ea typeface="Arial"/>
                <a:cs typeface="Arial"/>
                <a:sym typeface="Arial"/>
              </a:endParaRPr>
            </a:p>
          </p:txBody>
        </p:sp>
        <p:grpSp>
          <p:nvGrpSpPr>
            <p:cNvPr id="192" name="Google Shape;2222;p156">
              <a:extLst>
                <a:ext uri="{FF2B5EF4-FFF2-40B4-BE49-F238E27FC236}">
                  <a16:creationId xmlns:a16="http://schemas.microsoft.com/office/drawing/2014/main" id="{03504A89-5C65-DDDC-A470-17878624314E}"/>
                </a:ext>
              </a:extLst>
            </p:cNvPr>
            <p:cNvGrpSpPr/>
            <p:nvPr/>
          </p:nvGrpSpPr>
          <p:grpSpPr>
            <a:xfrm>
              <a:off x="11000889" y="362920"/>
              <a:ext cx="1452781" cy="1438499"/>
              <a:chOff x="11000889" y="362920"/>
              <a:chExt cx="3100387" cy="3069907"/>
            </a:xfrm>
          </p:grpSpPr>
          <p:sp>
            <p:nvSpPr>
              <p:cNvPr id="193" name="Google Shape;2223;p156">
                <a:extLst>
                  <a:ext uri="{FF2B5EF4-FFF2-40B4-BE49-F238E27FC236}">
                    <a16:creationId xmlns:a16="http://schemas.microsoft.com/office/drawing/2014/main" id="{AB3B36F8-954A-A22C-E9CC-5069880E7855}"/>
                  </a:ext>
                </a:extLst>
              </p:cNvPr>
              <p:cNvSpPr/>
              <p:nvPr/>
            </p:nvSpPr>
            <p:spPr>
              <a:xfrm>
                <a:off x="12029589" y="1417338"/>
                <a:ext cx="1028700" cy="1028700"/>
              </a:xfrm>
              <a:custGeom>
                <a:avLst/>
                <a:gdLst/>
                <a:ahLst/>
                <a:cxnLst/>
                <a:rect l="l" t="t" r="r" b="b"/>
                <a:pathLst>
                  <a:path w="1028700" h="1028700" extrusionOk="0">
                    <a:moveTo>
                      <a:pt x="1028700" y="514350"/>
                    </a:moveTo>
                    <a:cubicBezTo>
                      <a:pt x="1028700" y="798417"/>
                      <a:pt x="798418" y="1028700"/>
                      <a:pt x="514350" y="1028700"/>
                    </a:cubicBezTo>
                    <a:cubicBezTo>
                      <a:pt x="230283" y="1028700"/>
                      <a:pt x="0" y="798417"/>
                      <a:pt x="0" y="514350"/>
                    </a:cubicBezTo>
                    <a:cubicBezTo>
                      <a:pt x="0" y="230282"/>
                      <a:pt x="230283" y="0"/>
                      <a:pt x="514350" y="0"/>
                    </a:cubicBezTo>
                    <a:cubicBezTo>
                      <a:pt x="798418" y="0"/>
                      <a:pt x="1028700" y="230282"/>
                      <a:pt x="1028700" y="514350"/>
                    </a:cubicBezTo>
                    <a:close/>
                  </a:path>
                </a:pathLst>
              </a:custGeom>
              <a:solidFill>
                <a:srgbClr val="606E30"/>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94" name="Google Shape;2224;p156">
                <a:extLst>
                  <a:ext uri="{FF2B5EF4-FFF2-40B4-BE49-F238E27FC236}">
                    <a16:creationId xmlns:a16="http://schemas.microsoft.com/office/drawing/2014/main" id="{097F66B9-CA82-0506-CF42-F0AE6BEB3ACD}"/>
                  </a:ext>
                </a:extLst>
              </p:cNvPr>
              <p:cNvSpPr/>
              <p:nvPr/>
            </p:nvSpPr>
            <p:spPr>
              <a:xfrm>
                <a:off x="11000889" y="388638"/>
                <a:ext cx="1522094" cy="1522095"/>
              </a:xfrm>
              <a:custGeom>
                <a:avLst/>
                <a:gdLst/>
                <a:ahLst/>
                <a:cxnLst/>
                <a:rect l="l" t="t" r="r" b="b"/>
                <a:pathLst>
                  <a:path w="1522094" h="1522095" extrusionOk="0">
                    <a:moveTo>
                      <a:pt x="1522095" y="360045"/>
                    </a:moveTo>
                    <a:lnTo>
                      <a:pt x="1522095" y="0"/>
                    </a:lnTo>
                    <a:cubicBezTo>
                      <a:pt x="681990" y="0"/>
                      <a:pt x="0" y="681038"/>
                      <a:pt x="0" y="1522095"/>
                    </a:cubicBezTo>
                    <a:lnTo>
                      <a:pt x="360045" y="1522095"/>
                    </a:lnTo>
                    <a:cubicBezTo>
                      <a:pt x="360997" y="880110"/>
                      <a:pt x="881063" y="360045"/>
                      <a:pt x="1522095" y="360045"/>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95" name="Google Shape;2225;p156">
                <a:extLst>
                  <a:ext uri="{FF2B5EF4-FFF2-40B4-BE49-F238E27FC236}">
                    <a16:creationId xmlns:a16="http://schemas.microsoft.com/office/drawing/2014/main" id="{0BC4F398-820E-71C2-B5E7-E068E29AA39B}"/>
                  </a:ext>
                </a:extLst>
              </p:cNvPr>
              <p:cNvSpPr/>
              <p:nvPr/>
            </p:nvSpPr>
            <p:spPr>
              <a:xfrm>
                <a:off x="11001842" y="1910733"/>
                <a:ext cx="1522094" cy="1522094"/>
              </a:xfrm>
              <a:custGeom>
                <a:avLst/>
                <a:gdLst/>
                <a:ahLst/>
                <a:cxnLst/>
                <a:rect l="l" t="t" r="r" b="b"/>
                <a:pathLst>
                  <a:path w="1522094" h="1522094" extrusionOk="0">
                    <a:moveTo>
                      <a:pt x="360045" y="0"/>
                    </a:moveTo>
                    <a:lnTo>
                      <a:pt x="0" y="0"/>
                    </a:lnTo>
                    <a:cubicBezTo>
                      <a:pt x="0" y="840105"/>
                      <a:pt x="681038" y="1522095"/>
                      <a:pt x="1522095" y="1522095"/>
                    </a:cubicBezTo>
                    <a:lnTo>
                      <a:pt x="1522095" y="1162050"/>
                    </a:lnTo>
                    <a:cubicBezTo>
                      <a:pt x="880110" y="1161097"/>
                      <a:pt x="360045" y="641032"/>
                      <a:pt x="360045" y="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96" name="Google Shape;2226;p156">
                <a:extLst>
                  <a:ext uri="{FF2B5EF4-FFF2-40B4-BE49-F238E27FC236}">
                    <a16:creationId xmlns:a16="http://schemas.microsoft.com/office/drawing/2014/main" id="{C40352D5-968E-C15B-51B1-204F7224FABA}"/>
                  </a:ext>
                </a:extLst>
              </p:cNvPr>
              <p:cNvSpPr/>
              <p:nvPr/>
            </p:nvSpPr>
            <p:spPr>
              <a:xfrm>
                <a:off x="12522984" y="1909780"/>
                <a:ext cx="1521142" cy="1522094"/>
              </a:xfrm>
              <a:custGeom>
                <a:avLst/>
                <a:gdLst/>
                <a:ahLst/>
                <a:cxnLst/>
                <a:rect l="l" t="t" r="r" b="b"/>
                <a:pathLst>
                  <a:path w="1521142" h="1522094" extrusionOk="0">
                    <a:moveTo>
                      <a:pt x="0" y="1162050"/>
                    </a:moveTo>
                    <a:lnTo>
                      <a:pt x="0" y="1522095"/>
                    </a:lnTo>
                    <a:cubicBezTo>
                      <a:pt x="840105" y="1522095"/>
                      <a:pt x="1521143" y="841057"/>
                      <a:pt x="1521143" y="0"/>
                    </a:cubicBezTo>
                    <a:lnTo>
                      <a:pt x="1161097" y="0"/>
                    </a:lnTo>
                    <a:cubicBezTo>
                      <a:pt x="1161097" y="641985"/>
                      <a:pt x="641032" y="1162050"/>
                      <a:pt x="0" y="116205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97" name="Google Shape;2227;p156">
                <a:extLst>
                  <a:ext uri="{FF2B5EF4-FFF2-40B4-BE49-F238E27FC236}">
                    <a16:creationId xmlns:a16="http://schemas.microsoft.com/office/drawing/2014/main" id="{2F88D600-34BD-3A46-8C7A-687AE1ACB94F}"/>
                  </a:ext>
                </a:extLst>
              </p:cNvPr>
              <p:cNvSpPr/>
              <p:nvPr/>
            </p:nvSpPr>
            <p:spPr>
              <a:xfrm>
                <a:off x="12522984" y="388638"/>
                <a:ext cx="1521142" cy="1521142"/>
              </a:xfrm>
              <a:custGeom>
                <a:avLst/>
                <a:gdLst/>
                <a:ahLst/>
                <a:cxnLst/>
                <a:rect l="l" t="t" r="r" b="b"/>
                <a:pathLst>
                  <a:path w="1521142" h="1521142" extrusionOk="0">
                    <a:moveTo>
                      <a:pt x="0" y="0"/>
                    </a:moveTo>
                    <a:lnTo>
                      <a:pt x="0" y="360045"/>
                    </a:lnTo>
                    <a:cubicBezTo>
                      <a:pt x="641032" y="360045"/>
                      <a:pt x="1161097" y="880110"/>
                      <a:pt x="1161097" y="1521142"/>
                    </a:cubicBezTo>
                    <a:lnTo>
                      <a:pt x="1521143" y="1521142"/>
                    </a:lnTo>
                    <a:cubicBezTo>
                      <a:pt x="1521143" y="681038"/>
                      <a:pt x="840105" y="0"/>
                      <a:pt x="0" y="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98" name="Google Shape;2228;p156">
                <a:extLst>
                  <a:ext uri="{FF2B5EF4-FFF2-40B4-BE49-F238E27FC236}">
                    <a16:creationId xmlns:a16="http://schemas.microsoft.com/office/drawing/2014/main" id="{D8D9D06E-BD23-1C79-50B9-ADC94FB452E7}"/>
                  </a:ext>
                </a:extLst>
              </p:cNvPr>
              <p:cNvSpPr/>
              <p:nvPr/>
            </p:nvSpPr>
            <p:spPr>
              <a:xfrm>
                <a:off x="11361886" y="1910733"/>
                <a:ext cx="1161097" cy="1161097"/>
              </a:xfrm>
              <a:custGeom>
                <a:avLst/>
                <a:gdLst/>
                <a:ahLst/>
                <a:cxnLst/>
                <a:rect l="l" t="t" r="r" b="b"/>
                <a:pathLst>
                  <a:path w="1161097" h="1161097" extrusionOk="0">
                    <a:moveTo>
                      <a:pt x="360045" y="0"/>
                    </a:moveTo>
                    <a:lnTo>
                      <a:pt x="0" y="0"/>
                    </a:lnTo>
                    <a:cubicBezTo>
                      <a:pt x="0" y="641032"/>
                      <a:pt x="520065" y="1161097"/>
                      <a:pt x="1161098" y="1161097"/>
                    </a:cubicBezTo>
                    <a:lnTo>
                      <a:pt x="1161098" y="801052"/>
                    </a:lnTo>
                    <a:cubicBezTo>
                      <a:pt x="719138" y="800100"/>
                      <a:pt x="360045" y="441960"/>
                      <a:pt x="360045" y="0"/>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199" name="Google Shape;2229;p156">
                <a:extLst>
                  <a:ext uri="{FF2B5EF4-FFF2-40B4-BE49-F238E27FC236}">
                    <a16:creationId xmlns:a16="http://schemas.microsoft.com/office/drawing/2014/main" id="{122F3876-5B28-3372-DD2B-0602BCD5892B}"/>
                  </a:ext>
                </a:extLst>
              </p:cNvPr>
              <p:cNvSpPr/>
              <p:nvPr/>
            </p:nvSpPr>
            <p:spPr>
              <a:xfrm>
                <a:off x="12522984" y="1909780"/>
                <a:ext cx="1161097" cy="1161097"/>
              </a:xfrm>
              <a:custGeom>
                <a:avLst/>
                <a:gdLst/>
                <a:ahLst/>
                <a:cxnLst/>
                <a:rect l="l" t="t" r="r" b="b"/>
                <a:pathLst>
                  <a:path w="1161097" h="1161097" extrusionOk="0">
                    <a:moveTo>
                      <a:pt x="0" y="801053"/>
                    </a:moveTo>
                    <a:lnTo>
                      <a:pt x="0" y="1161098"/>
                    </a:lnTo>
                    <a:cubicBezTo>
                      <a:pt x="641032" y="1161098"/>
                      <a:pt x="1161097" y="641032"/>
                      <a:pt x="1161097" y="0"/>
                    </a:cubicBezTo>
                    <a:lnTo>
                      <a:pt x="801053" y="0"/>
                    </a:lnTo>
                    <a:cubicBezTo>
                      <a:pt x="801053" y="442913"/>
                      <a:pt x="441960" y="801053"/>
                      <a:pt x="0" y="801053"/>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200" name="Google Shape;2230;p156">
                <a:extLst>
                  <a:ext uri="{FF2B5EF4-FFF2-40B4-BE49-F238E27FC236}">
                    <a16:creationId xmlns:a16="http://schemas.microsoft.com/office/drawing/2014/main" id="{4DA2A862-8BB2-7D25-8941-8B8E6ACB01C6}"/>
                  </a:ext>
                </a:extLst>
              </p:cNvPr>
              <p:cNvSpPr/>
              <p:nvPr/>
            </p:nvSpPr>
            <p:spPr>
              <a:xfrm>
                <a:off x="11361886" y="749634"/>
                <a:ext cx="1161097" cy="1161099"/>
              </a:xfrm>
              <a:custGeom>
                <a:avLst/>
                <a:gdLst/>
                <a:ahLst/>
                <a:cxnLst/>
                <a:rect l="l" t="t" r="r" b="b"/>
                <a:pathLst>
                  <a:path w="1161097" h="1161099" extrusionOk="0">
                    <a:moveTo>
                      <a:pt x="0" y="1161099"/>
                    </a:moveTo>
                    <a:lnTo>
                      <a:pt x="360045" y="1161099"/>
                    </a:lnTo>
                    <a:cubicBezTo>
                      <a:pt x="360045" y="719139"/>
                      <a:pt x="718185" y="360046"/>
                      <a:pt x="1161098" y="360046"/>
                    </a:cubicBezTo>
                    <a:lnTo>
                      <a:pt x="1161098" y="1"/>
                    </a:lnTo>
                    <a:cubicBezTo>
                      <a:pt x="520065" y="-951"/>
                      <a:pt x="0" y="519114"/>
                      <a:pt x="0" y="1161099"/>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201" name="Google Shape;2231;p156">
                <a:extLst>
                  <a:ext uri="{FF2B5EF4-FFF2-40B4-BE49-F238E27FC236}">
                    <a16:creationId xmlns:a16="http://schemas.microsoft.com/office/drawing/2014/main" id="{21A25C36-4127-1C31-E04A-ADDCB7F16530}"/>
                  </a:ext>
                </a:extLst>
              </p:cNvPr>
              <p:cNvSpPr/>
              <p:nvPr/>
            </p:nvSpPr>
            <p:spPr>
              <a:xfrm>
                <a:off x="12522984" y="749635"/>
                <a:ext cx="1161097" cy="1161097"/>
              </a:xfrm>
              <a:custGeom>
                <a:avLst/>
                <a:gdLst/>
                <a:ahLst/>
                <a:cxnLst/>
                <a:rect l="l" t="t" r="r" b="b"/>
                <a:pathLst>
                  <a:path w="1161097" h="1161097" extrusionOk="0">
                    <a:moveTo>
                      <a:pt x="801053" y="1161098"/>
                    </a:moveTo>
                    <a:lnTo>
                      <a:pt x="1161097" y="1161098"/>
                    </a:lnTo>
                    <a:cubicBezTo>
                      <a:pt x="1161097" y="520065"/>
                      <a:pt x="641032" y="0"/>
                      <a:pt x="0" y="0"/>
                    </a:cubicBezTo>
                    <a:lnTo>
                      <a:pt x="0" y="360045"/>
                    </a:lnTo>
                    <a:cubicBezTo>
                      <a:pt x="441960" y="360045"/>
                      <a:pt x="801053" y="718185"/>
                      <a:pt x="801053" y="1161098"/>
                    </a:cubicBezTo>
                    <a:close/>
                  </a:path>
                </a:pathLst>
              </a:custGeom>
              <a:solidFill>
                <a:srgbClr val="7D923A"/>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202" name="Google Shape;2232;p156">
                <a:extLst>
                  <a:ext uri="{FF2B5EF4-FFF2-40B4-BE49-F238E27FC236}">
                    <a16:creationId xmlns:a16="http://schemas.microsoft.com/office/drawing/2014/main" id="{4E2EBA4D-8018-EA96-20C3-7B786BEC4C3A}"/>
                  </a:ext>
                </a:extLst>
              </p:cNvPr>
              <p:cNvSpPr/>
              <p:nvPr/>
            </p:nvSpPr>
            <p:spPr>
              <a:xfrm>
                <a:off x="12522984" y="1909780"/>
                <a:ext cx="801052" cy="801052"/>
              </a:xfrm>
              <a:custGeom>
                <a:avLst/>
                <a:gdLst/>
                <a:ahLst/>
                <a:cxnLst/>
                <a:rect l="l" t="t" r="r" b="b"/>
                <a:pathLst>
                  <a:path w="801052" h="801052" extrusionOk="0">
                    <a:moveTo>
                      <a:pt x="0" y="481013"/>
                    </a:moveTo>
                    <a:lnTo>
                      <a:pt x="0" y="801053"/>
                    </a:lnTo>
                    <a:cubicBezTo>
                      <a:pt x="441960" y="801053"/>
                      <a:pt x="801053" y="442913"/>
                      <a:pt x="801053" y="0"/>
                    </a:cubicBezTo>
                    <a:lnTo>
                      <a:pt x="481013" y="0"/>
                    </a:lnTo>
                    <a:cubicBezTo>
                      <a:pt x="480060" y="265748"/>
                      <a:pt x="265747" y="481013"/>
                      <a:pt x="0" y="481013"/>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203" name="Google Shape;2233;p156">
                <a:extLst>
                  <a:ext uri="{FF2B5EF4-FFF2-40B4-BE49-F238E27FC236}">
                    <a16:creationId xmlns:a16="http://schemas.microsoft.com/office/drawing/2014/main" id="{40EE4833-60F3-5956-C07B-0FCBD801C9A6}"/>
                  </a:ext>
                </a:extLst>
              </p:cNvPr>
              <p:cNvSpPr/>
              <p:nvPr/>
            </p:nvSpPr>
            <p:spPr>
              <a:xfrm>
                <a:off x="12522031" y="1109680"/>
                <a:ext cx="801052" cy="801052"/>
              </a:xfrm>
              <a:custGeom>
                <a:avLst/>
                <a:gdLst/>
                <a:ahLst/>
                <a:cxnLst/>
                <a:rect l="l" t="t" r="r" b="b"/>
                <a:pathLst>
                  <a:path w="801052" h="801052" extrusionOk="0">
                    <a:moveTo>
                      <a:pt x="481013" y="801053"/>
                    </a:moveTo>
                    <a:lnTo>
                      <a:pt x="801052" y="801053"/>
                    </a:lnTo>
                    <a:cubicBezTo>
                      <a:pt x="801052" y="359093"/>
                      <a:pt x="442913" y="0"/>
                      <a:pt x="0" y="0"/>
                    </a:cubicBezTo>
                    <a:lnTo>
                      <a:pt x="0" y="320040"/>
                    </a:lnTo>
                    <a:cubicBezTo>
                      <a:pt x="266700" y="320040"/>
                      <a:pt x="481013" y="535305"/>
                      <a:pt x="481013" y="801053"/>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204" name="Google Shape;2234;p156">
                <a:extLst>
                  <a:ext uri="{FF2B5EF4-FFF2-40B4-BE49-F238E27FC236}">
                    <a16:creationId xmlns:a16="http://schemas.microsoft.com/office/drawing/2014/main" id="{046738EF-6477-9B04-D9A2-145886307928}"/>
                  </a:ext>
                </a:extLst>
              </p:cNvPr>
              <p:cNvSpPr/>
              <p:nvPr/>
            </p:nvSpPr>
            <p:spPr>
              <a:xfrm>
                <a:off x="11722882" y="1910733"/>
                <a:ext cx="800101" cy="800100"/>
              </a:xfrm>
              <a:custGeom>
                <a:avLst/>
                <a:gdLst/>
                <a:ahLst/>
                <a:cxnLst/>
                <a:rect l="l" t="t" r="r" b="b"/>
                <a:pathLst>
                  <a:path w="800101" h="800100" extrusionOk="0">
                    <a:moveTo>
                      <a:pt x="800102" y="800100"/>
                    </a:moveTo>
                    <a:lnTo>
                      <a:pt x="800102" y="480060"/>
                    </a:lnTo>
                    <a:cubicBezTo>
                      <a:pt x="534354" y="480060"/>
                      <a:pt x="320042" y="264795"/>
                      <a:pt x="320042" y="0"/>
                    </a:cubicBezTo>
                    <a:lnTo>
                      <a:pt x="2" y="0"/>
                    </a:lnTo>
                    <a:cubicBezTo>
                      <a:pt x="-951" y="441960"/>
                      <a:pt x="358142" y="800100"/>
                      <a:pt x="800102" y="800100"/>
                    </a:cubicBezTo>
                    <a:close/>
                  </a:path>
                </a:pathLst>
              </a:custGeom>
              <a:solidFill>
                <a:srgbClr val="F1EBE3"/>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205" name="Google Shape;2235;p156">
                <a:extLst>
                  <a:ext uri="{FF2B5EF4-FFF2-40B4-BE49-F238E27FC236}">
                    <a16:creationId xmlns:a16="http://schemas.microsoft.com/office/drawing/2014/main" id="{03E063F8-60EE-8DBD-F07F-5B4C1187FFA5}"/>
                  </a:ext>
                </a:extLst>
              </p:cNvPr>
              <p:cNvSpPr/>
              <p:nvPr/>
            </p:nvSpPr>
            <p:spPr>
              <a:xfrm>
                <a:off x="11721931" y="1109680"/>
                <a:ext cx="801052" cy="801052"/>
              </a:xfrm>
              <a:custGeom>
                <a:avLst/>
                <a:gdLst/>
                <a:ahLst/>
                <a:cxnLst/>
                <a:rect l="l" t="t" r="r" b="b"/>
                <a:pathLst>
                  <a:path w="801052" h="801052" extrusionOk="0">
                    <a:moveTo>
                      <a:pt x="801053" y="320040"/>
                    </a:moveTo>
                    <a:lnTo>
                      <a:pt x="801053" y="0"/>
                    </a:lnTo>
                    <a:cubicBezTo>
                      <a:pt x="359093" y="0"/>
                      <a:pt x="0" y="358140"/>
                      <a:pt x="0" y="801053"/>
                    </a:cubicBezTo>
                    <a:lnTo>
                      <a:pt x="320040" y="801053"/>
                    </a:lnTo>
                    <a:cubicBezTo>
                      <a:pt x="320993" y="535305"/>
                      <a:pt x="535305" y="320040"/>
                      <a:pt x="801053" y="32004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nvGrpSpPr>
              <p:cNvPr id="206" name="Google Shape;2236;p156">
                <a:extLst>
                  <a:ext uri="{FF2B5EF4-FFF2-40B4-BE49-F238E27FC236}">
                    <a16:creationId xmlns:a16="http://schemas.microsoft.com/office/drawing/2014/main" id="{FDCB69E5-2C04-BD9E-58DB-7C03EC65A51F}"/>
                  </a:ext>
                </a:extLst>
              </p:cNvPr>
              <p:cNvGrpSpPr/>
              <p:nvPr/>
            </p:nvGrpSpPr>
            <p:grpSpPr>
              <a:xfrm>
                <a:off x="12329627" y="1717375"/>
                <a:ext cx="385762" cy="385762"/>
                <a:chOff x="12329627" y="1717375"/>
                <a:chExt cx="385762" cy="385762"/>
              </a:xfrm>
            </p:grpSpPr>
            <p:sp>
              <p:nvSpPr>
                <p:cNvPr id="211" name="Google Shape;2237;p156">
                  <a:extLst>
                    <a:ext uri="{FF2B5EF4-FFF2-40B4-BE49-F238E27FC236}">
                      <a16:creationId xmlns:a16="http://schemas.microsoft.com/office/drawing/2014/main" id="{F72D13AF-0132-2C55-3652-C033E9006878}"/>
                    </a:ext>
                  </a:extLst>
                </p:cNvPr>
                <p:cNvSpPr/>
                <p:nvPr/>
              </p:nvSpPr>
              <p:spPr>
                <a:xfrm>
                  <a:off x="12330579" y="1717375"/>
                  <a:ext cx="192405" cy="192405"/>
                </a:xfrm>
                <a:custGeom>
                  <a:avLst/>
                  <a:gdLst/>
                  <a:ahLst/>
                  <a:cxnLst/>
                  <a:rect l="l" t="t" r="r" b="b"/>
                  <a:pathLst>
                    <a:path w="192405" h="192405" extrusionOk="0">
                      <a:moveTo>
                        <a:pt x="192405" y="0"/>
                      </a:moveTo>
                      <a:cubicBezTo>
                        <a:pt x="85725" y="0"/>
                        <a:pt x="0" y="86678"/>
                        <a:pt x="0" y="192405"/>
                      </a:cubicBezTo>
                      <a:lnTo>
                        <a:pt x="192405" y="192405"/>
                      </a:lnTo>
                      <a:lnTo>
                        <a:pt x="192405" y="0"/>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212" name="Google Shape;2238;p156">
                  <a:extLst>
                    <a:ext uri="{FF2B5EF4-FFF2-40B4-BE49-F238E27FC236}">
                      <a16:creationId xmlns:a16="http://schemas.microsoft.com/office/drawing/2014/main" id="{9E12AEB5-AEAF-CBEC-5501-CB5FAA0647CA}"/>
                    </a:ext>
                  </a:extLst>
                </p:cNvPr>
                <p:cNvSpPr/>
                <p:nvPr/>
              </p:nvSpPr>
              <p:spPr>
                <a:xfrm>
                  <a:off x="12522984" y="1718328"/>
                  <a:ext cx="192405" cy="192405"/>
                </a:xfrm>
                <a:custGeom>
                  <a:avLst/>
                  <a:gdLst/>
                  <a:ahLst/>
                  <a:cxnLst/>
                  <a:rect l="l" t="t" r="r" b="b"/>
                  <a:pathLst>
                    <a:path w="192405" h="192405" extrusionOk="0">
                      <a:moveTo>
                        <a:pt x="192405" y="192405"/>
                      </a:moveTo>
                      <a:cubicBezTo>
                        <a:pt x="192405" y="85725"/>
                        <a:pt x="105727" y="0"/>
                        <a:pt x="0" y="0"/>
                      </a:cubicBezTo>
                      <a:lnTo>
                        <a:pt x="0" y="192405"/>
                      </a:lnTo>
                      <a:lnTo>
                        <a:pt x="192405" y="192405"/>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213" name="Google Shape;2239;p156">
                  <a:extLst>
                    <a:ext uri="{FF2B5EF4-FFF2-40B4-BE49-F238E27FC236}">
                      <a16:creationId xmlns:a16="http://schemas.microsoft.com/office/drawing/2014/main" id="{BDA19B33-81A6-5B70-38B7-0D33A4028A70}"/>
                    </a:ext>
                  </a:extLst>
                </p:cNvPr>
                <p:cNvSpPr/>
                <p:nvPr/>
              </p:nvSpPr>
              <p:spPr>
                <a:xfrm>
                  <a:off x="12329627" y="1910733"/>
                  <a:ext cx="192404" cy="192404"/>
                </a:xfrm>
                <a:custGeom>
                  <a:avLst/>
                  <a:gdLst/>
                  <a:ahLst/>
                  <a:cxnLst/>
                  <a:rect l="l" t="t" r="r" b="b"/>
                  <a:pathLst>
                    <a:path w="192404" h="192404" extrusionOk="0">
                      <a:moveTo>
                        <a:pt x="0" y="0"/>
                      </a:moveTo>
                      <a:cubicBezTo>
                        <a:pt x="0" y="106680"/>
                        <a:pt x="86677" y="192405"/>
                        <a:pt x="192405" y="192405"/>
                      </a:cubicBezTo>
                      <a:lnTo>
                        <a:pt x="192405" y="0"/>
                      </a:lnTo>
                      <a:lnTo>
                        <a:pt x="0" y="0"/>
                      </a:ln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214" name="Google Shape;2240;p156">
                  <a:extLst>
                    <a:ext uri="{FF2B5EF4-FFF2-40B4-BE49-F238E27FC236}">
                      <a16:creationId xmlns:a16="http://schemas.microsoft.com/office/drawing/2014/main" id="{7BC2ACE1-E8C0-A60F-FA4A-1DB8388E5F42}"/>
                    </a:ext>
                  </a:extLst>
                </p:cNvPr>
                <p:cNvSpPr/>
                <p:nvPr/>
              </p:nvSpPr>
              <p:spPr>
                <a:xfrm>
                  <a:off x="12522984" y="1910733"/>
                  <a:ext cx="192405" cy="192404"/>
                </a:xfrm>
                <a:custGeom>
                  <a:avLst/>
                  <a:gdLst/>
                  <a:ahLst/>
                  <a:cxnLst/>
                  <a:rect l="l" t="t" r="r" b="b"/>
                  <a:pathLst>
                    <a:path w="192405" h="192404" extrusionOk="0">
                      <a:moveTo>
                        <a:pt x="192405" y="0"/>
                      </a:moveTo>
                      <a:lnTo>
                        <a:pt x="0" y="0"/>
                      </a:lnTo>
                      <a:lnTo>
                        <a:pt x="0" y="192405"/>
                      </a:lnTo>
                      <a:cubicBezTo>
                        <a:pt x="106680" y="192405"/>
                        <a:pt x="192405" y="105727"/>
                        <a:pt x="192405" y="0"/>
                      </a:cubicBezTo>
                      <a:close/>
                    </a:path>
                  </a:pathLst>
                </a:custGeom>
                <a:solidFill>
                  <a:srgbClr val="D0DEDF"/>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sp>
            <p:nvSpPr>
              <p:cNvPr id="207" name="Google Shape;2241;p156">
                <a:extLst>
                  <a:ext uri="{FF2B5EF4-FFF2-40B4-BE49-F238E27FC236}">
                    <a16:creationId xmlns:a16="http://schemas.microsoft.com/office/drawing/2014/main" id="{E1331EB8-186D-3A95-9F37-B375FD38A287}"/>
                  </a:ext>
                </a:extLst>
              </p:cNvPr>
              <p:cNvSpPr/>
              <p:nvPr/>
            </p:nvSpPr>
            <p:spPr>
              <a:xfrm>
                <a:off x="12330579" y="1717375"/>
                <a:ext cx="386714" cy="386714"/>
              </a:xfrm>
              <a:custGeom>
                <a:avLst/>
                <a:gdLst/>
                <a:ahLst/>
                <a:cxnLst/>
                <a:rect l="l" t="t" r="r" b="b"/>
                <a:pathLst>
                  <a:path w="386714" h="386714" extrusionOk="0">
                    <a:moveTo>
                      <a:pt x="386715" y="193358"/>
                    </a:moveTo>
                    <a:cubicBezTo>
                      <a:pt x="386715" y="300146"/>
                      <a:pt x="300146" y="386715"/>
                      <a:pt x="193357" y="386715"/>
                    </a:cubicBezTo>
                    <a:cubicBezTo>
                      <a:pt x="86569" y="386715"/>
                      <a:pt x="0" y="300146"/>
                      <a:pt x="0" y="193358"/>
                    </a:cubicBezTo>
                    <a:cubicBezTo>
                      <a:pt x="0" y="86569"/>
                      <a:pt x="86569" y="0"/>
                      <a:pt x="193357" y="0"/>
                    </a:cubicBezTo>
                    <a:cubicBezTo>
                      <a:pt x="300146" y="0"/>
                      <a:pt x="386715" y="86569"/>
                      <a:pt x="386715" y="193358"/>
                    </a:cubicBezTo>
                    <a:close/>
                  </a:path>
                </a:pathLst>
              </a:custGeom>
              <a:solidFill>
                <a:srgbClr val="62372B"/>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208" name="Google Shape;2242;p156">
                <a:extLst>
                  <a:ext uri="{FF2B5EF4-FFF2-40B4-BE49-F238E27FC236}">
                    <a16:creationId xmlns:a16="http://schemas.microsoft.com/office/drawing/2014/main" id="{31915B58-A814-0DC3-1385-F0DFA566AAE7}"/>
                  </a:ext>
                </a:extLst>
              </p:cNvPr>
              <p:cNvSpPr/>
              <p:nvPr/>
            </p:nvSpPr>
            <p:spPr>
              <a:xfrm>
                <a:off x="12422972" y="1809768"/>
                <a:ext cx="201930" cy="201930"/>
              </a:xfrm>
              <a:custGeom>
                <a:avLst/>
                <a:gdLst/>
                <a:ahLst/>
                <a:cxnLst/>
                <a:rect l="l" t="t" r="r" b="b"/>
                <a:pathLst>
                  <a:path w="201930" h="201930" extrusionOk="0">
                    <a:moveTo>
                      <a:pt x="201930" y="100965"/>
                    </a:moveTo>
                    <a:cubicBezTo>
                      <a:pt x="201930" y="156727"/>
                      <a:pt x="156727" y="201930"/>
                      <a:pt x="100965" y="201930"/>
                    </a:cubicBezTo>
                    <a:cubicBezTo>
                      <a:pt x="45204" y="201930"/>
                      <a:pt x="1" y="156726"/>
                      <a:pt x="1" y="100965"/>
                    </a:cubicBezTo>
                    <a:cubicBezTo>
                      <a:pt x="1" y="45204"/>
                      <a:pt x="45204" y="0"/>
                      <a:pt x="100965" y="0"/>
                    </a:cubicBezTo>
                    <a:cubicBezTo>
                      <a:pt x="156727" y="0"/>
                      <a:pt x="201930" y="45204"/>
                      <a:pt x="201930" y="100965"/>
                    </a:cubicBezTo>
                    <a:close/>
                  </a:path>
                </a:pathLst>
              </a:custGeom>
              <a:solidFill>
                <a:srgbClr val="965542"/>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209" name="Google Shape;2243;p156">
                <a:extLst>
                  <a:ext uri="{FF2B5EF4-FFF2-40B4-BE49-F238E27FC236}">
                    <a16:creationId xmlns:a16="http://schemas.microsoft.com/office/drawing/2014/main" id="{A72E91BF-A8AE-7165-EC2B-FBBC36882412}"/>
                  </a:ext>
                </a:extLst>
              </p:cNvPr>
              <p:cNvSpPr/>
              <p:nvPr/>
            </p:nvSpPr>
            <p:spPr>
              <a:xfrm>
                <a:off x="13356421" y="362920"/>
                <a:ext cx="744855" cy="744855"/>
              </a:xfrm>
              <a:custGeom>
                <a:avLst/>
                <a:gdLst/>
                <a:ahLst/>
                <a:cxnLst/>
                <a:rect l="l" t="t" r="r" b="b"/>
                <a:pathLst>
                  <a:path w="744855" h="744855" extrusionOk="0">
                    <a:moveTo>
                      <a:pt x="0" y="744855"/>
                    </a:moveTo>
                    <a:lnTo>
                      <a:pt x="98108" y="309563"/>
                    </a:lnTo>
                    <a:lnTo>
                      <a:pt x="411481" y="0"/>
                    </a:lnTo>
                    <a:lnTo>
                      <a:pt x="411481" y="356235"/>
                    </a:lnTo>
                    <a:lnTo>
                      <a:pt x="744856" y="348615"/>
                    </a:lnTo>
                    <a:lnTo>
                      <a:pt x="450533" y="658178"/>
                    </a:lnTo>
                    <a:close/>
                  </a:path>
                </a:pathLst>
              </a:custGeom>
              <a:solidFill>
                <a:srgbClr val="E19B31"/>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sp>
            <p:nvSpPr>
              <p:cNvPr id="210" name="Google Shape;2244;p156">
                <a:extLst>
                  <a:ext uri="{FF2B5EF4-FFF2-40B4-BE49-F238E27FC236}">
                    <a16:creationId xmlns:a16="http://schemas.microsoft.com/office/drawing/2014/main" id="{497CF182-8DEA-0C43-CF0A-4E56EA8F3C4D}"/>
                  </a:ext>
                </a:extLst>
              </p:cNvPr>
              <p:cNvSpPr/>
              <p:nvPr/>
            </p:nvSpPr>
            <p:spPr>
              <a:xfrm rot="2748587">
                <a:off x="13143496" y="382871"/>
                <a:ext cx="91500" cy="1792847"/>
              </a:xfrm>
              <a:custGeom>
                <a:avLst/>
                <a:gdLst/>
                <a:ahLst/>
                <a:cxnLst/>
                <a:rect l="l" t="t" r="r" b="b"/>
                <a:pathLst>
                  <a:path w="91440" h="1791672" extrusionOk="0">
                    <a:moveTo>
                      <a:pt x="0" y="0"/>
                    </a:moveTo>
                    <a:lnTo>
                      <a:pt x="91441" y="0"/>
                    </a:lnTo>
                    <a:lnTo>
                      <a:pt x="91441" y="1791672"/>
                    </a:lnTo>
                    <a:lnTo>
                      <a:pt x="0" y="1791672"/>
                    </a:lnTo>
                    <a:close/>
                  </a:path>
                </a:pathLst>
              </a:custGeom>
              <a:solidFill>
                <a:srgbClr val="965542"/>
              </a:solidFill>
              <a:ln>
                <a:noFill/>
              </a:ln>
            </p:spPr>
            <p:txBody>
              <a:bodyPr spcFirstLastPara="1" wrap="square" lIns="25700" tIns="12825" rIns="25700" bIns="128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975">
                  <a:solidFill>
                    <a:schemeClr val="dk1"/>
                  </a:solidFill>
                  <a:latin typeface="Arial"/>
                  <a:ea typeface="Arial"/>
                  <a:cs typeface="Arial"/>
                  <a:sym typeface="Arial"/>
                </a:endParaRPr>
              </a:p>
            </p:txBody>
          </p:sp>
        </p:grpSp>
      </p:grpSp>
      <p:sp>
        <p:nvSpPr>
          <p:cNvPr id="215" name="Rounded Rectangle 52">
            <a:extLst>
              <a:ext uri="{FF2B5EF4-FFF2-40B4-BE49-F238E27FC236}">
                <a16:creationId xmlns:a16="http://schemas.microsoft.com/office/drawing/2014/main" id="{620C962F-4053-0AF7-9811-CF252E1A040B}"/>
              </a:ext>
            </a:extLst>
          </p:cNvPr>
          <p:cNvSpPr/>
          <p:nvPr/>
        </p:nvSpPr>
        <p:spPr>
          <a:xfrm>
            <a:off x="2375099" y="8457157"/>
            <a:ext cx="10017475" cy="546500"/>
          </a:xfrm>
          <a:prstGeom prst="round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37160" tIns="68580" rIns="137160" bIns="6858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E" sz="2800" b="1">
                <a:solidFill>
                  <a:schemeClr val="bg1"/>
                </a:solidFill>
              </a:rPr>
              <a:t>Drivers of Success</a:t>
            </a:r>
            <a:endParaRPr lang="en-US" sz="2800">
              <a:solidFill>
                <a:schemeClr val="bg1"/>
              </a:solidFill>
            </a:endParaRPr>
          </a:p>
        </p:txBody>
      </p:sp>
      <p:sp>
        <p:nvSpPr>
          <p:cNvPr id="216" name="Rounded Rectangle 52">
            <a:extLst>
              <a:ext uri="{FF2B5EF4-FFF2-40B4-BE49-F238E27FC236}">
                <a16:creationId xmlns:a16="http://schemas.microsoft.com/office/drawing/2014/main" id="{7C9A627E-718F-86BD-2B36-1A2E2A0591EA}"/>
              </a:ext>
            </a:extLst>
          </p:cNvPr>
          <p:cNvSpPr/>
          <p:nvPr/>
        </p:nvSpPr>
        <p:spPr>
          <a:xfrm>
            <a:off x="13941201" y="8456955"/>
            <a:ext cx="10017475" cy="546500"/>
          </a:xfrm>
          <a:prstGeom prst="round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37160" tIns="68580" rIns="137160" bIns="6858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E" sz="2800" b="1">
                <a:solidFill>
                  <a:schemeClr val="bg1"/>
                </a:solidFill>
              </a:rPr>
              <a:t>Areas of Opportunity</a:t>
            </a:r>
          </a:p>
        </p:txBody>
      </p:sp>
      <p:grpSp>
        <p:nvGrpSpPr>
          <p:cNvPr id="2" name="Google Shape;2459;p158">
            <a:extLst>
              <a:ext uri="{FF2B5EF4-FFF2-40B4-BE49-F238E27FC236}">
                <a16:creationId xmlns:a16="http://schemas.microsoft.com/office/drawing/2014/main" id="{39C47ADF-DF8F-D2D4-E122-38907827C074}"/>
              </a:ext>
            </a:extLst>
          </p:cNvPr>
          <p:cNvGrpSpPr/>
          <p:nvPr/>
        </p:nvGrpSpPr>
        <p:grpSpPr>
          <a:xfrm>
            <a:off x="6130945" y="5335957"/>
            <a:ext cx="473850" cy="529093"/>
            <a:chOff x="351317" y="7962807"/>
            <a:chExt cx="1525563" cy="1526181"/>
          </a:xfrm>
        </p:grpSpPr>
        <p:sp>
          <p:nvSpPr>
            <p:cNvPr id="4" name="Google Shape;2460;p158">
              <a:extLst>
                <a:ext uri="{FF2B5EF4-FFF2-40B4-BE49-F238E27FC236}">
                  <a16:creationId xmlns:a16="http://schemas.microsoft.com/office/drawing/2014/main" id="{709800B1-0F79-4E51-D830-3E70C6833D46}"/>
                </a:ext>
              </a:extLst>
            </p:cNvPr>
            <p:cNvSpPr/>
            <p:nvPr/>
          </p:nvSpPr>
          <p:spPr>
            <a:xfrm>
              <a:off x="351317" y="7962807"/>
              <a:ext cx="1525563" cy="1526181"/>
            </a:xfrm>
            <a:prstGeom prst="ellipse">
              <a:avLst/>
            </a:prstGeom>
            <a:solidFill>
              <a:srgbClr val="F2EDE6"/>
            </a:solidFill>
            <a:ln>
              <a:noFill/>
            </a:ln>
          </p:spPr>
          <p:txBody>
            <a:bodyPr spcFirstLastPara="1" wrap="square" lIns="68525" tIns="34225" rIns="68525" bIns="342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2600">
                <a:solidFill>
                  <a:srgbClr val="FFFFFF"/>
                </a:solidFill>
                <a:latin typeface="Arial"/>
                <a:ea typeface="Arial"/>
                <a:cs typeface="Arial"/>
                <a:sym typeface="Arial"/>
              </a:endParaRPr>
            </a:p>
          </p:txBody>
        </p:sp>
        <p:pic>
          <p:nvPicPr>
            <p:cNvPr id="7" name="Google Shape;2461;p158">
              <a:extLst>
                <a:ext uri="{FF2B5EF4-FFF2-40B4-BE49-F238E27FC236}">
                  <a16:creationId xmlns:a16="http://schemas.microsoft.com/office/drawing/2014/main" id="{9E86CF5B-DAEF-4D7C-1AD0-01BB8CD172A8}"/>
                </a:ext>
              </a:extLst>
            </p:cNvPr>
            <p:cNvPicPr preferRelativeResize="0"/>
            <p:nvPr/>
          </p:nvPicPr>
          <p:blipFill rotWithShape="1">
            <a:blip r:embed="rId4">
              <a:alphaModFix/>
            </a:blip>
            <a:srcRect/>
            <a:stretch/>
          </p:blipFill>
          <p:spPr>
            <a:xfrm>
              <a:off x="670841" y="8195309"/>
              <a:ext cx="942881" cy="1060740"/>
            </a:xfrm>
            <a:prstGeom prst="rect">
              <a:avLst/>
            </a:prstGeom>
            <a:noFill/>
            <a:ln>
              <a:noFill/>
            </a:ln>
          </p:spPr>
        </p:pic>
      </p:grpSp>
      <p:sp>
        <p:nvSpPr>
          <p:cNvPr id="9" name="Rectangle 8">
            <a:extLst>
              <a:ext uri="{FF2B5EF4-FFF2-40B4-BE49-F238E27FC236}">
                <a16:creationId xmlns:a16="http://schemas.microsoft.com/office/drawing/2014/main" id="{4B08C5D8-6299-14C9-339C-B4D81D67F69A}"/>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623548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53">
          <a:extLst>
            <a:ext uri="{FF2B5EF4-FFF2-40B4-BE49-F238E27FC236}">
              <a16:creationId xmlns:a16="http://schemas.microsoft.com/office/drawing/2014/main" id="{DF4D5B3D-4474-D426-4DF8-4BA892D1BDA1}"/>
            </a:ext>
          </a:extLst>
        </p:cNvPr>
        <p:cNvGrpSpPr/>
        <p:nvPr/>
      </p:nvGrpSpPr>
      <p:grpSpPr>
        <a:xfrm>
          <a:off x="0" y="0"/>
          <a:ext cx="0" cy="0"/>
          <a:chOff x="0" y="0"/>
          <a:chExt cx="0" cy="0"/>
        </a:xfrm>
      </p:grpSpPr>
      <p:sp>
        <p:nvSpPr>
          <p:cNvPr id="7" name="Terminator 3">
            <a:extLst>
              <a:ext uri="{FF2B5EF4-FFF2-40B4-BE49-F238E27FC236}">
                <a16:creationId xmlns:a16="http://schemas.microsoft.com/office/drawing/2014/main" id="{BADDAE2F-5506-C0F3-E5CE-4E2059080FE3}"/>
              </a:ext>
            </a:extLst>
          </p:cNvPr>
          <p:cNvSpPr/>
          <p:nvPr/>
        </p:nvSpPr>
        <p:spPr>
          <a:xfrm>
            <a:off x="1675656" y="294974"/>
            <a:ext cx="22720223" cy="2574392"/>
          </a:xfrm>
          <a:prstGeom prst="flowChartTermina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b="1">
              <a:solidFill>
                <a:schemeClr val="accent1"/>
              </a:solidFill>
            </a:endParaRPr>
          </a:p>
        </p:txBody>
      </p:sp>
      <p:sp>
        <p:nvSpPr>
          <p:cNvPr id="3056" name="Google Shape;3056;p188">
            <a:extLst>
              <a:ext uri="{FF2B5EF4-FFF2-40B4-BE49-F238E27FC236}">
                <a16:creationId xmlns:a16="http://schemas.microsoft.com/office/drawing/2014/main" id="{C7967C3A-9237-15D5-C6C0-1EFF02586483}"/>
              </a:ext>
            </a:extLst>
          </p:cNvPr>
          <p:cNvSpPr txBox="1">
            <a:spLocks noGrp="1"/>
          </p:cNvSpPr>
          <p:nvPr>
            <p:ph type="body" idx="3"/>
          </p:nvPr>
        </p:nvSpPr>
        <p:spPr>
          <a:xfrm>
            <a:off x="2776944" y="4014248"/>
            <a:ext cx="20226916" cy="7438701"/>
          </a:xfrm>
          <a:prstGeom prst="rect">
            <a:avLst/>
          </a:prstGeom>
          <a:noFill/>
          <a:ln>
            <a:noFill/>
          </a:ln>
        </p:spPr>
        <p:txBody>
          <a:bodyPr spcFirstLastPara="1" vert="horz" wrap="square" lIns="121900" tIns="60934" rIns="121900" bIns="60934" rtlCol="0" anchor="t" anchorCtr="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indent="0">
              <a:buSzPts val="9300"/>
            </a:pPr>
            <a:r>
              <a:rPr lang="en-US" sz="8800">
                <a:solidFill>
                  <a:srgbClr val="FFFFFF"/>
                </a:solidFill>
                <a:latin typeface="Community"/>
              </a:rPr>
              <a:t>Hypothesis:</a:t>
            </a:r>
          </a:p>
          <a:p>
            <a:pPr indent="0">
              <a:buSzPts val="9300"/>
            </a:pPr>
            <a:endParaRPr lang="en-US" sz="8800">
              <a:solidFill>
                <a:srgbClr val="FFFFFF"/>
              </a:solidFill>
              <a:latin typeface="Community"/>
            </a:endParaRPr>
          </a:p>
          <a:p>
            <a:pPr indent="0">
              <a:buSzPts val="9300"/>
            </a:pPr>
            <a:r>
              <a:rPr lang="en-US" sz="7200" b="0">
                <a:solidFill>
                  <a:srgbClr val="FFFFFF"/>
                </a:solidFill>
                <a:ea typeface="+mn-lt"/>
                <a:cs typeface="+mn-lt"/>
              </a:rPr>
              <a:t> "</a:t>
            </a:r>
            <a:r>
              <a:rPr lang="en-US" sz="7200" b="0">
                <a:solidFill>
                  <a:schemeClr val="bg1"/>
                </a:solidFill>
                <a:ea typeface="+mn-lt"/>
                <a:cs typeface="+mn-lt"/>
              </a:rPr>
              <a:t>Inconsistent EP positioning and sizing decisions — driven by when and how reps introduce EP — lead to mis-sized deals, resulting in under-utilization risk or delayed Monetization in Year 1</a:t>
            </a:r>
            <a:r>
              <a:rPr lang="en-US" sz="7200" b="0">
                <a:solidFill>
                  <a:srgbClr val="FFFFFF"/>
                </a:solidFill>
                <a:ea typeface="+mn-lt"/>
                <a:cs typeface="+mn-lt"/>
              </a:rPr>
              <a:t>"</a:t>
            </a:r>
            <a:endParaRPr lang="en-US" sz="8800">
              <a:solidFill>
                <a:srgbClr val="FFFFFF"/>
              </a:solidFill>
              <a:latin typeface="Community"/>
            </a:endParaRPr>
          </a:p>
          <a:p>
            <a:pPr marL="0" indent="0">
              <a:buSzPts val="9300"/>
            </a:pPr>
            <a:endParaRPr lang="en-US" sz="8000">
              <a:solidFill>
                <a:srgbClr val="FFFFFF"/>
              </a:solidFill>
            </a:endParaRPr>
          </a:p>
        </p:txBody>
      </p:sp>
      <p:sp>
        <p:nvSpPr>
          <p:cNvPr id="3" name="Text Placeholder 4">
            <a:extLst>
              <a:ext uri="{FF2B5EF4-FFF2-40B4-BE49-F238E27FC236}">
                <a16:creationId xmlns:a16="http://schemas.microsoft.com/office/drawing/2014/main" id="{07353475-356E-2A8F-0A1E-25FFAABD3BB7}"/>
              </a:ext>
            </a:extLst>
          </p:cNvPr>
          <p:cNvSpPr txBox="1">
            <a:spLocks/>
          </p:cNvSpPr>
          <p:nvPr/>
        </p:nvSpPr>
        <p:spPr>
          <a:xfrm>
            <a:off x="4534237" y="837338"/>
            <a:ext cx="16977407" cy="1565587"/>
          </a:xfrm>
          <a:prstGeom prst="rect">
            <a:avLst/>
          </a:prstGeom>
        </p:spPr>
        <p:txBody>
          <a:bodyPr lIns="91440" tIns="45720" rIns="91440" bIns="45720" anchor="t"/>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buNone/>
            </a:pPr>
            <a:r>
              <a:rPr lang="en-US" sz="8000" b="1">
                <a:solidFill>
                  <a:schemeClr val="tx1"/>
                </a:solidFill>
              </a:rPr>
              <a:t>Are we sizing TAE HEPs correctly?</a:t>
            </a:r>
          </a:p>
        </p:txBody>
      </p:sp>
      <p:pic>
        <p:nvPicPr>
          <p:cNvPr id="5" name="Picture 4" descr="A light bulb with a heart on it&#10;&#10;Description automatically generated">
            <a:extLst>
              <a:ext uri="{FF2B5EF4-FFF2-40B4-BE49-F238E27FC236}">
                <a16:creationId xmlns:a16="http://schemas.microsoft.com/office/drawing/2014/main" id="{3CC72E64-7CDB-E63C-9137-96B9CA0990A0}"/>
              </a:ext>
            </a:extLst>
          </p:cNvPr>
          <p:cNvPicPr>
            <a:picLocks noChangeAspect="1"/>
          </p:cNvPicPr>
          <p:nvPr/>
        </p:nvPicPr>
        <p:blipFill>
          <a:blip r:embed="rId3"/>
          <a:stretch>
            <a:fillRect/>
          </a:stretch>
        </p:blipFill>
        <p:spPr>
          <a:xfrm>
            <a:off x="-2786" y="-2653"/>
            <a:ext cx="2767083" cy="2845863"/>
          </a:xfrm>
          <a:prstGeom prst="rect">
            <a:avLst/>
          </a:prstGeom>
        </p:spPr>
      </p:pic>
      <p:sp>
        <p:nvSpPr>
          <p:cNvPr id="4" name="Rectangle 3">
            <a:extLst>
              <a:ext uri="{FF2B5EF4-FFF2-40B4-BE49-F238E27FC236}">
                <a16:creationId xmlns:a16="http://schemas.microsoft.com/office/drawing/2014/main" id="{5A763C82-DBA8-D3F5-992E-7FCA513E741F}"/>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3025170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EC47881F-DDBE-C7D4-347A-1C15178E85B5}"/>
              </a:ext>
            </a:extLst>
          </p:cNvPr>
          <p:cNvGraphicFramePr>
            <a:graphicFrameLocks noChangeAspect="1"/>
          </p:cNvGraphicFramePr>
          <p:nvPr>
            <p:custDataLst>
              <p:tags r:id="rId1"/>
            </p:custDataLst>
            <p:extLst>
              <p:ext uri="{D42A27DB-BD31-4B8C-83A1-F6EECF244321}">
                <p14:modId xmlns:p14="http://schemas.microsoft.com/office/powerpoint/2010/main" val="15571807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0" name="think-cell data - do not delete" hidden="1">
                        <a:extLst>
                          <a:ext uri="{FF2B5EF4-FFF2-40B4-BE49-F238E27FC236}">
                            <a16:creationId xmlns:a16="http://schemas.microsoft.com/office/drawing/2014/main" id="{EC47881F-DDBE-C7D4-347A-1C15178E85B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8" name="Google Shape;2969;p177">
            <a:extLst>
              <a:ext uri="{FF2B5EF4-FFF2-40B4-BE49-F238E27FC236}">
                <a16:creationId xmlns:a16="http://schemas.microsoft.com/office/drawing/2014/main" id="{ED5BD26A-AE3F-0441-835E-22B7327D6C74}"/>
              </a:ext>
            </a:extLst>
          </p:cNvPr>
          <p:cNvSpPr txBox="1">
            <a:spLocks/>
          </p:cNvSpPr>
          <p:nvPr/>
        </p:nvSpPr>
        <p:spPr>
          <a:xfrm>
            <a:off x="1618480" y="1465512"/>
            <a:ext cx="21185610" cy="923471"/>
          </a:xfrm>
          <a:prstGeom prst="rect">
            <a:avLst/>
          </a:prstGeom>
          <a:noFill/>
          <a:ln>
            <a:noFill/>
          </a:ln>
        </p:spPr>
        <p:txBody>
          <a:bodyPr spcFirstLastPara="1" vert="horz" wrap="square" lIns="121900" tIns="60934" rIns="121900" bIns="60934" rtlCol="0" anchor="t" anchorCtr="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r>
              <a:rPr lang="en-IE" sz="5400">
                <a:solidFill>
                  <a:schemeClr val="accent1"/>
                </a:solidFill>
                <a:ea typeface="+mn-lt"/>
                <a:cs typeface="+mn-lt"/>
              </a:rPr>
              <a:t>Early signals on how EP motion choice drives utilisation outcomes</a:t>
            </a:r>
            <a:endParaRPr lang="en-US">
              <a:solidFill>
                <a:schemeClr val="accent1"/>
              </a:solidFill>
            </a:endParaRPr>
          </a:p>
        </p:txBody>
      </p:sp>
      <p:sp>
        <p:nvSpPr>
          <p:cNvPr id="4" name="Terminator 3">
            <a:extLst>
              <a:ext uri="{FF2B5EF4-FFF2-40B4-BE49-F238E27FC236}">
                <a16:creationId xmlns:a16="http://schemas.microsoft.com/office/drawing/2014/main" id="{FF1C1DA5-0A6E-DCEE-F8DC-2C2F46C1EF29}"/>
              </a:ext>
            </a:extLst>
          </p:cNvPr>
          <p:cNvSpPr/>
          <p:nvPr/>
        </p:nvSpPr>
        <p:spPr>
          <a:xfrm>
            <a:off x="268703" y="113799"/>
            <a:ext cx="2266121" cy="517525"/>
          </a:xfrm>
          <a:prstGeom prst="flowChartTermina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1"/>
                </a:solidFill>
              </a:rPr>
              <a:t>GTM EP Motions</a:t>
            </a:r>
          </a:p>
        </p:txBody>
      </p:sp>
      <p:sp>
        <p:nvSpPr>
          <p:cNvPr id="46" name="Rectangle 45">
            <a:extLst>
              <a:ext uri="{FF2B5EF4-FFF2-40B4-BE49-F238E27FC236}">
                <a16:creationId xmlns:a16="http://schemas.microsoft.com/office/drawing/2014/main" id="{F94EF4AA-DF2F-1CAF-AC6D-5127C601EA76}"/>
              </a:ext>
            </a:extLst>
          </p:cNvPr>
          <p:cNvSpPr/>
          <p:nvPr/>
        </p:nvSpPr>
        <p:spPr>
          <a:xfrm>
            <a:off x="1748759" y="3696477"/>
            <a:ext cx="9605504" cy="4344553"/>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endParaRPr kumimoji="0" lang="en-IE" sz="2800" b="0" i="0" u="none" strike="noStrike" kern="1200" cap="none" spc="0" normalizeH="0" baseline="0" noProof="0">
              <a:ln>
                <a:noFill/>
              </a:ln>
              <a:solidFill>
                <a:schemeClr val="tx1"/>
              </a:solidFill>
              <a:effectLst/>
              <a:uLnTx/>
              <a:uFillTx/>
              <a:latin typeface="Community" panose="02000303040000020003" pitchFamily="2" charset="0"/>
            </a:endParaRPr>
          </a:p>
        </p:txBody>
      </p:sp>
      <p:sp>
        <p:nvSpPr>
          <p:cNvPr id="47" name="Rectangle 46">
            <a:extLst>
              <a:ext uri="{FF2B5EF4-FFF2-40B4-BE49-F238E27FC236}">
                <a16:creationId xmlns:a16="http://schemas.microsoft.com/office/drawing/2014/main" id="{D0A02941-722F-C2A7-C0E5-406E010AC735}"/>
              </a:ext>
            </a:extLst>
          </p:cNvPr>
          <p:cNvSpPr/>
          <p:nvPr/>
        </p:nvSpPr>
        <p:spPr>
          <a:xfrm>
            <a:off x="1748759" y="3709083"/>
            <a:ext cx="2105737" cy="4341473"/>
          </a:xfrm>
          <a:prstGeom prst="rect">
            <a:avLst/>
          </a:prstGeom>
          <a:solidFill>
            <a:schemeClr val="accent3">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kumimoji="0" lang="en-IE" sz="2800" b="0" i="0" u="none" strike="noStrike" kern="1200" cap="none" spc="0" normalizeH="0" baseline="0" noProof="0">
                <a:ln>
                  <a:noFill/>
                </a:ln>
                <a:solidFill>
                  <a:schemeClr val="tx1"/>
                </a:solidFill>
                <a:effectLst/>
                <a:uLnTx/>
                <a:uFillTx/>
                <a:latin typeface="Community" panose="02000303040000020003" pitchFamily="2" charset="0"/>
              </a:rPr>
              <a:t>New Business EP</a:t>
            </a:r>
          </a:p>
        </p:txBody>
      </p:sp>
      <p:sp>
        <p:nvSpPr>
          <p:cNvPr id="54" name="Rectangle 53">
            <a:extLst>
              <a:ext uri="{FF2B5EF4-FFF2-40B4-BE49-F238E27FC236}">
                <a16:creationId xmlns:a16="http://schemas.microsoft.com/office/drawing/2014/main" id="{79BE48C6-302E-A826-81A5-0AA79BA6114C}"/>
              </a:ext>
            </a:extLst>
          </p:cNvPr>
          <p:cNvSpPr/>
          <p:nvPr/>
        </p:nvSpPr>
        <p:spPr>
          <a:xfrm>
            <a:off x="12959843" y="3702739"/>
            <a:ext cx="10917680" cy="4339783"/>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endParaRPr kumimoji="0" lang="en-IE" sz="2800" b="0" i="0" u="none" strike="noStrike" kern="1200" cap="none" spc="0" normalizeH="0" baseline="0" noProof="0">
              <a:ln>
                <a:noFill/>
              </a:ln>
              <a:solidFill>
                <a:schemeClr val="tx1"/>
              </a:solidFill>
              <a:effectLst/>
              <a:uLnTx/>
              <a:uFillTx/>
              <a:latin typeface="Community" panose="02000303040000020003" pitchFamily="2" charset="0"/>
            </a:endParaRPr>
          </a:p>
        </p:txBody>
      </p:sp>
      <p:sp>
        <p:nvSpPr>
          <p:cNvPr id="71" name="Oval 70">
            <a:extLst>
              <a:ext uri="{FF2B5EF4-FFF2-40B4-BE49-F238E27FC236}">
                <a16:creationId xmlns:a16="http://schemas.microsoft.com/office/drawing/2014/main" id="{332E128B-0060-438C-17FA-34417D2C717F}"/>
              </a:ext>
            </a:extLst>
          </p:cNvPr>
          <p:cNvSpPr/>
          <p:nvPr/>
        </p:nvSpPr>
        <p:spPr>
          <a:xfrm>
            <a:off x="4153610" y="4353771"/>
            <a:ext cx="600966" cy="59063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kumimoji="0" lang="en-IE" b="0" i="0" u="none" strike="noStrike" kern="1200" cap="none" spc="0" normalizeH="0" baseline="0" noProof="0">
                <a:ln>
                  <a:noFill/>
                </a:ln>
                <a:solidFill>
                  <a:srgbClr val="FFFFFF"/>
                </a:solidFill>
                <a:effectLst/>
                <a:uLnTx/>
                <a:uFillTx/>
                <a:latin typeface="Community" panose="02000303040000020003" pitchFamily="2" charset="0"/>
              </a:rPr>
              <a:t>1</a:t>
            </a:r>
          </a:p>
        </p:txBody>
      </p:sp>
      <p:sp>
        <p:nvSpPr>
          <p:cNvPr id="79" name="Rectangle 78">
            <a:extLst>
              <a:ext uri="{FF2B5EF4-FFF2-40B4-BE49-F238E27FC236}">
                <a16:creationId xmlns:a16="http://schemas.microsoft.com/office/drawing/2014/main" id="{73384E62-D93A-A810-752C-DC009464E670}"/>
              </a:ext>
            </a:extLst>
          </p:cNvPr>
          <p:cNvSpPr/>
          <p:nvPr/>
        </p:nvSpPr>
        <p:spPr>
          <a:xfrm>
            <a:off x="1778359" y="8372825"/>
            <a:ext cx="9605504" cy="4344552"/>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endParaRPr kumimoji="0" lang="en-IE" sz="2800" b="0" i="0" u="none" strike="noStrike" kern="1200" cap="none" spc="0" normalizeH="0" baseline="0" noProof="0">
              <a:ln>
                <a:noFill/>
              </a:ln>
              <a:solidFill>
                <a:schemeClr val="tx1"/>
              </a:solidFill>
              <a:effectLst/>
              <a:uLnTx/>
              <a:uFillTx/>
              <a:latin typeface="Community" panose="02000303040000020003" pitchFamily="2" charset="0"/>
            </a:endParaRPr>
          </a:p>
        </p:txBody>
      </p:sp>
      <p:sp>
        <p:nvSpPr>
          <p:cNvPr id="80" name="Rectangle 79">
            <a:extLst>
              <a:ext uri="{FF2B5EF4-FFF2-40B4-BE49-F238E27FC236}">
                <a16:creationId xmlns:a16="http://schemas.microsoft.com/office/drawing/2014/main" id="{322AE42C-A365-3854-78D2-62090725CF87}"/>
              </a:ext>
            </a:extLst>
          </p:cNvPr>
          <p:cNvSpPr/>
          <p:nvPr/>
        </p:nvSpPr>
        <p:spPr>
          <a:xfrm>
            <a:off x="1778358" y="8382351"/>
            <a:ext cx="2105737" cy="4344552"/>
          </a:xfrm>
          <a:prstGeom prst="rect">
            <a:avLst/>
          </a:prstGeom>
          <a:solidFill>
            <a:schemeClr val="accent3">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IE" sz="2800">
                <a:solidFill>
                  <a:schemeClr val="tx1"/>
                </a:solidFill>
                <a:latin typeface="Community" panose="02000303040000020003" pitchFamily="2" charset="0"/>
              </a:rPr>
              <a:t>Pilot Renewal EP</a:t>
            </a:r>
            <a:endParaRPr kumimoji="0" lang="en-IE" sz="2800" b="0" i="0" u="none" strike="noStrike" kern="1200" cap="none" spc="0" normalizeH="0" baseline="0" noProof="0">
              <a:ln>
                <a:noFill/>
              </a:ln>
              <a:solidFill>
                <a:schemeClr val="tx1"/>
              </a:solidFill>
              <a:effectLst/>
              <a:uLnTx/>
              <a:uFillTx/>
              <a:latin typeface="Community" panose="02000303040000020003" pitchFamily="2" charset="0"/>
            </a:endParaRPr>
          </a:p>
        </p:txBody>
      </p:sp>
      <p:sp>
        <p:nvSpPr>
          <p:cNvPr id="81" name="Arrow: Pentagon 11">
            <a:extLst>
              <a:ext uri="{FF2B5EF4-FFF2-40B4-BE49-F238E27FC236}">
                <a16:creationId xmlns:a16="http://schemas.microsoft.com/office/drawing/2014/main" id="{347F3F30-94DA-2B07-827C-5E3F9F477590}"/>
              </a:ext>
            </a:extLst>
          </p:cNvPr>
          <p:cNvSpPr/>
          <p:nvPr/>
        </p:nvSpPr>
        <p:spPr>
          <a:xfrm>
            <a:off x="11820759" y="8790707"/>
            <a:ext cx="781052" cy="3463725"/>
          </a:xfrm>
          <a:prstGeom prst="homePlate">
            <a:avLst>
              <a:gd name="adj" fmla="val 10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endParaRPr kumimoji="0" lang="en-IE" sz="1800"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82" name="Rectangle 81">
            <a:extLst>
              <a:ext uri="{FF2B5EF4-FFF2-40B4-BE49-F238E27FC236}">
                <a16:creationId xmlns:a16="http://schemas.microsoft.com/office/drawing/2014/main" id="{7DE0CD40-98C9-C547-D29F-B6783D894D9D}"/>
              </a:ext>
            </a:extLst>
          </p:cNvPr>
          <p:cNvSpPr/>
          <p:nvPr/>
        </p:nvSpPr>
        <p:spPr>
          <a:xfrm>
            <a:off x="12940671" y="8374229"/>
            <a:ext cx="10946438" cy="4330198"/>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endParaRPr kumimoji="0" lang="en-IE" sz="2800" b="0" i="0" u="none" strike="noStrike" kern="1200" cap="none" spc="0" normalizeH="0" baseline="0" noProof="0">
              <a:ln>
                <a:noFill/>
              </a:ln>
              <a:solidFill>
                <a:schemeClr val="tx1"/>
              </a:solidFill>
              <a:effectLst/>
              <a:uLnTx/>
              <a:uFillTx/>
              <a:latin typeface="Community" panose="02000303040000020003" pitchFamily="2" charset="0"/>
            </a:endParaRPr>
          </a:p>
        </p:txBody>
      </p:sp>
      <p:sp>
        <p:nvSpPr>
          <p:cNvPr id="83" name="Arrow: Pentagon 11">
            <a:extLst>
              <a:ext uri="{FF2B5EF4-FFF2-40B4-BE49-F238E27FC236}">
                <a16:creationId xmlns:a16="http://schemas.microsoft.com/office/drawing/2014/main" id="{B15EC263-6C2D-0DED-DE04-2E2303C37C0C}"/>
              </a:ext>
            </a:extLst>
          </p:cNvPr>
          <p:cNvSpPr/>
          <p:nvPr/>
        </p:nvSpPr>
        <p:spPr>
          <a:xfrm>
            <a:off x="11798448" y="4138418"/>
            <a:ext cx="781052" cy="3463725"/>
          </a:xfrm>
          <a:prstGeom prst="homePlate">
            <a:avLst>
              <a:gd name="adj" fmla="val 10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endParaRPr kumimoji="0" lang="en-IE" sz="1800"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85" name="Terminator 84">
            <a:extLst>
              <a:ext uri="{FF2B5EF4-FFF2-40B4-BE49-F238E27FC236}">
                <a16:creationId xmlns:a16="http://schemas.microsoft.com/office/drawing/2014/main" id="{E7789EB6-0467-8133-CA71-F23F7468AE2E}"/>
              </a:ext>
            </a:extLst>
          </p:cNvPr>
          <p:cNvSpPr/>
          <p:nvPr/>
        </p:nvSpPr>
        <p:spPr>
          <a:xfrm>
            <a:off x="4809985" y="3004439"/>
            <a:ext cx="4300529" cy="720485"/>
          </a:xfrm>
          <a:prstGeom prst="flowChartTerminator">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a:solidFill>
                  <a:schemeClr val="bg1"/>
                </a:solidFill>
              </a:rPr>
              <a:t>When Field are using</a:t>
            </a:r>
          </a:p>
        </p:txBody>
      </p:sp>
      <p:sp>
        <p:nvSpPr>
          <p:cNvPr id="86" name="Terminator 85">
            <a:extLst>
              <a:ext uri="{FF2B5EF4-FFF2-40B4-BE49-F238E27FC236}">
                <a16:creationId xmlns:a16="http://schemas.microsoft.com/office/drawing/2014/main" id="{5B78986A-4D02-3A6B-715E-6304563A5CAC}"/>
              </a:ext>
            </a:extLst>
          </p:cNvPr>
          <p:cNvSpPr/>
          <p:nvPr/>
        </p:nvSpPr>
        <p:spPr>
          <a:xfrm>
            <a:off x="16489886" y="3014654"/>
            <a:ext cx="3256376" cy="720485"/>
          </a:xfrm>
          <a:prstGeom prst="flowChartTerminator">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a:solidFill>
                  <a:schemeClr val="bg1"/>
                </a:solidFill>
              </a:rPr>
              <a:t>What we see</a:t>
            </a:r>
          </a:p>
        </p:txBody>
      </p:sp>
      <p:sp>
        <p:nvSpPr>
          <p:cNvPr id="87" name="TextBox 86">
            <a:extLst>
              <a:ext uri="{FF2B5EF4-FFF2-40B4-BE49-F238E27FC236}">
                <a16:creationId xmlns:a16="http://schemas.microsoft.com/office/drawing/2014/main" id="{D05F647B-D853-D975-7714-2D5C150B4007}"/>
              </a:ext>
            </a:extLst>
          </p:cNvPr>
          <p:cNvSpPr txBox="1"/>
          <p:nvPr/>
        </p:nvSpPr>
        <p:spPr>
          <a:xfrm>
            <a:off x="4504900" y="4350682"/>
            <a:ext cx="6165872" cy="3323987"/>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IE" sz="3000">
                <a:solidFill>
                  <a:schemeClr val="accent1"/>
                </a:solidFill>
                <a:latin typeface="Community"/>
              </a:rPr>
              <a:t>EP positioned early as the default </a:t>
            </a:r>
          </a:p>
          <a:p>
            <a:pPr marL="457200" indent="-457200">
              <a:buFont typeface="Arial" panose="020B0604020202020204" pitchFamily="34" charset="0"/>
              <a:buChar char="•"/>
            </a:pPr>
            <a:endParaRPr lang="en-IE" sz="3000">
              <a:solidFill>
                <a:schemeClr val="accent1"/>
              </a:solidFill>
              <a:latin typeface="Community"/>
            </a:endParaRPr>
          </a:p>
          <a:p>
            <a:pPr marL="457200" indent="-457200">
              <a:buFont typeface="Arial" panose="020B0604020202020204" pitchFamily="34" charset="0"/>
              <a:buChar char="•"/>
            </a:pPr>
            <a:r>
              <a:rPr lang="en-IE" sz="3000">
                <a:solidFill>
                  <a:schemeClr val="accent1"/>
                </a:solidFill>
                <a:latin typeface="Community"/>
              </a:rPr>
              <a:t>Sizing anchored to future growth </a:t>
            </a:r>
          </a:p>
          <a:p>
            <a:pPr marL="457200" indent="-457200">
              <a:buFont typeface="Arial" panose="020B0604020202020204" pitchFamily="34" charset="0"/>
              <a:buChar char="•"/>
            </a:pPr>
            <a:endParaRPr lang="en-IE" sz="3000">
              <a:solidFill>
                <a:schemeClr val="accent1"/>
              </a:solidFill>
              <a:latin typeface="Community"/>
            </a:endParaRPr>
          </a:p>
          <a:p>
            <a:pPr marL="457200" indent="-457200">
              <a:buFont typeface="Arial" panose="020B0604020202020204" pitchFamily="34" charset="0"/>
              <a:buChar char="•"/>
            </a:pPr>
            <a:r>
              <a:rPr lang="en-IE" sz="3000">
                <a:solidFill>
                  <a:schemeClr val="accent1"/>
                </a:solidFill>
                <a:latin typeface="Community"/>
              </a:rPr>
              <a:t>Proof of Concept already established</a:t>
            </a:r>
            <a:endParaRPr lang="en-IE">
              <a:solidFill>
                <a:schemeClr val="accent1"/>
              </a:solidFill>
              <a:latin typeface="Community"/>
            </a:endParaRPr>
          </a:p>
          <a:p>
            <a:endParaRPr lang="en-US" sz="3000">
              <a:solidFill>
                <a:schemeClr val="accent1"/>
              </a:solidFill>
              <a:latin typeface="Community" panose="02000303040000020003" pitchFamily="2" charset="0"/>
            </a:endParaRPr>
          </a:p>
        </p:txBody>
      </p:sp>
      <p:sp>
        <p:nvSpPr>
          <p:cNvPr id="88" name="TextBox 87">
            <a:extLst>
              <a:ext uri="{FF2B5EF4-FFF2-40B4-BE49-F238E27FC236}">
                <a16:creationId xmlns:a16="http://schemas.microsoft.com/office/drawing/2014/main" id="{C8FBA478-9957-0B33-FE0A-BC773F7B412D}"/>
              </a:ext>
            </a:extLst>
          </p:cNvPr>
          <p:cNvSpPr txBox="1"/>
          <p:nvPr/>
        </p:nvSpPr>
        <p:spPr>
          <a:xfrm>
            <a:off x="4492045" y="8800300"/>
            <a:ext cx="6448926" cy="4001095"/>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IE" sz="3200">
                <a:solidFill>
                  <a:schemeClr val="accent1"/>
                </a:solidFill>
              </a:rPr>
              <a:t>Pilot first to validate value</a:t>
            </a:r>
          </a:p>
          <a:p>
            <a:pPr marL="457200" indent="-457200">
              <a:buFont typeface="Arial" panose="020B0604020202020204" pitchFamily="34" charset="0"/>
              <a:buChar char="•"/>
            </a:pPr>
            <a:endParaRPr lang="en-IE" sz="3200">
              <a:solidFill>
                <a:schemeClr val="accent1"/>
              </a:solidFill>
            </a:endParaRPr>
          </a:p>
          <a:p>
            <a:pPr marL="457200" indent="-457200">
              <a:buFont typeface="Arial" panose="020B0604020202020204" pitchFamily="34" charset="0"/>
              <a:buChar char="•"/>
            </a:pPr>
            <a:r>
              <a:rPr lang="en-IE" sz="3200">
                <a:solidFill>
                  <a:schemeClr val="accent1"/>
                </a:solidFill>
              </a:rPr>
              <a:t>Clear success criteria and usage tracking</a:t>
            </a:r>
          </a:p>
          <a:p>
            <a:pPr marL="457200" indent="-457200">
              <a:buFont typeface="Arial" panose="020B0604020202020204" pitchFamily="34" charset="0"/>
              <a:buChar char="•"/>
            </a:pPr>
            <a:endParaRPr lang="en-IE" sz="3200">
              <a:solidFill>
                <a:schemeClr val="accent1"/>
              </a:solidFill>
            </a:endParaRPr>
          </a:p>
          <a:p>
            <a:pPr marL="457200" indent="-457200">
              <a:buFont typeface="Arial" panose="020B0604020202020204" pitchFamily="34" charset="0"/>
              <a:buChar char="•"/>
            </a:pPr>
            <a:r>
              <a:rPr lang="en-IE" sz="3200">
                <a:solidFill>
                  <a:schemeClr val="accent1"/>
                </a:solidFill>
              </a:rPr>
              <a:t>EP sizing set at pilot renewal using real usage data</a:t>
            </a:r>
          </a:p>
          <a:p>
            <a:endParaRPr lang="en-US" sz="3000">
              <a:solidFill>
                <a:schemeClr val="accent1"/>
              </a:solidFill>
              <a:latin typeface="Community" panose="02000303040000020003" pitchFamily="2" charset="0"/>
            </a:endParaRPr>
          </a:p>
        </p:txBody>
      </p:sp>
      <p:sp>
        <p:nvSpPr>
          <p:cNvPr id="89" name="Oval 88">
            <a:extLst>
              <a:ext uri="{FF2B5EF4-FFF2-40B4-BE49-F238E27FC236}">
                <a16:creationId xmlns:a16="http://schemas.microsoft.com/office/drawing/2014/main" id="{163B6C16-9EA0-43B9-2EFB-F7A64A85F618}"/>
              </a:ext>
            </a:extLst>
          </p:cNvPr>
          <p:cNvSpPr/>
          <p:nvPr/>
        </p:nvSpPr>
        <p:spPr>
          <a:xfrm>
            <a:off x="4153610" y="5251842"/>
            <a:ext cx="600966" cy="59063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IE">
                <a:solidFill>
                  <a:srgbClr val="FFFFFF"/>
                </a:solidFill>
                <a:latin typeface="Community" panose="02000303040000020003" pitchFamily="2" charset="0"/>
              </a:rPr>
              <a:t>2</a:t>
            </a:r>
            <a:endParaRPr kumimoji="0" lang="en-IE"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90" name="Oval 89">
            <a:extLst>
              <a:ext uri="{FF2B5EF4-FFF2-40B4-BE49-F238E27FC236}">
                <a16:creationId xmlns:a16="http://schemas.microsoft.com/office/drawing/2014/main" id="{1783E15D-205D-E007-11E8-BE304F422BA1}"/>
              </a:ext>
            </a:extLst>
          </p:cNvPr>
          <p:cNvSpPr/>
          <p:nvPr/>
        </p:nvSpPr>
        <p:spPr>
          <a:xfrm>
            <a:off x="4151085" y="6094842"/>
            <a:ext cx="600966" cy="59063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IE">
                <a:solidFill>
                  <a:srgbClr val="FFFFFF"/>
                </a:solidFill>
                <a:latin typeface="Community" panose="02000303040000020003" pitchFamily="2" charset="0"/>
              </a:rPr>
              <a:t>3</a:t>
            </a:r>
            <a:endParaRPr kumimoji="0" lang="en-IE"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91" name="Oval 90">
            <a:extLst>
              <a:ext uri="{FF2B5EF4-FFF2-40B4-BE49-F238E27FC236}">
                <a16:creationId xmlns:a16="http://schemas.microsoft.com/office/drawing/2014/main" id="{544E05BA-7483-17C3-F30F-0A18133EC6A6}"/>
              </a:ext>
            </a:extLst>
          </p:cNvPr>
          <p:cNvSpPr/>
          <p:nvPr/>
        </p:nvSpPr>
        <p:spPr>
          <a:xfrm>
            <a:off x="4208602" y="8896156"/>
            <a:ext cx="600966" cy="59063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kumimoji="0" lang="en-IE" b="0" i="0" u="none" strike="noStrike" kern="1200" cap="none" spc="0" normalizeH="0" baseline="0" noProof="0">
                <a:ln>
                  <a:noFill/>
                </a:ln>
                <a:solidFill>
                  <a:srgbClr val="FFFFFF"/>
                </a:solidFill>
                <a:effectLst/>
                <a:uLnTx/>
                <a:uFillTx/>
                <a:latin typeface="Community" panose="02000303040000020003" pitchFamily="2" charset="0"/>
              </a:rPr>
              <a:t>1</a:t>
            </a:r>
          </a:p>
        </p:txBody>
      </p:sp>
      <p:sp>
        <p:nvSpPr>
          <p:cNvPr id="92" name="Oval 91">
            <a:extLst>
              <a:ext uri="{FF2B5EF4-FFF2-40B4-BE49-F238E27FC236}">
                <a16:creationId xmlns:a16="http://schemas.microsoft.com/office/drawing/2014/main" id="{A07F9C83-39BB-7E00-F3D9-53B60C06E987}"/>
              </a:ext>
            </a:extLst>
          </p:cNvPr>
          <p:cNvSpPr/>
          <p:nvPr/>
        </p:nvSpPr>
        <p:spPr>
          <a:xfrm>
            <a:off x="4188493" y="9944527"/>
            <a:ext cx="600966" cy="59063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IE">
                <a:solidFill>
                  <a:srgbClr val="FFFFFF"/>
                </a:solidFill>
                <a:latin typeface="Community" panose="02000303040000020003" pitchFamily="2" charset="0"/>
              </a:rPr>
              <a:t>2</a:t>
            </a:r>
            <a:endParaRPr kumimoji="0" lang="en-IE"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93" name="Oval 92">
            <a:extLst>
              <a:ext uri="{FF2B5EF4-FFF2-40B4-BE49-F238E27FC236}">
                <a16:creationId xmlns:a16="http://schemas.microsoft.com/office/drawing/2014/main" id="{3B16FC2E-6D5D-8E6A-091C-DA1E473313A9}"/>
              </a:ext>
            </a:extLst>
          </p:cNvPr>
          <p:cNvSpPr/>
          <p:nvPr/>
        </p:nvSpPr>
        <p:spPr>
          <a:xfrm>
            <a:off x="4207666" y="11272407"/>
            <a:ext cx="600966" cy="59063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IE">
                <a:solidFill>
                  <a:srgbClr val="FFFFFF"/>
                </a:solidFill>
                <a:latin typeface="Community" panose="02000303040000020003" pitchFamily="2" charset="0"/>
              </a:rPr>
              <a:t>3</a:t>
            </a:r>
            <a:endParaRPr kumimoji="0" lang="en-IE"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99" name="Oval 98">
            <a:extLst>
              <a:ext uri="{FF2B5EF4-FFF2-40B4-BE49-F238E27FC236}">
                <a16:creationId xmlns:a16="http://schemas.microsoft.com/office/drawing/2014/main" id="{4B6E480D-2729-7445-8174-5E8CE91E84FE}"/>
              </a:ext>
            </a:extLst>
          </p:cNvPr>
          <p:cNvSpPr/>
          <p:nvPr/>
        </p:nvSpPr>
        <p:spPr>
          <a:xfrm>
            <a:off x="13452576" y="4364761"/>
            <a:ext cx="600966" cy="59063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kumimoji="0" lang="en-IE" b="0" i="0" u="none" strike="noStrike" kern="1200" cap="none" spc="0" normalizeH="0" baseline="0" noProof="0">
                <a:ln>
                  <a:noFill/>
                </a:ln>
                <a:solidFill>
                  <a:srgbClr val="FFFFFF"/>
                </a:solidFill>
                <a:effectLst/>
                <a:uLnTx/>
                <a:uFillTx/>
                <a:latin typeface="Community" panose="02000303040000020003" pitchFamily="2" charset="0"/>
              </a:rPr>
              <a:t>1</a:t>
            </a:r>
          </a:p>
        </p:txBody>
      </p:sp>
      <p:sp>
        <p:nvSpPr>
          <p:cNvPr id="100" name="TextBox 99">
            <a:extLst>
              <a:ext uri="{FF2B5EF4-FFF2-40B4-BE49-F238E27FC236}">
                <a16:creationId xmlns:a16="http://schemas.microsoft.com/office/drawing/2014/main" id="{3413B78C-E324-170B-87B9-D04CD115D948}"/>
              </a:ext>
            </a:extLst>
          </p:cNvPr>
          <p:cNvSpPr txBox="1"/>
          <p:nvPr/>
        </p:nvSpPr>
        <p:spPr>
          <a:xfrm>
            <a:off x="14102075" y="4345650"/>
            <a:ext cx="9786643" cy="2849468"/>
          </a:xfrm>
          <a:prstGeom prst="rect">
            <a:avLst/>
          </a:prstGeom>
          <a:noFill/>
        </p:spPr>
        <p:txBody>
          <a:bodyPr wrap="square" lIns="91440" tIns="45720" rIns="91440" bIns="45720" rtlCol="0" anchor="t">
            <a:spAutoFit/>
          </a:bodyPr>
          <a:lstStyle/>
          <a:p>
            <a:r>
              <a:rPr lang="en-IE" sz="3000" b="1">
                <a:solidFill>
                  <a:schemeClr val="accent1"/>
                </a:solidFill>
                <a:latin typeface="Community"/>
              </a:rPr>
              <a:t>High under-utilisation (Month 1 → 6)</a:t>
            </a:r>
            <a:endParaRPr lang="en-IE" sz="3000">
              <a:solidFill>
                <a:schemeClr val="accent1"/>
              </a:solidFill>
              <a:latin typeface="Community"/>
            </a:endParaRPr>
          </a:p>
          <a:p>
            <a:endParaRPr lang="en-IE" sz="3000">
              <a:solidFill>
                <a:schemeClr val="accent1"/>
              </a:solidFill>
              <a:latin typeface="Community" panose="02000303040000020003" pitchFamily="2" charset="0"/>
            </a:endParaRPr>
          </a:p>
          <a:p>
            <a:r>
              <a:rPr lang="en-IE" sz="3000">
                <a:solidFill>
                  <a:schemeClr val="accent1"/>
                </a:solidFill>
                <a:latin typeface="Community"/>
              </a:rPr>
              <a:t>Accounts rarely self-correct</a:t>
            </a:r>
            <a:endParaRPr lang="en-IE" sz="3000" b="1">
              <a:solidFill>
                <a:schemeClr val="accent1"/>
              </a:solidFill>
              <a:latin typeface="Community" panose="02000303040000020003" pitchFamily="2" charset="0"/>
            </a:endParaRPr>
          </a:p>
          <a:p>
            <a:endParaRPr lang="en-IE" sz="3000">
              <a:solidFill>
                <a:schemeClr val="accent1"/>
              </a:solidFill>
              <a:latin typeface="Community" panose="02000303040000020003" pitchFamily="2" charset="0"/>
            </a:endParaRPr>
          </a:p>
          <a:p>
            <a:r>
              <a:rPr lang="en-IE" sz="3000">
                <a:solidFill>
                  <a:schemeClr val="accent1"/>
                </a:solidFill>
                <a:latin typeface="Community"/>
              </a:rPr>
              <a:t>Oversizing + weak early adoption signals </a:t>
            </a:r>
            <a:r>
              <a:rPr lang="en-IE" sz="3000" b="1">
                <a:solidFill>
                  <a:schemeClr val="accent1"/>
                </a:solidFill>
                <a:latin typeface="Community"/>
              </a:rPr>
              <a:t>long-term growth risk</a:t>
            </a:r>
            <a:endParaRPr lang="en-IE" sz="3000">
              <a:solidFill>
                <a:schemeClr val="accent1"/>
              </a:solidFill>
              <a:latin typeface="Community"/>
            </a:endParaRPr>
          </a:p>
          <a:p>
            <a:endParaRPr lang="en-US" sz="3000">
              <a:solidFill>
                <a:schemeClr val="accent1"/>
              </a:solidFill>
              <a:latin typeface="Community" panose="02000303040000020003" pitchFamily="2" charset="0"/>
            </a:endParaRPr>
          </a:p>
        </p:txBody>
      </p:sp>
      <p:sp>
        <p:nvSpPr>
          <p:cNvPr id="101" name="Oval 100">
            <a:extLst>
              <a:ext uri="{FF2B5EF4-FFF2-40B4-BE49-F238E27FC236}">
                <a16:creationId xmlns:a16="http://schemas.microsoft.com/office/drawing/2014/main" id="{EE0FE2FF-5750-4CAB-3BE3-929497FBC932}"/>
              </a:ext>
            </a:extLst>
          </p:cNvPr>
          <p:cNvSpPr/>
          <p:nvPr/>
        </p:nvSpPr>
        <p:spPr>
          <a:xfrm>
            <a:off x="13458701" y="5262832"/>
            <a:ext cx="600966" cy="59063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IE">
                <a:solidFill>
                  <a:srgbClr val="FFFFFF"/>
                </a:solidFill>
                <a:latin typeface="Community" panose="02000303040000020003" pitchFamily="2" charset="0"/>
              </a:rPr>
              <a:t>2</a:t>
            </a:r>
            <a:endParaRPr kumimoji="0" lang="en-IE"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102" name="Oval 101">
            <a:extLst>
              <a:ext uri="{FF2B5EF4-FFF2-40B4-BE49-F238E27FC236}">
                <a16:creationId xmlns:a16="http://schemas.microsoft.com/office/drawing/2014/main" id="{0955EC44-B886-2581-C20F-3B2C850E949B}"/>
              </a:ext>
            </a:extLst>
          </p:cNvPr>
          <p:cNvSpPr/>
          <p:nvPr/>
        </p:nvSpPr>
        <p:spPr>
          <a:xfrm>
            <a:off x="13450051" y="6193799"/>
            <a:ext cx="600966" cy="59063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IE">
                <a:solidFill>
                  <a:srgbClr val="FFFFFF"/>
                </a:solidFill>
                <a:latin typeface="Community" panose="02000303040000020003" pitchFamily="2" charset="0"/>
              </a:rPr>
              <a:t>3</a:t>
            </a:r>
            <a:endParaRPr kumimoji="0" lang="en-IE"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107" name="TextBox 106">
            <a:extLst>
              <a:ext uri="{FF2B5EF4-FFF2-40B4-BE49-F238E27FC236}">
                <a16:creationId xmlns:a16="http://schemas.microsoft.com/office/drawing/2014/main" id="{79997E35-1CCF-A2EC-908A-D5BB9AD50CC1}"/>
              </a:ext>
            </a:extLst>
          </p:cNvPr>
          <p:cNvSpPr txBox="1"/>
          <p:nvPr/>
        </p:nvSpPr>
        <p:spPr>
          <a:xfrm>
            <a:off x="14204253" y="9108429"/>
            <a:ext cx="9724735" cy="2862322"/>
          </a:xfrm>
          <a:prstGeom prst="rect">
            <a:avLst/>
          </a:prstGeom>
          <a:noFill/>
        </p:spPr>
        <p:txBody>
          <a:bodyPr wrap="square" lIns="91440" tIns="45720" rIns="91440" bIns="45720" rtlCol="0" anchor="t">
            <a:spAutoFit/>
          </a:bodyPr>
          <a:lstStyle/>
          <a:p>
            <a:r>
              <a:rPr lang="en-IE" sz="3000" b="1">
                <a:solidFill>
                  <a:schemeClr val="accent1"/>
                </a:solidFill>
                <a:latin typeface="Community"/>
              </a:rPr>
              <a:t>Higher average utilisation by Month 6</a:t>
            </a:r>
          </a:p>
          <a:p>
            <a:endParaRPr lang="en-IE" sz="3000">
              <a:solidFill>
                <a:schemeClr val="accent1"/>
              </a:solidFill>
              <a:latin typeface="Community" panose="02000303040000020003" pitchFamily="2" charset="0"/>
            </a:endParaRPr>
          </a:p>
          <a:p>
            <a:r>
              <a:rPr lang="en-IE" sz="3000">
                <a:solidFill>
                  <a:schemeClr val="accent1"/>
                </a:solidFill>
                <a:latin typeface="Community" panose="02000303040000020003" pitchFamily="2" charset="0"/>
              </a:rPr>
              <a:t>Better right-sizing and adoption alignment</a:t>
            </a:r>
          </a:p>
          <a:p>
            <a:endParaRPr lang="en-IE" sz="3000">
              <a:solidFill>
                <a:schemeClr val="accent1"/>
              </a:solidFill>
              <a:latin typeface="Community" panose="02000303040000020003" pitchFamily="2" charset="0"/>
            </a:endParaRPr>
          </a:p>
          <a:p>
            <a:r>
              <a:rPr lang="en-IE" sz="3000">
                <a:solidFill>
                  <a:schemeClr val="accent1"/>
                </a:solidFill>
                <a:ea typeface="+mn-lt"/>
                <a:cs typeface="+mn-lt"/>
              </a:rPr>
              <a:t>Over-utilisation signals value; monetisation potential at true-up</a:t>
            </a:r>
            <a:endParaRPr lang="en-IE">
              <a:solidFill>
                <a:schemeClr val="accent1"/>
              </a:solidFill>
              <a:ea typeface="+mn-lt"/>
              <a:cs typeface="+mn-lt"/>
            </a:endParaRPr>
          </a:p>
          <a:p>
            <a:endParaRPr lang="en-US" sz="3000">
              <a:solidFill>
                <a:schemeClr val="accent1"/>
              </a:solidFill>
              <a:latin typeface="Community" panose="02000303040000020003" pitchFamily="2" charset="0"/>
            </a:endParaRPr>
          </a:p>
        </p:txBody>
      </p:sp>
      <p:sp>
        <p:nvSpPr>
          <p:cNvPr id="108" name="Oval 107">
            <a:extLst>
              <a:ext uri="{FF2B5EF4-FFF2-40B4-BE49-F238E27FC236}">
                <a16:creationId xmlns:a16="http://schemas.microsoft.com/office/drawing/2014/main" id="{E7FAFA31-2414-A565-467C-F40834589277}"/>
              </a:ext>
            </a:extLst>
          </p:cNvPr>
          <p:cNvSpPr/>
          <p:nvPr/>
        </p:nvSpPr>
        <p:spPr>
          <a:xfrm>
            <a:off x="13450051" y="9108428"/>
            <a:ext cx="600966" cy="59063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kumimoji="0" lang="en-IE" b="0" i="0" u="none" strike="noStrike" kern="1200" cap="none" spc="0" normalizeH="0" baseline="0" noProof="0">
                <a:ln>
                  <a:noFill/>
                </a:ln>
                <a:solidFill>
                  <a:srgbClr val="FFFFFF"/>
                </a:solidFill>
                <a:effectLst/>
                <a:uLnTx/>
                <a:uFillTx/>
                <a:latin typeface="Community" panose="02000303040000020003" pitchFamily="2" charset="0"/>
              </a:rPr>
              <a:t>1</a:t>
            </a:r>
          </a:p>
        </p:txBody>
      </p:sp>
      <p:sp>
        <p:nvSpPr>
          <p:cNvPr id="109" name="Oval 108">
            <a:extLst>
              <a:ext uri="{FF2B5EF4-FFF2-40B4-BE49-F238E27FC236}">
                <a16:creationId xmlns:a16="http://schemas.microsoft.com/office/drawing/2014/main" id="{61A309F0-4383-746C-354C-2C282EACCE48}"/>
              </a:ext>
            </a:extLst>
          </p:cNvPr>
          <p:cNvSpPr/>
          <p:nvPr/>
        </p:nvSpPr>
        <p:spPr>
          <a:xfrm>
            <a:off x="13449115" y="9965102"/>
            <a:ext cx="600966" cy="59063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IE">
                <a:solidFill>
                  <a:srgbClr val="FFFFFF"/>
                </a:solidFill>
                <a:latin typeface="Community" panose="02000303040000020003" pitchFamily="2" charset="0"/>
              </a:rPr>
              <a:t>2</a:t>
            </a:r>
            <a:endParaRPr kumimoji="0" lang="en-IE"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110" name="Oval 109">
            <a:extLst>
              <a:ext uri="{FF2B5EF4-FFF2-40B4-BE49-F238E27FC236}">
                <a16:creationId xmlns:a16="http://schemas.microsoft.com/office/drawing/2014/main" id="{B94DA902-48B4-0E0E-1ADF-9D54B29102A3}"/>
              </a:ext>
            </a:extLst>
          </p:cNvPr>
          <p:cNvSpPr/>
          <p:nvPr/>
        </p:nvSpPr>
        <p:spPr>
          <a:xfrm>
            <a:off x="13487459" y="10976679"/>
            <a:ext cx="600966" cy="59063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IE">
                <a:solidFill>
                  <a:srgbClr val="FFFFFF"/>
                </a:solidFill>
                <a:latin typeface="Community" panose="02000303040000020003" pitchFamily="2" charset="0"/>
              </a:rPr>
              <a:t>3</a:t>
            </a:r>
            <a:endParaRPr kumimoji="0" lang="en-IE"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2" name="TextBox 1">
            <a:extLst>
              <a:ext uri="{FF2B5EF4-FFF2-40B4-BE49-F238E27FC236}">
                <a16:creationId xmlns:a16="http://schemas.microsoft.com/office/drawing/2014/main" id="{C028ED59-5C31-8811-ED18-5F1E62BE8343}"/>
              </a:ext>
            </a:extLst>
          </p:cNvPr>
          <p:cNvSpPr txBox="1"/>
          <p:nvPr/>
        </p:nvSpPr>
        <p:spPr>
          <a:xfrm>
            <a:off x="1206042" y="13019783"/>
            <a:ext cx="186936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Under  utilization = &lt;80% usage, Average Utilization = 80%-120% usage, Over utilization = 120%+ usage,</a:t>
            </a:r>
            <a:endParaRPr lang="en-US" sz="1200">
              <a:solidFill>
                <a:srgbClr val="000000"/>
              </a:solidFill>
            </a:endParaRPr>
          </a:p>
        </p:txBody>
      </p:sp>
      <p:sp>
        <p:nvSpPr>
          <p:cNvPr id="5" name="Rectangle 4">
            <a:extLst>
              <a:ext uri="{FF2B5EF4-FFF2-40B4-BE49-F238E27FC236}">
                <a16:creationId xmlns:a16="http://schemas.microsoft.com/office/drawing/2014/main" id="{0C79A69C-01B3-773B-7F60-FAD597E2FC3E}"/>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1250440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86D7A-2E34-4253-029E-2C794DB755B1}"/>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C456AA09-69E2-DA45-826D-6D2176F31D74}"/>
              </a:ext>
            </a:extLst>
          </p:cNvPr>
          <p:cNvGraphicFramePr>
            <a:graphicFrameLocks noChangeAspect="1"/>
          </p:cNvGraphicFramePr>
          <p:nvPr>
            <p:custDataLst>
              <p:tags r:id="rId1"/>
            </p:custDataLst>
            <p:extLst>
              <p:ext uri="{D42A27DB-BD31-4B8C-83A1-F6EECF244321}">
                <p14:modId xmlns:p14="http://schemas.microsoft.com/office/powerpoint/2010/main" val="37600040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8" imgW="7772400" imgH="10058400" progId="TCLayout.ActiveDocument.1">
                  <p:embed/>
                </p:oleObj>
              </mc:Choice>
              <mc:Fallback>
                <p:oleObj name="think-cell Slide" r:id="rId18" imgW="7772400" imgH="10058400" progId="TCLayout.ActiveDocument.1">
                  <p:embed/>
                  <p:pic>
                    <p:nvPicPr>
                      <p:cNvPr id="87" name="think-cell data - do not delete" hidden="1">
                        <a:extLst>
                          <a:ext uri="{FF2B5EF4-FFF2-40B4-BE49-F238E27FC236}">
                            <a16:creationId xmlns:a16="http://schemas.microsoft.com/office/drawing/2014/main" id="{C456AA09-69E2-DA45-826D-6D2176F31D74}"/>
                          </a:ext>
                        </a:extLst>
                      </p:cNvPr>
                      <p:cNvPicPr/>
                      <p:nvPr/>
                    </p:nvPicPr>
                    <p:blipFill>
                      <a:blip r:embed="rId19"/>
                      <a:stretch>
                        <a:fillRect/>
                      </a:stretch>
                    </p:blipFill>
                    <p:spPr>
                      <a:xfrm>
                        <a:off x="1588" y="1588"/>
                        <a:ext cx="1227" cy="1588"/>
                      </a:xfrm>
                      <a:prstGeom prst="rect">
                        <a:avLst/>
                      </a:prstGeom>
                    </p:spPr>
                  </p:pic>
                </p:oleObj>
              </mc:Fallback>
            </mc:AlternateContent>
          </a:graphicData>
        </a:graphic>
      </p:graphicFrame>
      <p:sp>
        <p:nvSpPr>
          <p:cNvPr id="24" name="Rounded Rectangle 52">
            <a:extLst>
              <a:ext uri="{FF2B5EF4-FFF2-40B4-BE49-F238E27FC236}">
                <a16:creationId xmlns:a16="http://schemas.microsoft.com/office/drawing/2014/main" id="{07AE0139-D578-BBA8-F9B1-E3FF2BA00C19}"/>
              </a:ext>
            </a:extLst>
          </p:cNvPr>
          <p:cNvSpPr/>
          <p:nvPr/>
        </p:nvSpPr>
        <p:spPr>
          <a:xfrm>
            <a:off x="14180575" y="6167419"/>
            <a:ext cx="9148810" cy="2264149"/>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37160" tIns="68580" rIns="137160" bIns="6858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spcAft>
                <a:spcPts val="1000"/>
              </a:spcAft>
            </a:pPr>
            <a:r>
              <a:rPr lang="en-IE" sz="3200" b="1">
                <a:solidFill>
                  <a:schemeClr val="accent1"/>
                </a:solidFill>
              </a:rPr>
              <a:t>Over-utilisation indicates unrealised monetisation and upside in Year-1 bookings</a:t>
            </a:r>
            <a:br>
              <a:rPr lang="en-IE" sz="3200"/>
            </a:br>
            <a:r>
              <a:rPr lang="en-IE" sz="3200" i="1">
                <a:solidFill>
                  <a:schemeClr val="accent1"/>
                </a:solidFill>
              </a:rPr>
              <a:t>(~$500K in missed bookings over the past 6 months)*</a:t>
            </a:r>
            <a:endParaRPr lang="en-US" sz="3200">
              <a:solidFill>
                <a:schemeClr val="accent1"/>
              </a:solidFill>
              <a:latin typeface="Community" panose="02000303040000020003" pitchFamily="2" charset="0"/>
            </a:endParaRPr>
          </a:p>
        </p:txBody>
      </p:sp>
      <p:sp>
        <p:nvSpPr>
          <p:cNvPr id="4" name="Text Placeholder 3">
            <a:extLst>
              <a:ext uri="{FF2B5EF4-FFF2-40B4-BE49-F238E27FC236}">
                <a16:creationId xmlns:a16="http://schemas.microsoft.com/office/drawing/2014/main" id="{90A851C3-2BCC-7A7A-7421-4668BB971881}"/>
              </a:ext>
            </a:extLst>
          </p:cNvPr>
          <p:cNvSpPr>
            <a:spLocks noGrp="1"/>
          </p:cNvSpPr>
          <p:nvPr>
            <p:ph type="body" sz="quarter" idx="14"/>
          </p:nvPr>
        </p:nvSpPr>
        <p:spPr>
          <a:xfrm>
            <a:off x="492125" y="1647053"/>
            <a:ext cx="10059082" cy="1848623"/>
          </a:xfrm>
        </p:spPr>
        <p:txBody>
          <a:bodyPr/>
          <a:lstStyle/>
          <a:p>
            <a:r>
              <a:rPr lang="en-IE" sz="5400" b="0"/>
              <a:t>Accurate inputs for EPs is Critical to Capturing Value and Protecting Renewals</a:t>
            </a:r>
            <a:endParaRPr lang="en-IE" sz="5400" b="0">
              <a:latin typeface="Community" panose="02000303040000020003" pitchFamily="2" charset="0"/>
            </a:endParaRPr>
          </a:p>
        </p:txBody>
      </p:sp>
      <p:sp>
        <p:nvSpPr>
          <p:cNvPr id="5" name="Text Placeholder 4">
            <a:extLst>
              <a:ext uri="{FF2B5EF4-FFF2-40B4-BE49-F238E27FC236}">
                <a16:creationId xmlns:a16="http://schemas.microsoft.com/office/drawing/2014/main" id="{93A73620-5426-60E9-A397-1F814BA44FA4}"/>
              </a:ext>
            </a:extLst>
          </p:cNvPr>
          <p:cNvSpPr>
            <a:spLocks noGrp="1"/>
          </p:cNvSpPr>
          <p:nvPr>
            <p:ph type="body" sz="quarter" idx="31"/>
          </p:nvPr>
        </p:nvSpPr>
        <p:spPr>
          <a:xfrm>
            <a:off x="165240" y="117425"/>
            <a:ext cx="2464121" cy="457200"/>
          </a:xfrm>
        </p:spPr>
        <p:txBody>
          <a:bodyPr/>
          <a:lstStyle/>
          <a:p>
            <a:r>
              <a:rPr lang="en-US"/>
              <a:t>Account Utilization</a:t>
            </a:r>
          </a:p>
        </p:txBody>
      </p:sp>
      <p:sp>
        <p:nvSpPr>
          <p:cNvPr id="92" name="Rectangle 91">
            <a:extLst>
              <a:ext uri="{FF2B5EF4-FFF2-40B4-BE49-F238E27FC236}">
                <a16:creationId xmlns:a16="http://schemas.microsoft.com/office/drawing/2014/main" id="{63165B94-6B59-9949-FF55-D7E489F402CE}"/>
              </a:ext>
            </a:extLst>
          </p:cNvPr>
          <p:cNvSpPr/>
          <p:nvPr/>
        </p:nvSpPr>
        <p:spPr>
          <a:xfrm>
            <a:off x="474663" y="4330700"/>
            <a:ext cx="9893300" cy="6188075"/>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endParaRPr kumimoji="0" lang="en-IE" sz="1800"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93" name="Rectangle 92">
            <a:extLst>
              <a:ext uri="{FF2B5EF4-FFF2-40B4-BE49-F238E27FC236}">
                <a16:creationId xmlns:a16="http://schemas.microsoft.com/office/drawing/2014/main" id="{C5550E84-855E-C30B-FD31-34C56C62B69C}"/>
              </a:ext>
            </a:extLst>
          </p:cNvPr>
          <p:cNvSpPr/>
          <p:nvPr/>
        </p:nvSpPr>
        <p:spPr>
          <a:xfrm>
            <a:off x="492125" y="4330700"/>
            <a:ext cx="1801813" cy="6188075"/>
          </a:xfrm>
          <a:prstGeom prst="rect">
            <a:avLst/>
          </a:prstGeom>
          <a:solidFill>
            <a:schemeClr val="accent5">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IE" sz="3200">
                <a:solidFill>
                  <a:schemeClr val="tx1"/>
                </a:solidFill>
                <a:latin typeface="Community" panose="02000303040000020003" pitchFamily="2" charset="0"/>
              </a:rPr>
              <a:t>After </a:t>
            </a:r>
          </a:p>
          <a:p>
            <a:pPr marL="0" marR="0" indent="0" algn="ctr" defTabSz="457200" rtl="0" eaLnBrk="1" fontAlgn="auto" latinLnBrk="0" hangingPunct="1">
              <a:lnSpc>
                <a:spcPct val="100000"/>
              </a:lnSpc>
              <a:spcBef>
                <a:spcPts val="0"/>
              </a:spcBef>
              <a:spcAft>
                <a:spcPts val="0"/>
              </a:spcAft>
              <a:buClrTx/>
              <a:buSzTx/>
              <a:buFontTx/>
              <a:buNone/>
              <a:tabLst/>
            </a:pPr>
            <a:r>
              <a:rPr lang="en-IE" sz="3200">
                <a:solidFill>
                  <a:schemeClr val="tx1"/>
                </a:solidFill>
                <a:latin typeface="Community"/>
              </a:rPr>
              <a:t>6 Months</a:t>
            </a:r>
            <a:endParaRPr lang="en-IE" sz="2000">
              <a:solidFill>
                <a:schemeClr val="tx1"/>
              </a:solidFill>
              <a:latin typeface="Community" panose="02000303040000020003" pitchFamily="2" charset="0"/>
            </a:endParaRPr>
          </a:p>
        </p:txBody>
      </p:sp>
      <p:sp>
        <p:nvSpPr>
          <p:cNvPr id="104" name="TextBox 103">
            <a:extLst>
              <a:ext uri="{FF2B5EF4-FFF2-40B4-BE49-F238E27FC236}">
                <a16:creationId xmlns:a16="http://schemas.microsoft.com/office/drawing/2014/main" id="{7893BD04-C277-E984-02F7-00F83CF51382}"/>
              </a:ext>
            </a:extLst>
          </p:cNvPr>
          <p:cNvSpPr txBox="1"/>
          <p:nvPr/>
        </p:nvSpPr>
        <p:spPr>
          <a:xfrm>
            <a:off x="4654550" y="10118725"/>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105" name="TextBox 104">
            <a:extLst>
              <a:ext uri="{FF2B5EF4-FFF2-40B4-BE49-F238E27FC236}">
                <a16:creationId xmlns:a16="http://schemas.microsoft.com/office/drawing/2014/main" id="{E805AD50-43B5-3749-8F8F-C71E2D1F9645}"/>
              </a:ext>
            </a:extLst>
          </p:cNvPr>
          <p:cNvSpPr txBox="1"/>
          <p:nvPr/>
        </p:nvSpPr>
        <p:spPr>
          <a:xfrm>
            <a:off x="4716463" y="9983788"/>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106" name="TextBox 105">
            <a:extLst>
              <a:ext uri="{FF2B5EF4-FFF2-40B4-BE49-F238E27FC236}">
                <a16:creationId xmlns:a16="http://schemas.microsoft.com/office/drawing/2014/main" id="{4FE259D3-4B9A-138D-1137-73F4395459EF}"/>
              </a:ext>
            </a:extLst>
          </p:cNvPr>
          <p:cNvSpPr txBox="1"/>
          <p:nvPr/>
        </p:nvSpPr>
        <p:spPr>
          <a:xfrm>
            <a:off x="8356600" y="9983788"/>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graphicFrame>
        <p:nvGraphicFramePr>
          <p:cNvPr id="44" name="Chart 43">
            <a:extLst>
              <a:ext uri="{FF2B5EF4-FFF2-40B4-BE49-F238E27FC236}">
                <a16:creationId xmlns:a16="http://schemas.microsoft.com/office/drawing/2014/main" id="{B42FACFD-7D9F-FC8D-C02D-AC938FED4884}"/>
              </a:ext>
            </a:extLst>
          </p:cNvPr>
          <p:cNvGraphicFramePr/>
          <p:nvPr>
            <p:custDataLst>
              <p:tags r:id="rId2"/>
            </p:custDataLst>
            <p:extLst>
              <p:ext uri="{D42A27DB-BD31-4B8C-83A1-F6EECF244321}">
                <p14:modId xmlns:p14="http://schemas.microsoft.com/office/powerpoint/2010/main" val="634305197"/>
              </p:ext>
            </p:extLst>
          </p:nvPr>
        </p:nvGraphicFramePr>
        <p:xfrm>
          <a:off x="2481263" y="6026150"/>
          <a:ext cx="7886700" cy="3205163"/>
        </p:xfrm>
        <a:graphic>
          <a:graphicData uri="http://schemas.openxmlformats.org/drawingml/2006/chart">
            <c:chart xmlns:c="http://schemas.openxmlformats.org/drawingml/2006/chart" xmlns:r="http://schemas.openxmlformats.org/officeDocument/2006/relationships" r:id="rId20"/>
          </a:graphicData>
        </a:graphic>
      </p:graphicFrame>
      <p:sp>
        <p:nvSpPr>
          <p:cNvPr id="128" name="Text Placeholder 2">
            <a:extLst>
              <a:ext uri="{FF2B5EF4-FFF2-40B4-BE49-F238E27FC236}">
                <a16:creationId xmlns:a16="http://schemas.microsoft.com/office/drawing/2014/main" id="{E9FF2774-3244-74DC-F74C-E49E3D5F0E05}"/>
              </a:ext>
            </a:extLst>
          </p:cNvPr>
          <p:cNvSpPr txBox="1">
            <a:spLocks/>
          </p:cNvSpPr>
          <p:nvPr>
            <p:custDataLst>
              <p:tags r:id="rId3"/>
            </p:custDataLst>
          </p:nvPr>
        </p:nvSpPr>
        <p:spPr bwMode="auto">
          <a:xfrm>
            <a:off x="5564188" y="9205913"/>
            <a:ext cx="1717675"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863F1FAF-5F8D-4BD6-83E3-D69D69DEEBAC}" type="datetime'Av''er''age Uti''l''''i''''''''s''at''i''o''''''n'">
              <a:rPr lang="en-IE" altLang="en-US" sz="1800" smtClean="0">
                <a:latin typeface="+mn-lt"/>
              </a:rPr>
              <a:pPr marL="0" indent="0" algn="ctr">
                <a:spcBef>
                  <a:spcPct val="0"/>
                </a:spcBef>
                <a:spcAft>
                  <a:spcPct val="0"/>
                </a:spcAft>
                <a:buNone/>
              </a:pPr>
              <a:t>Average Utilisation</a:t>
            </a:fld>
            <a:endParaRPr lang="en-IE" sz="1800">
              <a:latin typeface="+mn-lt"/>
            </a:endParaRPr>
          </a:p>
        </p:txBody>
      </p:sp>
      <p:sp>
        <p:nvSpPr>
          <p:cNvPr id="129" name="Text Placeholder 2">
            <a:extLst>
              <a:ext uri="{FF2B5EF4-FFF2-40B4-BE49-F238E27FC236}">
                <a16:creationId xmlns:a16="http://schemas.microsoft.com/office/drawing/2014/main" id="{A2013D07-CD3F-4B66-03A8-22701335CBBD}"/>
              </a:ext>
            </a:extLst>
          </p:cNvPr>
          <p:cNvSpPr txBox="1">
            <a:spLocks/>
          </p:cNvSpPr>
          <p:nvPr>
            <p:custDataLst>
              <p:tags r:id="rId4"/>
            </p:custDataLst>
          </p:nvPr>
        </p:nvSpPr>
        <p:spPr bwMode="auto">
          <a:xfrm>
            <a:off x="8297863" y="9205913"/>
            <a:ext cx="1400175"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r>
              <a:rPr lang="en-GB" sz="1800">
                <a:solidFill>
                  <a:srgbClr val="004182"/>
                </a:solidFill>
                <a:effectLst/>
                <a:latin typeface="Community" panose="02000303040000020003" pitchFamily="50" charset="0"/>
              </a:rPr>
              <a:t>Over Utilization</a:t>
            </a:r>
            <a:endParaRPr lang="en-IE" sz="1800">
              <a:latin typeface="+mn-lt"/>
            </a:endParaRPr>
          </a:p>
        </p:txBody>
      </p:sp>
      <p:sp>
        <p:nvSpPr>
          <p:cNvPr id="130" name="Text Placeholder 2">
            <a:extLst>
              <a:ext uri="{FF2B5EF4-FFF2-40B4-BE49-F238E27FC236}">
                <a16:creationId xmlns:a16="http://schemas.microsoft.com/office/drawing/2014/main" id="{BAC0AF02-0CA9-30F1-685F-AFC8647CBB54}"/>
              </a:ext>
            </a:extLst>
          </p:cNvPr>
          <p:cNvSpPr txBox="1">
            <a:spLocks/>
          </p:cNvSpPr>
          <p:nvPr>
            <p:custDataLst>
              <p:tags r:id="rId5"/>
            </p:custDataLst>
          </p:nvPr>
        </p:nvSpPr>
        <p:spPr bwMode="gray">
          <a:xfrm>
            <a:off x="3155950" y="5808663"/>
            <a:ext cx="466725"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33338" tIns="0" rIns="33338"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ACC80001-224A-41F2-9661-5B16167B9282}" type="datetime'''''''''5''''''''0''''''''%'">
              <a:rPr lang="en-IE" altLang="en-US" sz="1800" smtClean="0">
                <a:latin typeface="Community Pro" panose="02000303040000020003" pitchFamily="2" charset="0"/>
              </a:rPr>
              <a:pPr marL="0" indent="0" algn="ctr">
                <a:spcBef>
                  <a:spcPct val="0"/>
                </a:spcBef>
                <a:spcAft>
                  <a:spcPct val="0"/>
                </a:spcAft>
                <a:buNone/>
              </a:pPr>
              <a:t>50%</a:t>
            </a:fld>
            <a:endParaRPr lang="en-IE" sz="1800">
              <a:latin typeface="Community Pro" panose="02000303040000020003" pitchFamily="2" charset="0"/>
            </a:endParaRPr>
          </a:p>
        </p:txBody>
      </p:sp>
      <p:sp>
        <p:nvSpPr>
          <p:cNvPr id="131" name="Text Placeholder 2">
            <a:extLst>
              <a:ext uri="{FF2B5EF4-FFF2-40B4-BE49-F238E27FC236}">
                <a16:creationId xmlns:a16="http://schemas.microsoft.com/office/drawing/2014/main" id="{7A7FAAFF-071A-C468-E020-9082923BF563}"/>
              </a:ext>
            </a:extLst>
          </p:cNvPr>
          <p:cNvSpPr txBox="1">
            <a:spLocks/>
          </p:cNvSpPr>
          <p:nvPr>
            <p:custDataLst>
              <p:tags r:id="rId6"/>
            </p:custDataLst>
          </p:nvPr>
        </p:nvSpPr>
        <p:spPr bwMode="gray">
          <a:xfrm>
            <a:off x="4078288" y="6713538"/>
            <a:ext cx="460375"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33338" tIns="0" rIns="33338"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8A0138DE-37D3-4D4F-9B03-7F7B6441AF1B}" type="datetime'3''''''''''''''''''''''''''5''%'''''''''''''''''">
              <a:rPr lang="en-IE" altLang="en-US" sz="1800" smtClean="0">
                <a:latin typeface="Community Pro" panose="02000303040000020003" pitchFamily="2" charset="0"/>
              </a:rPr>
              <a:pPr marL="0" indent="0" algn="ctr">
                <a:spcBef>
                  <a:spcPct val="0"/>
                </a:spcBef>
                <a:spcAft>
                  <a:spcPct val="0"/>
                </a:spcAft>
                <a:buNone/>
              </a:pPr>
              <a:t>35%</a:t>
            </a:fld>
            <a:endParaRPr lang="en-IE" sz="1800">
              <a:latin typeface="Community Pro" panose="02000303040000020003" pitchFamily="2" charset="0"/>
            </a:endParaRPr>
          </a:p>
        </p:txBody>
      </p:sp>
      <p:sp>
        <p:nvSpPr>
          <p:cNvPr id="132" name="Text Placeholder 2">
            <a:extLst>
              <a:ext uri="{FF2B5EF4-FFF2-40B4-BE49-F238E27FC236}">
                <a16:creationId xmlns:a16="http://schemas.microsoft.com/office/drawing/2014/main" id="{4BA343B6-FFDE-F670-BCFC-94C221B6A63B}"/>
              </a:ext>
            </a:extLst>
          </p:cNvPr>
          <p:cNvSpPr txBox="1">
            <a:spLocks/>
          </p:cNvSpPr>
          <p:nvPr>
            <p:custDataLst>
              <p:tags r:id="rId7"/>
            </p:custDataLst>
          </p:nvPr>
        </p:nvSpPr>
        <p:spPr bwMode="auto">
          <a:xfrm>
            <a:off x="3100388" y="9205913"/>
            <a:ext cx="1498600"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B2BBEF9B-B115-41CE-96B5-42E5291568AC}" type="datetime'Unde''r ''''U''''''''t''ilisa''''''''i''''''''''''''t''on'''''">
              <a:rPr lang="en-IE" altLang="en-US" sz="1800" smtClean="0">
                <a:latin typeface="+mn-lt"/>
              </a:rPr>
              <a:pPr marL="0" indent="0" algn="ctr">
                <a:spcBef>
                  <a:spcPct val="0"/>
                </a:spcBef>
                <a:spcAft>
                  <a:spcPct val="0"/>
                </a:spcAft>
                <a:buNone/>
              </a:pPr>
              <a:t>Under Utilisaiton</a:t>
            </a:fld>
            <a:endParaRPr lang="en-IE" sz="1800">
              <a:latin typeface="+mn-lt"/>
            </a:endParaRPr>
          </a:p>
        </p:txBody>
      </p:sp>
      <p:sp>
        <p:nvSpPr>
          <p:cNvPr id="133" name="Text Placeholder 2">
            <a:extLst>
              <a:ext uri="{FF2B5EF4-FFF2-40B4-BE49-F238E27FC236}">
                <a16:creationId xmlns:a16="http://schemas.microsoft.com/office/drawing/2014/main" id="{8FD88AA6-EAF7-28D6-9C2A-7C36AAEFF418}"/>
              </a:ext>
            </a:extLst>
          </p:cNvPr>
          <p:cNvSpPr txBox="1">
            <a:spLocks/>
          </p:cNvSpPr>
          <p:nvPr>
            <p:custDataLst>
              <p:tags r:id="rId8"/>
            </p:custDataLst>
          </p:nvPr>
        </p:nvSpPr>
        <p:spPr bwMode="gray">
          <a:xfrm>
            <a:off x="6653213" y="6110288"/>
            <a:ext cx="461963"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33338" tIns="0" rIns="33338"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DD36B390-E411-43EA-B0F0-670877C9C739}" type="datetime'''''''4''''''''5''''''''''''''''''''''''''''''''''''%'''''">
              <a:rPr lang="en-IE" altLang="en-US" sz="1800" smtClean="0">
                <a:latin typeface="Community Pro" panose="02000303040000020003" pitchFamily="2" charset="0"/>
              </a:rPr>
              <a:pPr marL="0" indent="0" algn="ctr">
                <a:spcBef>
                  <a:spcPct val="0"/>
                </a:spcBef>
                <a:spcAft>
                  <a:spcPct val="0"/>
                </a:spcAft>
                <a:buNone/>
              </a:pPr>
              <a:t>45%</a:t>
            </a:fld>
            <a:endParaRPr lang="en-IE" sz="1800">
              <a:latin typeface="Community Pro" panose="02000303040000020003" pitchFamily="2" charset="0"/>
            </a:endParaRPr>
          </a:p>
        </p:txBody>
      </p:sp>
      <p:sp>
        <p:nvSpPr>
          <p:cNvPr id="134" name="Text Placeholder 2">
            <a:extLst>
              <a:ext uri="{FF2B5EF4-FFF2-40B4-BE49-F238E27FC236}">
                <a16:creationId xmlns:a16="http://schemas.microsoft.com/office/drawing/2014/main" id="{71F665C5-5C9D-884D-E482-980E9035F5E4}"/>
              </a:ext>
            </a:extLst>
          </p:cNvPr>
          <p:cNvSpPr txBox="1">
            <a:spLocks/>
          </p:cNvSpPr>
          <p:nvPr>
            <p:custDataLst>
              <p:tags r:id="rId9"/>
            </p:custDataLst>
          </p:nvPr>
        </p:nvSpPr>
        <p:spPr bwMode="gray">
          <a:xfrm>
            <a:off x="8307388" y="6110288"/>
            <a:ext cx="461963"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33338" tIns="0" rIns="33338"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D169E88D-3E69-42E2-86B6-4EF1D3967390}" type="datetime'''''''''''''4''''''''''''''''''''5''''''''''''''''%'''''">
              <a:rPr lang="en-IE" altLang="en-US" sz="1800" smtClean="0">
                <a:latin typeface="Community Pro" panose="02000303040000020003" pitchFamily="2" charset="0"/>
              </a:rPr>
              <a:pPr marL="0" indent="0" algn="ctr">
                <a:spcBef>
                  <a:spcPct val="0"/>
                </a:spcBef>
                <a:spcAft>
                  <a:spcPct val="0"/>
                </a:spcAft>
                <a:buNone/>
              </a:pPr>
              <a:t>45%</a:t>
            </a:fld>
            <a:endParaRPr lang="en-IE" sz="1800">
              <a:latin typeface="Community Pro" panose="02000303040000020003" pitchFamily="2" charset="0"/>
            </a:endParaRPr>
          </a:p>
        </p:txBody>
      </p:sp>
      <p:sp>
        <p:nvSpPr>
          <p:cNvPr id="135" name="Text Placeholder 2">
            <a:extLst>
              <a:ext uri="{FF2B5EF4-FFF2-40B4-BE49-F238E27FC236}">
                <a16:creationId xmlns:a16="http://schemas.microsoft.com/office/drawing/2014/main" id="{A95D7A8B-D2DE-74C7-139D-0FB907B7E162}"/>
              </a:ext>
            </a:extLst>
          </p:cNvPr>
          <p:cNvSpPr txBox="1">
            <a:spLocks/>
          </p:cNvSpPr>
          <p:nvPr>
            <p:custDataLst>
              <p:tags r:id="rId10"/>
            </p:custDataLst>
          </p:nvPr>
        </p:nvSpPr>
        <p:spPr bwMode="gray">
          <a:xfrm>
            <a:off x="9224963" y="7620000"/>
            <a:ext cx="465138"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33338" tIns="0" rIns="33338"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7817079B-6789-4A68-AD33-4150810BDC2B}" type="datetime'''''''''''''''''''''''''''''''''''''''2''0''%'''''''''''''">
              <a:rPr lang="en-IE" altLang="en-US" sz="1800" smtClean="0">
                <a:latin typeface="Community Pro" panose="02000303040000020003" pitchFamily="2" charset="0"/>
              </a:rPr>
              <a:pPr marL="0" indent="0" algn="ctr">
                <a:spcBef>
                  <a:spcPct val="0"/>
                </a:spcBef>
                <a:spcAft>
                  <a:spcPct val="0"/>
                </a:spcAft>
                <a:buNone/>
              </a:pPr>
              <a:t>20%</a:t>
            </a:fld>
            <a:endParaRPr lang="en-IE" sz="1800">
              <a:latin typeface="Community Pro" panose="02000303040000020003" pitchFamily="2" charset="0"/>
            </a:endParaRPr>
          </a:p>
        </p:txBody>
      </p:sp>
      <p:sp>
        <p:nvSpPr>
          <p:cNvPr id="136" name="Text Placeholder 2">
            <a:extLst>
              <a:ext uri="{FF2B5EF4-FFF2-40B4-BE49-F238E27FC236}">
                <a16:creationId xmlns:a16="http://schemas.microsoft.com/office/drawing/2014/main" id="{D2DBE69E-4A6A-ED48-5DEC-615151987DF8}"/>
              </a:ext>
            </a:extLst>
          </p:cNvPr>
          <p:cNvSpPr txBox="1">
            <a:spLocks/>
          </p:cNvSpPr>
          <p:nvPr>
            <p:custDataLst>
              <p:tags r:id="rId11"/>
            </p:custDataLst>
          </p:nvPr>
        </p:nvSpPr>
        <p:spPr bwMode="gray">
          <a:xfrm>
            <a:off x="5792788" y="8526463"/>
            <a:ext cx="342900" cy="2746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33338" tIns="0" rIns="33338"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627AFED2-53DC-4351-AF56-22B4F90A4BAC}" type="datetime'''''5''''''''''''''''''''''''''''''''''''%'''''">
              <a:rPr lang="en-IE" altLang="en-US" sz="1800" smtClean="0">
                <a:latin typeface="Community Pro" panose="02000303040000020003" pitchFamily="2" charset="0"/>
              </a:rPr>
              <a:pPr marL="0" indent="0" algn="ctr">
                <a:spcBef>
                  <a:spcPct val="0"/>
                </a:spcBef>
                <a:spcAft>
                  <a:spcPct val="0"/>
                </a:spcAft>
                <a:buNone/>
              </a:pPr>
              <a:t>5%</a:t>
            </a:fld>
            <a:endParaRPr lang="en-IE" sz="1800">
              <a:latin typeface="Community Pro" panose="02000303040000020003" pitchFamily="2" charset="0"/>
            </a:endParaRPr>
          </a:p>
        </p:txBody>
      </p:sp>
      <p:sp>
        <p:nvSpPr>
          <p:cNvPr id="137" name="Rectangle 136">
            <a:extLst>
              <a:ext uri="{FF2B5EF4-FFF2-40B4-BE49-F238E27FC236}">
                <a16:creationId xmlns:a16="http://schemas.microsoft.com/office/drawing/2014/main" id="{82B3BF24-EECF-A5DA-AAE9-C97BA474E062}"/>
              </a:ext>
            </a:extLst>
          </p:cNvPr>
          <p:cNvSpPr/>
          <p:nvPr>
            <p:custDataLst>
              <p:tags r:id="rId12"/>
            </p:custDataLst>
          </p:nvPr>
        </p:nvSpPr>
        <p:spPr bwMode="auto">
          <a:xfrm>
            <a:off x="8559800" y="4538663"/>
            <a:ext cx="250825" cy="187325"/>
          </a:xfrm>
          <a:prstGeom prst="rect">
            <a:avLst/>
          </a:prstGeom>
          <a:solidFill>
            <a:schemeClr val="accent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38" name="Rectangle 137">
            <a:extLst>
              <a:ext uri="{FF2B5EF4-FFF2-40B4-BE49-F238E27FC236}">
                <a16:creationId xmlns:a16="http://schemas.microsoft.com/office/drawing/2014/main" id="{A19F80FB-63CE-7A17-D25A-C86661FBE63B}"/>
              </a:ext>
            </a:extLst>
          </p:cNvPr>
          <p:cNvSpPr/>
          <p:nvPr>
            <p:custDataLst>
              <p:tags r:id="rId13"/>
            </p:custDataLst>
          </p:nvPr>
        </p:nvSpPr>
        <p:spPr bwMode="auto">
          <a:xfrm>
            <a:off x="8559800" y="4802188"/>
            <a:ext cx="250825" cy="187325"/>
          </a:xfrm>
          <a:prstGeom prst="rect">
            <a:avLst/>
          </a:prstGeom>
          <a:solidFill>
            <a:schemeClr val="accent2"/>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39" name="Text Placeholder 2">
            <a:extLst>
              <a:ext uri="{FF2B5EF4-FFF2-40B4-BE49-F238E27FC236}">
                <a16:creationId xmlns:a16="http://schemas.microsoft.com/office/drawing/2014/main" id="{B1CCED53-C78E-44D5-2521-FAF58517BA26}"/>
              </a:ext>
            </a:extLst>
          </p:cNvPr>
          <p:cNvSpPr txBox="1">
            <a:spLocks/>
          </p:cNvSpPr>
          <p:nvPr>
            <p:custDataLst>
              <p:tags r:id="rId14"/>
            </p:custDataLst>
          </p:nvPr>
        </p:nvSpPr>
        <p:spPr bwMode="auto">
          <a:xfrm>
            <a:off x="8861425" y="4533900"/>
            <a:ext cx="11715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spcBef>
                <a:spcPct val="0"/>
              </a:spcBef>
              <a:spcAft>
                <a:spcPct val="0"/>
              </a:spcAft>
              <a:buNone/>
            </a:pPr>
            <a:fld id="{4A751FDB-EE18-4297-8A45-D39E75187964}" type="datetime'''N''e''w B''''''u''sin''''''''e''''''s''''''''s'' E''''''P'">
              <a:rPr lang="en-IE" altLang="en-US" sz="1400" smtClean="0"/>
              <a:pPr marL="0" indent="0">
                <a:spcBef>
                  <a:spcPct val="0"/>
                </a:spcBef>
                <a:spcAft>
                  <a:spcPct val="0"/>
                </a:spcAft>
                <a:buNone/>
              </a:pPr>
              <a:t>New Business EP</a:t>
            </a:fld>
            <a:endParaRPr lang="en-IE" sz="1400"/>
          </a:p>
        </p:txBody>
      </p:sp>
      <p:sp>
        <p:nvSpPr>
          <p:cNvPr id="140" name="Text Placeholder 2">
            <a:extLst>
              <a:ext uri="{FF2B5EF4-FFF2-40B4-BE49-F238E27FC236}">
                <a16:creationId xmlns:a16="http://schemas.microsoft.com/office/drawing/2014/main" id="{1570EB8F-4256-A3A1-E0EC-6800A2D0CD82}"/>
              </a:ext>
            </a:extLst>
          </p:cNvPr>
          <p:cNvSpPr txBox="1">
            <a:spLocks/>
          </p:cNvSpPr>
          <p:nvPr>
            <p:custDataLst>
              <p:tags r:id="rId15"/>
            </p:custDataLst>
          </p:nvPr>
        </p:nvSpPr>
        <p:spPr bwMode="auto">
          <a:xfrm>
            <a:off x="8861425" y="4797425"/>
            <a:ext cx="9525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spcBef>
                <a:spcPct val="0"/>
              </a:spcBef>
              <a:spcAft>
                <a:spcPct val="0"/>
              </a:spcAft>
              <a:buNone/>
            </a:pPr>
            <a:fld id="{8B0AC69C-177B-48BC-B436-FC40DA4B6EEF}" type="datetime'''P''i''''''l''''''o''t'''''' Re''''''''''''''ne''''''wal'''''">
              <a:rPr lang="en-IE" altLang="en-US" sz="1400" smtClean="0"/>
              <a:pPr marL="0" indent="0">
                <a:spcBef>
                  <a:spcPct val="0"/>
                </a:spcBef>
                <a:spcAft>
                  <a:spcPct val="0"/>
                </a:spcAft>
                <a:buNone/>
              </a:pPr>
              <a:t>Pilot Renewal</a:t>
            </a:fld>
            <a:endParaRPr lang="en-IE" sz="1400"/>
          </a:p>
        </p:txBody>
      </p:sp>
      <p:sp>
        <p:nvSpPr>
          <p:cNvPr id="147" name="TextBox 146">
            <a:extLst>
              <a:ext uri="{FF2B5EF4-FFF2-40B4-BE49-F238E27FC236}">
                <a16:creationId xmlns:a16="http://schemas.microsoft.com/office/drawing/2014/main" id="{301312FF-5675-7787-3FB4-BE7C287563F7}"/>
              </a:ext>
            </a:extLst>
          </p:cNvPr>
          <p:cNvSpPr txBox="1"/>
          <p:nvPr/>
        </p:nvSpPr>
        <p:spPr>
          <a:xfrm>
            <a:off x="1165581" y="12956861"/>
            <a:ext cx="12750800" cy="523220"/>
          </a:xfrm>
          <a:prstGeom prst="rect">
            <a:avLst/>
          </a:prstGeom>
          <a:noFill/>
        </p:spPr>
        <p:txBody>
          <a:bodyPr wrap="square" lIns="91440" tIns="45720" rIns="91440" bIns="45720" rtlCol="0" anchor="t">
            <a:spAutoFit/>
          </a:bodyPr>
          <a:lstStyle/>
          <a:p>
            <a:r>
              <a:rPr lang="en-IE" sz="1400"/>
              <a:t>Findings are directional and will be validated as additional cohorts mature – time stamp at August 2025 (1 month being September (2025, 6 months being January 2026)</a:t>
            </a:r>
            <a:br>
              <a:rPr lang="en-US"/>
            </a:br>
            <a:r>
              <a:rPr lang="en-IE" sz="1400"/>
              <a:t>* Regional Splits in Appendix, Slide 27</a:t>
            </a:r>
          </a:p>
        </p:txBody>
      </p:sp>
      <p:sp>
        <p:nvSpPr>
          <p:cNvPr id="16" name="TextBox 15">
            <a:extLst>
              <a:ext uri="{FF2B5EF4-FFF2-40B4-BE49-F238E27FC236}">
                <a16:creationId xmlns:a16="http://schemas.microsoft.com/office/drawing/2014/main" id="{2801C3F9-3B48-9A40-E38A-C69698A2E554}"/>
              </a:ext>
            </a:extLst>
          </p:cNvPr>
          <p:cNvSpPr txBox="1"/>
          <p:nvPr/>
        </p:nvSpPr>
        <p:spPr>
          <a:xfrm>
            <a:off x="776288" y="9661525"/>
            <a:ext cx="1409700" cy="238125"/>
          </a:xfrm>
          <a:prstGeom prst="rect">
            <a:avLst/>
          </a:prstGeom>
          <a:noFill/>
        </p:spPr>
        <p:txBody>
          <a:bodyPr wrap="square" lIns="0" tIns="0" rIns="0" bIns="0" rtlCol="0" anchor="t">
            <a:noAutofit/>
          </a:bodyPr>
          <a:lstStyle/>
          <a:p>
            <a:pPr marL="0" marR="0" lvl="0" indent="0" algn="ctr" defTabSz="182889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C4345"/>
                </a:solidFill>
                <a:effectLst/>
                <a:uLnTx/>
                <a:uFillTx/>
                <a:latin typeface="Community"/>
                <a:ea typeface="+mn-ea"/>
                <a:cs typeface="+mn-cs"/>
              </a:rPr>
              <a:t># </a:t>
            </a:r>
            <a:r>
              <a:rPr kumimoji="0" lang="en-US" b="1" i="0" u="none" strike="noStrike" kern="1200" cap="none" spc="0" normalizeH="0" baseline="0" noProof="0">
                <a:ln>
                  <a:noFill/>
                </a:ln>
                <a:solidFill>
                  <a:srgbClr val="3C4345"/>
                </a:solidFill>
                <a:effectLst/>
                <a:uLnTx/>
                <a:uFillTx/>
                <a:latin typeface="Community"/>
                <a:ea typeface="+mn-ea"/>
                <a:cs typeface="+mn-cs"/>
              </a:rPr>
              <a:t>Accounts</a:t>
            </a:r>
            <a:r>
              <a:rPr kumimoji="0" lang="en-US" sz="1200" b="1" i="0" u="none" strike="noStrike" kern="1200" cap="none" spc="0" normalizeH="0" baseline="0" noProof="0">
                <a:ln>
                  <a:noFill/>
                </a:ln>
                <a:solidFill>
                  <a:srgbClr val="3C4345"/>
                </a:solidFill>
                <a:effectLst/>
                <a:uLnTx/>
                <a:uFillTx/>
                <a:latin typeface="Community"/>
                <a:ea typeface="+mn-ea"/>
                <a:cs typeface="+mn-cs"/>
              </a:rPr>
              <a:t> </a:t>
            </a:r>
          </a:p>
          <a:p>
            <a:pPr marL="0" marR="0" lvl="0" indent="0" algn="ctr" defTabSz="1828891"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3C4345"/>
              </a:solidFill>
              <a:effectLst/>
              <a:uLnTx/>
              <a:uFillTx/>
              <a:latin typeface="Community"/>
              <a:ea typeface="+mn-ea"/>
              <a:cs typeface="+mn-cs"/>
            </a:endParaRPr>
          </a:p>
        </p:txBody>
      </p:sp>
      <p:sp>
        <p:nvSpPr>
          <p:cNvPr id="17" name="Oval 16">
            <a:extLst>
              <a:ext uri="{FF2B5EF4-FFF2-40B4-BE49-F238E27FC236}">
                <a16:creationId xmlns:a16="http://schemas.microsoft.com/office/drawing/2014/main" id="{5471DDAE-1D9D-CB37-3212-DBF46D40D2FA}"/>
              </a:ext>
            </a:extLst>
          </p:cNvPr>
          <p:cNvSpPr/>
          <p:nvPr/>
        </p:nvSpPr>
        <p:spPr>
          <a:xfrm>
            <a:off x="2984500" y="9569450"/>
            <a:ext cx="679450" cy="574675"/>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1828891" rtl="0" eaLnBrk="1" fontAlgn="auto" latinLnBrk="0" hangingPunct="1">
              <a:lnSpc>
                <a:spcPct val="100000"/>
              </a:lnSpc>
              <a:spcBef>
                <a:spcPts val="0"/>
              </a:spcBef>
              <a:spcAft>
                <a:spcPts val="0"/>
              </a:spcAft>
              <a:buClrTx/>
              <a:buSzTx/>
              <a:buFontTx/>
              <a:buNone/>
              <a:tabLst/>
              <a:defRPr/>
            </a:pPr>
            <a:r>
              <a:rPr lang="en-US">
                <a:solidFill>
                  <a:schemeClr val="bg1"/>
                </a:solidFill>
                <a:latin typeface="Community"/>
              </a:rPr>
              <a:t>12</a:t>
            </a:r>
            <a:endParaRPr kumimoji="0" lang="en-US" b="0" i="0" u="none" strike="noStrike" kern="1200" cap="none" spc="0" normalizeH="0" baseline="0" noProof="0">
              <a:ln>
                <a:noFill/>
              </a:ln>
              <a:solidFill>
                <a:schemeClr val="bg1"/>
              </a:solidFill>
              <a:effectLst/>
              <a:uLnTx/>
              <a:uFillTx/>
              <a:latin typeface="Community"/>
              <a:ea typeface="+mn-ea"/>
              <a:cs typeface="+mn-cs"/>
            </a:endParaRPr>
          </a:p>
        </p:txBody>
      </p:sp>
      <p:sp>
        <p:nvSpPr>
          <p:cNvPr id="18" name="Oval 17">
            <a:extLst>
              <a:ext uri="{FF2B5EF4-FFF2-40B4-BE49-F238E27FC236}">
                <a16:creationId xmlns:a16="http://schemas.microsoft.com/office/drawing/2014/main" id="{325B3F09-9C95-6164-2A6D-45793C94A1DD}"/>
              </a:ext>
            </a:extLst>
          </p:cNvPr>
          <p:cNvSpPr/>
          <p:nvPr/>
        </p:nvSpPr>
        <p:spPr>
          <a:xfrm>
            <a:off x="3932238" y="9569450"/>
            <a:ext cx="679450" cy="574675"/>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182889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chemeClr val="bg1"/>
                </a:solidFill>
                <a:effectLst/>
                <a:uLnTx/>
                <a:uFillTx/>
                <a:latin typeface="Community"/>
                <a:ea typeface="+mn-ea"/>
                <a:cs typeface="+mn-cs"/>
              </a:rPr>
              <a:t>49</a:t>
            </a:r>
          </a:p>
        </p:txBody>
      </p:sp>
      <p:sp>
        <p:nvSpPr>
          <p:cNvPr id="19" name="Oval 18">
            <a:extLst>
              <a:ext uri="{FF2B5EF4-FFF2-40B4-BE49-F238E27FC236}">
                <a16:creationId xmlns:a16="http://schemas.microsoft.com/office/drawing/2014/main" id="{0F1EE010-42C9-D955-B299-82C70591885C}"/>
              </a:ext>
            </a:extLst>
          </p:cNvPr>
          <p:cNvSpPr/>
          <p:nvPr/>
        </p:nvSpPr>
        <p:spPr>
          <a:xfrm>
            <a:off x="5673725" y="9550400"/>
            <a:ext cx="681038" cy="574675"/>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1828891" rtl="0" eaLnBrk="1" fontAlgn="auto" latinLnBrk="0" hangingPunct="1">
              <a:lnSpc>
                <a:spcPct val="100000"/>
              </a:lnSpc>
              <a:spcBef>
                <a:spcPts val="0"/>
              </a:spcBef>
              <a:spcAft>
                <a:spcPts val="0"/>
              </a:spcAft>
              <a:buClrTx/>
              <a:buSzTx/>
              <a:buFontTx/>
              <a:buNone/>
              <a:tabLst/>
              <a:defRPr/>
            </a:pPr>
            <a:r>
              <a:rPr lang="en-US">
                <a:solidFill>
                  <a:schemeClr val="bg1"/>
                </a:solidFill>
                <a:latin typeface="Community"/>
              </a:rPr>
              <a:t>1</a:t>
            </a:r>
            <a:endParaRPr kumimoji="0" lang="en-US" b="0" i="0" u="none" strike="noStrike" kern="1200" cap="none" spc="0" normalizeH="0" baseline="0" noProof="0">
              <a:ln>
                <a:noFill/>
              </a:ln>
              <a:solidFill>
                <a:schemeClr val="bg1"/>
              </a:solidFill>
              <a:effectLst/>
              <a:uLnTx/>
              <a:uFillTx/>
              <a:latin typeface="Community"/>
              <a:ea typeface="+mn-ea"/>
              <a:cs typeface="+mn-cs"/>
            </a:endParaRPr>
          </a:p>
        </p:txBody>
      </p:sp>
      <p:sp>
        <p:nvSpPr>
          <p:cNvPr id="20" name="Oval 19">
            <a:extLst>
              <a:ext uri="{FF2B5EF4-FFF2-40B4-BE49-F238E27FC236}">
                <a16:creationId xmlns:a16="http://schemas.microsoft.com/office/drawing/2014/main" id="{44B27F73-DB9D-833C-C776-0791BDE623AD}"/>
              </a:ext>
            </a:extLst>
          </p:cNvPr>
          <p:cNvSpPr/>
          <p:nvPr/>
        </p:nvSpPr>
        <p:spPr>
          <a:xfrm>
            <a:off x="6621463" y="9550400"/>
            <a:ext cx="681038" cy="574675"/>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1828891" rtl="0" eaLnBrk="1" fontAlgn="auto" latinLnBrk="0" hangingPunct="1">
              <a:lnSpc>
                <a:spcPct val="100000"/>
              </a:lnSpc>
              <a:spcBef>
                <a:spcPts val="0"/>
              </a:spcBef>
              <a:spcAft>
                <a:spcPts val="0"/>
              </a:spcAft>
              <a:buClrTx/>
              <a:buSzTx/>
              <a:buFontTx/>
              <a:buNone/>
              <a:tabLst/>
              <a:defRPr/>
            </a:pPr>
            <a:r>
              <a:rPr lang="en-US">
                <a:solidFill>
                  <a:schemeClr val="bg1"/>
                </a:solidFill>
                <a:latin typeface="Community"/>
              </a:rPr>
              <a:t>63</a:t>
            </a:r>
            <a:endParaRPr kumimoji="0" lang="en-US" b="0" i="0" u="none" strike="noStrike" kern="1200" cap="none" spc="0" normalizeH="0" baseline="0" noProof="0">
              <a:ln>
                <a:noFill/>
              </a:ln>
              <a:solidFill>
                <a:schemeClr val="bg1"/>
              </a:solidFill>
              <a:effectLst/>
              <a:uLnTx/>
              <a:uFillTx/>
              <a:latin typeface="Community"/>
              <a:ea typeface="+mn-ea"/>
              <a:cs typeface="+mn-cs"/>
            </a:endParaRPr>
          </a:p>
        </p:txBody>
      </p:sp>
      <p:sp>
        <p:nvSpPr>
          <p:cNvPr id="21" name="Oval 20">
            <a:extLst>
              <a:ext uri="{FF2B5EF4-FFF2-40B4-BE49-F238E27FC236}">
                <a16:creationId xmlns:a16="http://schemas.microsoft.com/office/drawing/2014/main" id="{A4DF9548-FF59-0C78-E1A6-B573E9C1BD1A}"/>
              </a:ext>
            </a:extLst>
          </p:cNvPr>
          <p:cNvSpPr/>
          <p:nvPr/>
        </p:nvSpPr>
        <p:spPr>
          <a:xfrm>
            <a:off x="8197850" y="9545638"/>
            <a:ext cx="681038" cy="574675"/>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182889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chemeClr val="bg1"/>
                </a:solidFill>
                <a:effectLst/>
                <a:uLnTx/>
                <a:uFillTx/>
                <a:latin typeface="Community"/>
                <a:ea typeface="+mn-ea"/>
                <a:cs typeface="+mn-cs"/>
              </a:rPr>
              <a:t>10</a:t>
            </a:r>
          </a:p>
        </p:txBody>
      </p:sp>
      <p:sp>
        <p:nvSpPr>
          <p:cNvPr id="22" name="Oval 21">
            <a:extLst>
              <a:ext uri="{FF2B5EF4-FFF2-40B4-BE49-F238E27FC236}">
                <a16:creationId xmlns:a16="http://schemas.microsoft.com/office/drawing/2014/main" id="{214779D2-272A-3D9C-BEE1-6E37F34D3EFC}"/>
              </a:ext>
            </a:extLst>
          </p:cNvPr>
          <p:cNvSpPr/>
          <p:nvPr/>
        </p:nvSpPr>
        <p:spPr>
          <a:xfrm>
            <a:off x="9094788" y="9569450"/>
            <a:ext cx="679450" cy="574675"/>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1828891" rtl="0" eaLnBrk="1" fontAlgn="auto" latinLnBrk="0" hangingPunct="1">
              <a:lnSpc>
                <a:spcPct val="100000"/>
              </a:lnSpc>
              <a:spcBef>
                <a:spcPts val="0"/>
              </a:spcBef>
              <a:spcAft>
                <a:spcPts val="0"/>
              </a:spcAft>
              <a:buClrTx/>
              <a:buSzTx/>
              <a:buFontTx/>
              <a:buNone/>
              <a:tabLst/>
              <a:defRPr/>
            </a:pPr>
            <a:r>
              <a:rPr lang="en-US">
                <a:solidFill>
                  <a:schemeClr val="bg1"/>
                </a:solidFill>
                <a:latin typeface="Community"/>
              </a:rPr>
              <a:t>28</a:t>
            </a:r>
            <a:endParaRPr kumimoji="0" lang="en-US" b="0" i="0" u="none" strike="noStrike" kern="1200" cap="none" spc="0" normalizeH="0" baseline="0" noProof="0">
              <a:ln>
                <a:noFill/>
              </a:ln>
              <a:solidFill>
                <a:schemeClr val="bg1"/>
              </a:solidFill>
              <a:effectLst/>
              <a:uLnTx/>
              <a:uFillTx/>
              <a:latin typeface="Community"/>
              <a:ea typeface="+mn-ea"/>
              <a:cs typeface="+mn-cs"/>
            </a:endParaRPr>
          </a:p>
        </p:txBody>
      </p:sp>
      <p:grpSp>
        <p:nvGrpSpPr>
          <p:cNvPr id="14" name="Google Shape;2459;p158">
            <a:extLst>
              <a:ext uri="{FF2B5EF4-FFF2-40B4-BE49-F238E27FC236}">
                <a16:creationId xmlns:a16="http://schemas.microsoft.com/office/drawing/2014/main" id="{CEECBE66-7D68-5570-A2B1-FF218623F31B}"/>
              </a:ext>
            </a:extLst>
          </p:cNvPr>
          <p:cNvGrpSpPr/>
          <p:nvPr/>
        </p:nvGrpSpPr>
        <p:grpSpPr>
          <a:xfrm>
            <a:off x="13935518" y="5789034"/>
            <a:ext cx="861943" cy="846855"/>
            <a:chOff x="351317" y="7962807"/>
            <a:chExt cx="1525563" cy="1526181"/>
          </a:xfrm>
        </p:grpSpPr>
        <p:sp>
          <p:nvSpPr>
            <p:cNvPr id="15" name="Google Shape;2460;p158">
              <a:extLst>
                <a:ext uri="{FF2B5EF4-FFF2-40B4-BE49-F238E27FC236}">
                  <a16:creationId xmlns:a16="http://schemas.microsoft.com/office/drawing/2014/main" id="{397D9532-DA97-BCD1-1077-1F90F112369B}"/>
                </a:ext>
              </a:extLst>
            </p:cNvPr>
            <p:cNvSpPr/>
            <p:nvPr/>
          </p:nvSpPr>
          <p:spPr>
            <a:xfrm>
              <a:off x="351317" y="7962807"/>
              <a:ext cx="1525563" cy="1526181"/>
            </a:xfrm>
            <a:prstGeom prst="ellipse">
              <a:avLst/>
            </a:prstGeom>
            <a:solidFill>
              <a:srgbClr val="F2EDE6"/>
            </a:solidFill>
            <a:ln>
              <a:noFill/>
            </a:ln>
          </p:spPr>
          <p:txBody>
            <a:bodyPr spcFirstLastPara="1" wrap="square" lIns="68525" tIns="34225" rIns="68525" bIns="342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2600">
                <a:solidFill>
                  <a:srgbClr val="FFFFFF"/>
                </a:solidFill>
                <a:latin typeface="Arial"/>
                <a:ea typeface="Arial"/>
                <a:cs typeface="Arial"/>
                <a:sym typeface="Arial"/>
              </a:endParaRPr>
            </a:p>
          </p:txBody>
        </p:sp>
        <p:pic>
          <p:nvPicPr>
            <p:cNvPr id="23" name="Google Shape;2461;p158">
              <a:extLst>
                <a:ext uri="{FF2B5EF4-FFF2-40B4-BE49-F238E27FC236}">
                  <a16:creationId xmlns:a16="http://schemas.microsoft.com/office/drawing/2014/main" id="{135DACE7-3124-11BF-AA1D-4E54B3A2252A}"/>
                </a:ext>
              </a:extLst>
            </p:cNvPr>
            <p:cNvPicPr preferRelativeResize="0"/>
            <p:nvPr/>
          </p:nvPicPr>
          <p:blipFill rotWithShape="1">
            <a:blip r:embed="rId21">
              <a:alphaModFix/>
            </a:blip>
            <a:srcRect/>
            <a:stretch/>
          </p:blipFill>
          <p:spPr>
            <a:xfrm>
              <a:off x="670841" y="8195309"/>
              <a:ext cx="942881" cy="1060740"/>
            </a:xfrm>
            <a:prstGeom prst="rect">
              <a:avLst/>
            </a:prstGeom>
            <a:noFill/>
            <a:ln>
              <a:noFill/>
            </a:ln>
          </p:spPr>
        </p:pic>
      </p:grpSp>
      <p:sp>
        <p:nvSpPr>
          <p:cNvPr id="28" name="Rounded Rectangle 52">
            <a:extLst>
              <a:ext uri="{FF2B5EF4-FFF2-40B4-BE49-F238E27FC236}">
                <a16:creationId xmlns:a16="http://schemas.microsoft.com/office/drawing/2014/main" id="{2082A9FA-C80F-07B8-2C5C-E1BC26FB395F}"/>
              </a:ext>
            </a:extLst>
          </p:cNvPr>
          <p:cNvSpPr/>
          <p:nvPr/>
        </p:nvSpPr>
        <p:spPr>
          <a:xfrm>
            <a:off x="14316588" y="8767575"/>
            <a:ext cx="9012797" cy="2264149"/>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37160" tIns="68580" rIns="137160" bIns="6858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spcAft>
                <a:spcPts val="1000"/>
              </a:spcAft>
            </a:pPr>
            <a:r>
              <a:rPr lang="en-IE" sz="3200">
                <a:solidFill>
                  <a:schemeClr val="accent1"/>
                </a:solidFill>
              </a:rPr>
              <a:t>AD2+ [ENT] </a:t>
            </a:r>
            <a:r>
              <a:rPr lang="en-IE" sz="3200" b="1">
                <a:solidFill>
                  <a:schemeClr val="accent1"/>
                </a:solidFill>
              </a:rPr>
              <a:t>Year-1 true-up capture rates are below expectations</a:t>
            </a:r>
            <a:r>
              <a:rPr lang="en-IE" sz="3200">
                <a:solidFill>
                  <a:schemeClr val="accent1"/>
                </a:solidFill>
              </a:rPr>
              <a:t>, driven by the complexity of the pricing conversation</a:t>
            </a:r>
            <a:endParaRPr lang="en-US" sz="3200">
              <a:solidFill>
                <a:schemeClr val="accent1"/>
              </a:solidFill>
              <a:latin typeface="Community" panose="02000303040000020003" pitchFamily="2" charset="0"/>
            </a:endParaRPr>
          </a:p>
        </p:txBody>
      </p:sp>
      <p:grpSp>
        <p:nvGrpSpPr>
          <p:cNvPr id="29" name="Google Shape;2459;p158">
            <a:extLst>
              <a:ext uri="{FF2B5EF4-FFF2-40B4-BE49-F238E27FC236}">
                <a16:creationId xmlns:a16="http://schemas.microsoft.com/office/drawing/2014/main" id="{65FF728F-A1C5-C98E-690D-4FBF87F1200D}"/>
              </a:ext>
            </a:extLst>
          </p:cNvPr>
          <p:cNvGrpSpPr/>
          <p:nvPr/>
        </p:nvGrpSpPr>
        <p:grpSpPr>
          <a:xfrm>
            <a:off x="13940790" y="8492864"/>
            <a:ext cx="861943" cy="846855"/>
            <a:chOff x="351317" y="7962807"/>
            <a:chExt cx="1525563" cy="1526181"/>
          </a:xfrm>
        </p:grpSpPr>
        <p:sp>
          <p:nvSpPr>
            <p:cNvPr id="30" name="Google Shape;2460;p158">
              <a:extLst>
                <a:ext uri="{FF2B5EF4-FFF2-40B4-BE49-F238E27FC236}">
                  <a16:creationId xmlns:a16="http://schemas.microsoft.com/office/drawing/2014/main" id="{6A8670A5-4BB4-24F3-246C-77B962949064}"/>
                </a:ext>
              </a:extLst>
            </p:cNvPr>
            <p:cNvSpPr/>
            <p:nvPr/>
          </p:nvSpPr>
          <p:spPr>
            <a:xfrm>
              <a:off x="351317" y="7962807"/>
              <a:ext cx="1525563" cy="1526181"/>
            </a:xfrm>
            <a:prstGeom prst="ellipse">
              <a:avLst/>
            </a:prstGeom>
            <a:solidFill>
              <a:srgbClr val="F2EDE6"/>
            </a:solidFill>
            <a:ln>
              <a:noFill/>
            </a:ln>
          </p:spPr>
          <p:txBody>
            <a:bodyPr spcFirstLastPara="1" wrap="square" lIns="68525" tIns="34225" rIns="68525" bIns="342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2600">
                <a:solidFill>
                  <a:srgbClr val="FFFFFF"/>
                </a:solidFill>
                <a:latin typeface="Arial"/>
                <a:ea typeface="Arial"/>
                <a:cs typeface="Arial"/>
                <a:sym typeface="Arial"/>
              </a:endParaRPr>
            </a:p>
          </p:txBody>
        </p:sp>
        <p:pic>
          <p:nvPicPr>
            <p:cNvPr id="31" name="Google Shape;2461;p158">
              <a:extLst>
                <a:ext uri="{FF2B5EF4-FFF2-40B4-BE49-F238E27FC236}">
                  <a16:creationId xmlns:a16="http://schemas.microsoft.com/office/drawing/2014/main" id="{9833DB0F-8A91-D9B5-6254-CD654A2BA592}"/>
                </a:ext>
              </a:extLst>
            </p:cNvPr>
            <p:cNvPicPr preferRelativeResize="0"/>
            <p:nvPr/>
          </p:nvPicPr>
          <p:blipFill rotWithShape="1">
            <a:blip r:embed="rId21">
              <a:alphaModFix/>
            </a:blip>
            <a:srcRect/>
            <a:stretch/>
          </p:blipFill>
          <p:spPr>
            <a:xfrm>
              <a:off x="670841" y="8195309"/>
              <a:ext cx="942881" cy="1060740"/>
            </a:xfrm>
            <a:prstGeom prst="rect">
              <a:avLst/>
            </a:prstGeom>
            <a:noFill/>
            <a:ln>
              <a:noFill/>
            </a:ln>
          </p:spPr>
        </p:pic>
      </p:grpSp>
      <p:sp>
        <p:nvSpPr>
          <p:cNvPr id="32" name="Rounded Rectangle 52">
            <a:extLst>
              <a:ext uri="{FF2B5EF4-FFF2-40B4-BE49-F238E27FC236}">
                <a16:creationId xmlns:a16="http://schemas.microsoft.com/office/drawing/2014/main" id="{E7F9A6D4-09D9-0658-AA29-9F4C5BE98EBD}"/>
              </a:ext>
            </a:extLst>
          </p:cNvPr>
          <p:cNvSpPr/>
          <p:nvPr/>
        </p:nvSpPr>
        <p:spPr>
          <a:xfrm>
            <a:off x="14316588" y="3401351"/>
            <a:ext cx="9012797" cy="2264149"/>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37160" tIns="68580" rIns="137160" bIns="6858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spcAft>
                <a:spcPts val="1000"/>
              </a:spcAft>
            </a:pPr>
            <a:r>
              <a:rPr lang="en-IE" sz="3200">
                <a:solidFill>
                  <a:schemeClr val="accent1"/>
                </a:solidFill>
              </a:rPr>
              <a:t>Under-utilisation increases </a:t>
            </a:r>
            <a:r>
              <a:rPr lang="en-IE" sz="3200" b="1">
                <a:solidFill>
                  <a:schemeClr val="accent1"/>
                </a:solidFill>
              </a:rPr>
              <a:t>churn risk</a:t>
            </a:r>
            <a:r>
              <a:rPr lang="en-IE" sz="3200">
                <a:solidFill>
                  <a:schemeClr val="accent1"/>
                </a:solidFill>
              </a:rPr>
              <a:t> and complicates renewal conversations, putting RTA at risk</a:t>
            </a:r>
            <a:endParaRPr lang="en-US" sz="3200" b="1">
              <a:solidFill>
                <a:schemeClr val="accent1"/>
              </a:solidFill>
              <a:latin typeface="Community" panose="02000303040000020003" pitchFamily="2" charset="0"/>
            </a:endParaRPr>
          </a:p>
        </p:txBody>
      </p:sp>
      <p:grpSp>
        <p:nvGrpSpPr>
          <p:cNvPr id="33" name="Google Shape;2459;p158">
            <a:extLst>
              <a:ext uri="{FF2B5EF4-FFF2-40B4-BE49-F238E27FC236}">
                <a16:creationId xmlns:a16="http://schemas.microsoft.com/office/drawing/2014/main" id="{BF5D275E-515C-7551-5BC6-0FA400A2E559}"/>
              </a:ext>
            </a:extLst>
          </p:cNvPr>
          <p:cNvGrpSpPr/>
          <p:nvPr/>
        </p:nvGrpSpPr>
        <p:grpSpPr>
          <a:xfrm>
            <a:off x="14035229" y="2936332"/>
            <a:ext cx="877962" cy="846855"/>
            <a:chOff x="351317" y="7962807"/>
            <a:chExt cx="1525563" cy="1526181"/>
          </a:xfrm>
        </p:grpSpPr>
        <p:sp>
          <p:nvSpPr>
            <p:cNvPr id="34" name="Google Shape;2460;p158">
              <a:extLst>
                <a:ext uri="{FF2B5EF4-FFF2-40B4-BE49-F238E27FC236}">
                  <a16:creationId xmlns:a16="http://schemas.microsoft.com/office/drawing/2014/main" id="{8D7EAA04-51FF-3821-6CFF-8A3EF0801F2F}"/>
                </a:ext>
              </a:extLst>
            </p:cNvPr>
            <p:cNvSpPr/>
            <p:nvPr/>
          </p:nvSpPr>
          <p:spPr>
            <a:xfrm>
              <a:off x="351317" y="7962807"/>
              <a:ext cx="1525563" cy="1526181"/>
            </a:xfrm>
            <a:prstGeom prst="ellipse">
              <a:avLst/>
            </a:prstGeom>
            <a:solidFill>
              <a:srgbClr val="F2EDE6"/>
            </a:solidFill>
            <a:ln>
              <a:noFill/>
            </a:ln>
          </p:spPr>
          <p:txBody>
            <a:bodyPr spcFirstLastPara="1" wrap="square" lIns="68525" tIns="34225" rIns="68525" bIns="342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2600">
                <a:solidFill>
                  <a:srgbClr val="FFFFFF"/>
                </a:solidFill>
                <a:latin typeface="Arial"/>
                <a:ea typeface="Arial"/>
                <a:cs typeface="Arial"/>
                <a:sym typeface="Arial"/>
              </a:endParaRPr>
            </a:p>
          </p:txBody>
        </p:sp>
        <p:pic>
          <p:nvPicPr>
            <p:cNvPr id="35" name="Google Shape;2461;p158">
              <a:extLst>
                <a:ext uri="{FF2B5EF4-FFF2-40B4-BE49-F238E27FC236}">
                  <a16:creationId xmlns:a16="http://schemas.microsoft.com/office/drawing/2014/main" id="{923C1C90-9A3A-EA64-02BE-631A51AFBA0F}"/>
                </a:ext>
              </a:extLst>
            </p:cNvPr>
            <p:cNvPicPr preferRelativeResize="0"/>
            <p:nvPr/>
          </p:nvPicPr>
          <p:blipFill rotWithShape="1">
            <a:blip r:embed="rId21">
              <a:alphaModFix/>
            </a:blip>
            <a:srcRect/>
            <a:stretch/>
          </p:blipFill>
          <p:spPr>
            <a:xfrm>
              <a:off x="670841" y="8195309"/>
              <a:ext cx="942881" cy="1060740"/>
            </a:xfrm>
            <a:prstGeom prst="rect">
              <a:avLst/>
            </a:prstGeom>
            <a:noFill/>
            <a:ln>
              <a:noFill/>
            </a:ln>
          </p:spPr>
        </p:pic>
      </p:grpSp>
      <p:sp>
        <p:nvSpPr>
          <p:cNvPr id="38" name="Arrow: Pentagon 11">
            <a:extLst>
              <a:ext uri="{FF2B5EF4-FFF2-40B4-BE49-F238E27FC236}">
                <a16:creationId xmlns:a16="http://schemas.microsoft.com/office/drawing/2014/main" id="{4B0C3927-4B37-D8D6-7396-5C793ED1C890}"/>
              </a:ext>
            </a:extLst>
          </p:cNvPr>
          <p:cNvSpPr/>
          <p:nvPr/>
        </p:nvSpPr>
        <p:spPr>
          <a:xfrm>
            <a:off x="10948375" y="4839620"/>
            <a:ext cx="781052" cy="4876270"/>
          </a:xfrm>
          <a:prstGeom prst="homePlate">
            <a:avLst>
              <a:gd name="adj" fmla="val 10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endParaRPr kumimoji="0" lang="en-IE" sz="1800"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40" name="Text Placeholder 3">
            <a:extLst>
              <a:ext uri="{FF2B5EF4-FFF2-40B4-BE49-F238E27FC236}">
                <a16:creationId xmlns:a16="http://schemas.microsoft.com/office/drawing/2014/main" id="{A0247A6A-5F0B-5C18-0E85-4661DCAE90F0}"/>
              </a:ext>
            </a:extLst>
          </p:cNvPr>
          <p:cNvSpPr txBox="1">
            <a:spLocks/>
          </p:cNvSpPr>
          <p:nvPr/>
        </p:nvSpPr>
        <p:spPr>
          <a:xfrm>
            <a:off x="14328093" y="1158590"/>
            <a:ext cx="10059082" cy="953300"/>
          </a:xfrm>
          <a:prstGeom prst="rect">
            <a:avLst/>
          </a:prstGeom>
          <a:effectLst/>
        </p:spPr>
        <p:txBody>
          <a:bodyPr vert="horz" lIns="91440" tIns="45720" rIns="91440" bIns="45720" rtlCol="0">
            <a:noAutofit/>
          </a:bodyPr>
          <a:lstStyle>
            <a:lvl1pPr marL="0" indent="0" algn="l" defTabSz="1219170" rtl="0" eaLnBrk="1" latinLnBrk="0" hangingPunct="1">
              <a:lnSpc>
                <a:spcPct val="82000"/>
              </a:lnSpc>
              <a:spcBef>
                <a:spcPts val="0"/>
              </a:spcBef>
              <a:buFont typeface="Arial" pitchFamily="34" charset="0"/>
              <a:buNone/>
              <a:defRPr sz="5000" b="1" i="0" kern="1200" spc="-160" baseline="0">
                <a:solidFill>
                  <a:schemeClr val="tx2"/>
                </a:solidFill>
                <a:latin typeface="Community Pro" panose="02000303040000020003" pitchFamily="2" charset="0"/>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IE" sz="5400" b="0"/>
              <a:t>What impact does this have?</a:t>
            </a:r>
            <a:endParaRPr lang="en-IE" sz="5400" b="0">
              <a:latin typeface="Community" panose="02000303040000020003" pitchFamily="2" charset="0"/>
            </a:endParaRPr>
          </a:p>
        </p:txBody>
      </p:sp>
      <p:sp>
        <p:nvSpPr>
          <p:cNvPr id="41" name="Rounded Rectangle 52">
            <a:extLst>
              <a:ext uri="{FF2B5EF4-FFF2-40B4-BE49-F238E27FC236}">
                <a16:creationId xmlns:a16="http://schemas.microsoft.com/office/drawing/2014/main" id="{09C660CF-92CC-677D-5C58-6824D0F24B1F}"/>
              </a:ext>
            </a:extLst>
          </p:cNvPr>
          <p:cNvSpPr/>
          <p:nvPr/>
        </p:nvSpPr>
        <p:spPr>
          <a:xfrm rot="16200000">
            <a:off x="10996372" y="8318966"/>
            <a:ext cx="4820520" cy="604995"/>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37160" tIns="68580" rIns="137160" bIns="6858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spcAft>
                <a:spcPts val="1000"/>
              </a:spcAft>
            </a:pPr>
            <a:r>
              <a:rPr lang="en-US" sz="1800">
                <a:solidFill>
                  <a:schemeClr val="accent1"/>
                </a:solidFill>
                <a:latin typeface="Community" panose="02000303040000020003" pitchFamily="2" charset="0"/>
              </a:rPr>
              <a:t>Over Utilization</a:t>
            </a:r>
          </a:p>
        </p:txBody>
      </p:sp>
      <p:sp>
        <p:nvSpPr>
          <p:cNvPr id="42" name="Rounded Rectangle 52">
            <a:extLst>
              <a:ext uri="{FF2B5EF4-FFF2-40B4-BE49-F238E27FC236}">
                <a16:creationId xmlns:a16="http://schemas.microsoft.com/office/drawing/2014/main" id="{D44C1C2F-BD2E-9DB3-5232-D38AAD5EFC47}"/>
              </a:ext>
            </a:extLst>
          </p:cNvPr>
          <p:cNvSpPr/>
          <p:nvPr/>
        </p:nvSpPr>
        <p:spPr>
          <a:xfrm rot="16200000">
            <a:off x="12312976" y="4240176"/>
            <a:ext cx="2172072" cy="616241"/>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37160" tIns="68580" rIns="137160" bIns="6858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spcAft>
                <a:spcPts val="1000"/>
              </a:spcAft>
            </a:pPr>
            <a:r>
              <a:rPr lang="en-US" sz="1800">
                <a:solidFill>
                  <a:schemeClr val="accent1"/>
                </a:solidFill>
                <a:latin typeface="Community" panose="02000303040000020003" pitchFamily="2" charset="0"/>
              </a:rPr>
              <a:t>Under  Utilization</a:t>
            </a:r>
          </a:p>
        </p:txBody>
      </p:sp>
      <p:cxnSp>
        <p:nvCxnSpPr>
          <p:cNvPr id="46" name="Straight Connector 45">
            <a:extLst>
              <a:ext uri="{FF2B5EF4-FFF2-40B4-BE49-F238E27FC236}">
                <a16:creationId xmlns:a16="http://schemas.microsoft.com/office/drawing/2014/main" id="{60B9AC50-A150-6D25-B490-39D6520887A7}"/>
              </a:ext>
            </a:extLst>
          </p:cNvPr>
          <p:cNvCxnSpPr/>
          <p:nvPr/>
        </p:nvCxnSpPr>
        <p:spPr>
          <a:xfrm>
            <a:off x="14328093" y="2111890"/>
            <a:ext cx="7972070" cy="0"/>
          </a:xfrm>
          <a:prstGeom prst="line">
            <a:avLst/>
          </a:prstGeom>
        </p:spPr>
        <p:style>
          <a:lnRef idx="1">
            <a:schemeClr val="accent1"/>
          </a:lnRef>
          <a:fillRef idx="0">
            <a:schemeClr val="accent1"/>
          </a:fillRef>
          <a:effectRef idx="0">
            <a:schemeClr val="accent1"/>
          </a:effectRef>
          <a:fontRef idx="minor">
            <a:schemeClr val="tx1"/>
          </a:fontRef>
        </p:style>
      </p:cxnSp>
      <p:sp>
        <p:nvSpPr>
          <p:cNvPr id="48" name="Rounded Rectangle 47">
            <a:extLst>
              <a:ext uri="{FF2B5EF4-FFF2-40B4-BE49-F238E27FC236}">
                <a16:creationId xmlns:a16="http://schemas.microsoft.com/office/drawing/2014/main" id="{AEC05308-AF8D-B014-169A-0AA9EE037B14}"/>
              </a:ext>
            </a:extLst>
          </p:cNvPr>
          <p:cNvSpPr/>
          <p:nvPr/>
        </p:nvSpPr>
        <p:spPr>
          <a:xfrm>
            <a:off x="7617448" y="5508974"/>
            <a:ext cx="2613251" cy="4903241"/>
          </a:xfrm>
          <a:prstGeom prst="round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DACF348-B12A-8092-EC17-889C7F019359}"/>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4017627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A0421-1385-1772-8EE7-C31EC26DD99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04F8350-B378-2535-7BA7-7763D40B692D}"/>
              </a:ext>
            </a:extLst>
          </p:cNvPr>
          <p:cNvSpPr/>
          <p:nvPr/>
        </p:nvSpPr>
        <p:spPr>
          <a:xfrm>
            <a:off x="2357697" y="11309754"/>
            <a:ext cx="22046910" cy="1202185"/>
          </a:xfrm>
          <a:prstGeom prst="rect">
            <a:avLst/>
          </a:prstGeom>
          <a:solidFill>
            <a:srgbClr val="EBF3F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3"/>
            <a:endParaRPr lang="en-IE" sz="3200">
              <a:solidFill>
                <a:srgbClr val="00182E"/>
              </a:solidFill>
              <a:cs typeface="Segoe UI"/>
            </a:endParaRPr>
          </a:p>
          <a:p>
            <a:pPr lvl="3"/>
            <a:r>
              <a:rPr lang="en-IE" sz="3200">
                <a:solidFill>
                  <a:srgbClr val="00182E"/>
                </a:solidFill>
                <a:cs typeface="Segoe UI"/>
              </a:rPr>
              <a:t>Less-tenured reps (AE1 &amp; AE2) are struggling with EP sizing and positioning, describing the motion as unstructured and difficult to land, which is impacting confidence and execution consistency (Particularly in EMEA)</a:t>
            </a:r>
            <a:endParaRPr lang="en-IE" sz="3200">
              <a:solidFill>
                <a:srgbClr val="000000"/>
              </a:solidFill>
              <a:cs typeface="Segoe UI"/>
            </a:endParaRPr>
          </a:p>
          <a:p>
            <a:pPr lvl="3"/>
            <a:r>
              <a:rPr lang="en-IE" sz="3200">
                <a:solidFill>
                  <a:srgbClr val="00182E"/>
                </a:solidFill>
                <a:cs typeface="Segoe UI"/>
              </a:rPr>
              <a:t> </a:t>
            </a:r>
          </a:p>
        </p:txBody>
      </p:sp>
      <p:sp>
        <p:nvSpPr>
          <p:cNvPr id="12" name="Arrow: Pentagon 9">
            <a:extLst>
              <a:ext uri="{FF2B5EF4-FFF2-40B4-BE49-F238E27FC236}">
                <a16:creationId xmlns:a16="http://schemas.microsoft.com/office/drawing/2014/main" id="{81CE691F-E770-62F5-1806-BD026D00DEDC}"/>
              </a:ext>
            </a:extLst>
          </p:cNvPr>
          <p:cNvSpPr/>
          <p:nvPr/>
        </p:nvSpPr>
        <p:spPr>
          <a:xfrm>
            <a:off x="15086" y="11309754"/>
            <a:ext cx="3742081" cy="1205686"/>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a:solidFill>
                  <a:srgbClr val="FFFFFF"/>
                </a:solidFill>
                <a:latin typeface="Community Semibold"/>
              </a:rPr>
              <a:t>Takeaway</a:t>
            </a:r>
            <a:endParaRPr lang="en-US"/>
          </a:p>
        </p:txBody>
      </p:sp>
      <p:sp>
        <p:nvSpPr>
          <p:cNvPr id="24" name="Rounded Rectangle 1">
            <a:extLst>
              <a:ext uri="{FF2B5EF4-FFF2-40B4-BE49-F238E27FC236}">
                <a16:creationId xmlns:a16="http://schemas.microsoft.com/office/drawing/2014/main" id="{B783A71E-C50E-821A-54E9-30579EFFA92A}"/>
              </a:ext>
            </a:extLst>
          </p:cNvPr>
          <p:cNvSpPr/>
          <p:nvPr/>
        </p:nvSpPr>
        <p:spPr>
          <a:xfrm>
            <a:off x="3131655" y="3833641"/>
            <a:ext cx="5095283" cy="5451186"/>
          </a:xfrm>
          <a:prstGeom prst="roundRect">
            <a:avLst>
              <a:gd name="adj" fmla="val 6591"/>
            </a:avLst>
          </a:prstGeom>
          <a:solidFill>
            <a:schemeClr val="tx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00">
              <a:defRPr/>
            </a:pPr>
            <a:r>
              <a:rPr lang="en-IE" sz="5000">
                <a:solidFill>
                  <a:schemeClr val="accent1"/>
                </a:solidFill>
                <a:ea typeface="+mn-lt"/>
                <a:cs typeface="+mn-lt"/>
              </a:rPr>
              <a:t>Calculating  the </a:t>
            </a:r>
            <a:r>
              <a:rPr lang="en-IE" sz="5000" b="1">
                <a:solidFill>
                  <a:schemeClr val="accent1"/>
                </a:solidFill>
                <a:ea typeface="+mn-lt"/>
                <a:cs typeface="+mn-lt"/>
              </a:rPr>
              <a:t>Sizing</a:t>
            </a:r>
            <a:r>
              <a:rPr lang="en-IE" sz="5000">
                <a:solidFill>
                  <a:schemeClr val="accent1"/>
                </a:solidFill>
                <a:ea typeface="+mn-lt"/>
                <a:cs typeface="+mn-lt"/>
              </a:rPr>
              <a:t> of EPs is challenging </a:t>
            </a:r>
            <a:endParaRPr lang="en-IE" sz="5000">
              <a:solidFill>
                <a:schemeClr val="accent1"/>
              </a:solidFill>
            </a:endParaRPr>
          </a:p>
        </p:txBody>
      </p:sp>
      <p:sp>
        <p:nvSpPr>
          <p:cNvPr id="28" name="Oval 27">
            <a:extLst>
              <a:ext uri="{FF2B5EF4-FFF2-40B4-BE49-F238E27FC236}">
                <a16:creationId xmlns:a16="http://schemas.microsoft.com/office/drawing/2014/main" id="{7D3DF67B-9EEA-BEF6-86AC-667ADE35518B}"/>
              </a:ext>
            </a:extLst>
          </p:cNvPr>
          <p:cNvSpPr/>
          <p:nvPr/>
        </p:nvSpPr>
        <p:spPr>
          <a:xfrm>
            <a:off x="2757757" y="3606977"/>
            <a:ext cx="860413" cy="762000"/>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146304" tIns="146304" rIns="146304" bIns="146304"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pt-BR" sz="3200" b="1" i="0" u="none" strike="noStrike" kern="0" cap="none" spc="0" normalizeH="0" baseline="0" noProof="0">
                <a:ln>
                  <a:noFill/>
                </a:ln>
                <a:solidFill>
                  <a:srgbClr val="FDFAF5"/>
                </a:solidFill>
                <a:effectLst/>
                <a:uLnTx/>
                <a:uFillTx/>
                <a:latin typeface="Arial"/>
                <a:ea typeface="+mn-ea"/>
                <a:cs typeface="+mn-cs"/>
              </a:rPr>
              <a:t>1</a:t>
            </a:r>
          </a:p>
        </p:txBody>
      </p:sp>
      <p:sp>
        <p:nvSpPr>
          <p:cNvPr id="16" name="Rounded Rectangle 1">
            <a:extLst>
              <a:ext uri="{FF2B5EF4-FFF2-40B4-BE49-F238E27FC236}">
                <a16:creationId xmlns:a16="http://schemas.microsoft.com/office/drawing/2014/main" id="{EEA2284D-5ECC-24D8-CC0C-89585F7EAA87}"/>
              </a:ext>
            </a:extLst>
          </p:cNvPr>
          <p:cNvSpPr/>
          <p:nvPr/>
        </p:nvSpPr>
        <p:spPr>
          <a:xfrm>
            <a:off x="9703291" y="3833438"/>
            <a:ext cx="5095283" cy="5451186"/>
          </a:xfrm>
          <a:prstGeom prst="roundRect">
            <a:avLst>
              <a:gd name="adj" fmla="val 6591"/>
            </a:avLst>
          </a:prstGeom>
          <a:solidFill>
            <a:schemeClr val="tx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00">
              <a:defRPr/>
            </a:pPr>
            <a:r>
              <a:rPr lang="en-IE" sz="5000" b="1">
                <a:solidFill>
                  <a:schemeClr val="accent1"/>
                </a:solidFill>
              </a:rPr>
              <a:t>Positioning</a:t>
            </a:r>
            <a:r>
              <a:rPr lang="en-IE" sz="5000">
                <a:solidFill>
                  <a:schemeClr val="accent1"/>
                </a:solidFill>
              </a:rPr>
              <a:t> an EP is </a:t>
            </a:r>
            <a:r>
              <a:rPr lang="en-IE" sz="5000" b="1">
                <a:solidFill>
                  <a:schemeClr val="accent1"/>
                </a:solidFill>
              </a:rPr>
              <a:t>complex</a:t>
            </a:r>
            <a:r>
              <a:rPr lang="en-IE" sz="5000">
                <a:solidFill>
                  <a:schemeClr val="accent1"/>
                </a:solidFill>
              </a:rPr>
              <a:t> for less tenured reps </a:t>
            </a:r>
          </a:p>
        </p:txBody>
      </p:sp>
      <p:sp>
        <p:nvSpPr>
          <p:cNvPr id="32" name="Oval 31">
            <a:extLst>
              <a:ext uri="{FF2B5EF4-FFF2-40B4-BE49-F238E27FC236}">
                <a16:creationId xmlns:a16="http://schemas.microsoft.com/office/drawing/2014/main" id="{FD675ECB-C01D-9864-325F-6DF87FD138F3}"/>
              </a:ext>
            </a:extLst>
          </p:cNvPr>
          <p:cNvSpPr/>
          <p:nvPr/>
        </p:nvSpPr>
        <p:spPr>
          <a:xfrm>
            <a:off x="9329412" y="3606774"/>
            <a:ext cx="860413" cy="762000"/>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146304" tIns="146304" rIns="146304" bIns="146304"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r>
              <a:rPr lang="pt-BR" sz="3200" b="1" kern="0">
                <a:solidFill>
                  <a:srgbClr val="FDFAF5"/>
                </a:solidFill>
                <a:latin typeface="Arial"/>
              </a:rPr>
              <a:t>2</a:t>
            </a:r>
            <a:endParaRPr kumimoji="0" lang="pt-BR" sz="3200" b="1" i="0" u="none" strike="noStrike" kern="0" cap="none" spc="0" normalizeH="0" baseline="0" noProof="0">
              <a:ln>
                <a:noFill/>
              </a:ln>
              <a:solidFill>
                <a:srgbClr val="FDFAF5"/>
              </a:solidFill>
              <a:effectLst/>
              <a:uLnTx/>
              <a:uFillTx/>
              <a:latin typeface="Arial"/>
              <a:ea typeface="+mn-ea"/>
              <a:cs typeface="+mn-cs"/>
            </a:endParaRPr>
          </a:p>
        </p:txBody>
      </p:sp>
      <p:sp>
        <p:nvSpPr>
          <p:cNvPr id="35" name="Rounded Rectangle 1">
            <a:extLst>
              <a:ext uri="{FF2B5EF4-FFF2-40B4-BE49-F238E27FC236}">
                <a16:creationId xmlns:a16="http://schemas.microsoft.com/office/drawing/2014/main" id="{B88F880A-5125-BCF2-9C7F-594F6A2A77F8}"/>
              </a:ext>
            </a:extLst>
          </p:cNvPr>
          <p:cNvSpPr/>
          <p:nvPr/>
        </p:nvSpPr>
        <p:spPr>
          <a:xfrm>
            <a:off x="16457887" y="3833033"/>
            <a:ext cx="5095283" cy="5451186"/>
          </a:xfrm>
          <a:prstGeom prst="roundRect">
            <a:avLst>
              <a:gd name="adj" fmla="val 6591"/>
            </a:avLst>
          </a:prstGeom>
          <a:solidFill>
            <a:schemeClr val="tx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00">
              <a:defRPr/>
            </a:pPr>
            <a:r>
              <a:rPr lang="en-IE" sz="5000" b="1">
                <a:solidFill>
                  <a:schemeClr val="accent1"/>
                </a:solidFill>
              </a:rPr>
              <a:t>Pilots are easier to sell </a:t>
            </a:r>
            <a:r>
              <a:rPr lang="en-IE" sz="5000">
                <a:solidFill>
                  <a:schemeClr val="accent1"/>
                </a:solidFill>
              </a:rPr>
              <a:t>than New Business EP </a:t>
            </a:r>
          </a:p>
        </p:txBody>
      </p:sp>
      <p:sp>
        <p:nvSpPr>
          <p:cNvPr id="36" name="Oval 35">
            <a:extLst>
              <a:ext uri="{FF2B5EF4-FFF2-40B4-BE49-F238E27FC236}">
                <a16:creationId xmlns:a16="http://schemas.microsoft.com/office/drawing/2014/main" id="{2E7FA290-0EBD-8EA5-45D3-ADDB1B4D2792}"/>
              </a:ext>
            </a:extLst>
          </p:cNvPr>
          <p:cNvSpPr/>
          <p:nvPr/>
        </p:nvSpPr>
        <p:spPr>
          <a:xfrm>
            <a:off x="16084008" y="3606370"/>
            <a:ext cx="860413" cy="762000"/>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146304" tIns="146304" rIns="146304" bIns="146304"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r>
              <a:rPr lang="pt-BR" sz="3200" b="1" kern="0">
                <a:solidFill>
                  <a:srgbClr val="FDFAF5"/>
                </a:solidFill>
                <a:latin typeface="Arial"/>
              </a:rPr>
              <a:t>3</a:t>
            </a:r>
            <a:endParaRPr lang="pt-BR" sz="3200" b="1" i="0" u="none" strike="noStrike" kern="0" cap="none" spc="0" normalizeH="0" baseline="0" noProof="0">
              <a:ln>
                <a:noFill/>
              </a:ln>
              <a:solidFill>
                <a:srgbClr val="FDFAF5"/>
              </a:solidFill>
              <a:effectLst/>
              <a:uLnTx/>
              <a:uFillTx/>
              <a:latin typeface="Arial"/>
              <a:cs typeface="Arial"/>
            </a:endParaRPr>
          </a:p>
        </p:txBody>
      </p:sp>
      <p:sp>
        <p:nvSpPr>
          <p:cNvPr id="38" name="Text Placeholder 3">
            <a:extLst>
              <a:ext uri="{FF2B5EF4-FFF2-40B4-BE49-F238E27FC236}">
                <a16:creationId xmlns:a16="http://schemas.microsoft.com/office/drawing/2014/main" id="{434091F3-65E5-117D-E724-190A3F00F648}"/>
              </a:ext>
            </a:extLst>
          </p:cNvPr>
          <p:cNvSpPr txBox="1">
            <a:spLocks/>
          </p:cNvSpPr>
          <p:nvPr/>
        </p:nvSpPr>
        <p:spPr>
          <a:xfrm>
            <a:off x="319395" y="1216660"/>
            <a:ext cx="23447827" cy="762000"/>
          </a:xfrm>
          <a:prstGeom prst="rect">
            <a:avLst/>
          </a:prstGeom>
        </p:spPr>
        <p:txBody>
          <a:bodyPr lIns="91440" tIns="45720" rIns="91440" bIns="45720" anchor="t"/>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buNone/>
            </a:pPr>
            <a:r>
              <a:rPr lang="en-US" sz="5400"/>
              <a:t>Top 3 Field Call Outs: Sales Rep Behaviors*</a:t>
            </a:r>
            <a:endParaRPr lang="en-US"/>
          </a:p>
        </p:txBody>
      </p:sp>
      <p:sp>
        <p:nvSpPr>
          <p:cNvPr id="40" name="Terminator 5">
            <a:extLst>
              <a:ext uri="{FF2B5EF4-FFF2-40B4-BE49-F238E27FC236}">
                <a16:creationId xmlns:a16="http://schemas.microsoft.com/office/drawing/2014/main" id="{1BF7F2A3-4C22-5AF2-9F27-C0AE7AFA9436}"/>
              </a:ext>
            </a:extLst>
          </p:cNvPr>
          <p:cNvSpPr/>
          <p:nvPr/>
        </p:nvSpPr>
        <p:spPr>
          <a:xfrm>
            <a:off x="268703" y="113799"/>
            <a:ext cx="2266121" cy="517525"/>
          </a:xfrm>
          <a:prstGeom prst="flowChartTermina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1"/>
                </a:solidFill>
              </a:rPr>
              <a:t>Rep Feedback </a:t>
            </a:r>
          </a:p>
        </p:txBody>
      </p:sp>
      <p:sp>
        <p:nvSpPr>
          <p:cNvPr id="46" name="TextBox 45">
            <a:extLst>
              <a:ext uri="{FF2B5EF4-FFF2-40B4-BE49-F238E27FC236}">
                <a16:creationId xmlns:a16="http://schemas.microsoft.com/office/drawing/2014/main" id="{A8A7CC3E-5D29-1511-0711-EEBB87694E85}"/>
              </a:ext>
            </a:extLst>
          </p:cNvPr>
          <p:cNvSpPr txBox="1"/>
          <p:nvPr/>
        </p:nvSpPr>
        <p:spPr>
          <a:xfrm>
            <a:off x="1052199" y="12965823"/>
            <a:ext cx="13824577" cy="369332"/>
          </a:xfrm>
          <a:prstGeom prst="rect">
            <a:avLst/>
          </a:prstGeom>
          <a:noFill/>
        </p:spPr>
        <p:txBody>
          <a:bodyPr wrap="square" rtlCol="0">
            <a:spAutoFit/>
          </a:bodyPr>
          <a:lstStyle/>
          <a:p>
            <a:r>
              <a:rPr lang="en-US"/>
              <a:t>*20 Sales Reps interviewed across NAMER &amp; EMEA TAE</a:t>
            </a:r>
          </a:p>
        </p:txBody>
      </p:sp>
      <p:sp>
        <p:nvSpPr>
          <p:cNvPr id="3" name="Rectangle 2">
            <a:extLst>
              <a:ext uri="{FF2B5EF4-FFF2-40B4-BE49-F238E27FC236}">
                <a16:creationId xmlns:a16="http://schemas.microsoft.com/office/drawing/2014/main" id="{AFA01826-DCCF-16D9-418C-FCEC3B00A007}"/>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1541322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1EF54-9AE3-0346-BE3E-B6E04AE74F83}"/>
            </a:ext>
          </a:extLst>
        </p:cNvPr>
        <p:cNvGrpSpPr/>
        <p:nvPr/>
      </p:nvGrpSpPr>
      <p:grpSpPr>
        <a:xfrm>
          <a:off x="0" y="0"/>
          <a:ext cx="0" cy="0"/>
          <a:chOff x="0" y="0"/>
          <a:chExt cx="0" cy="0"/>
        </a:xfrm>
      </p:grpSpPr>
      <p:sp>
        <p:nvSpPr>
          <p:cNvPr id="17" name="Rounded Rectangle 1">
            <a:extLst>
              <a:ext uri="{FF2B5EF4-FFF2-40B4-BE49-F238E27FC236}">
                <a16:creationId xmlns:a16="http://schemas.microsoft.com/office/drawing/2014/main" id="{000E5D94-CB59-B5E9-41DC-A2320B00A110}"/>
              </a:ext>
            </a:extLst>
          </p:cNvPr>
          <p:cNvSpPr/>
          <p:nvPr/>
        </p:nvSpPr>
        <p:spPr>
          <a:xfrm>
            <a:off x="11897405" y="4740195"/>
            <a:ext cx="9289055" cy="1651514"/>
          </a:xfrm>
          <a:prstGeom prst="roundRect">
            <a:avLst>
              <a:gd name="adj" fmla="val 6591"/>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buFont typeface="Arial" panose="020B0604020202020204" pitchFamily="34" charset="0"/>
              <a:buChar char="•"/>
            </a:pPr>
            <a:r>
              <a:rPr lang="en-IE" sz="2500">
                <a:solidFill>
                  <a:schemeClr val="accent1"/>
                </a:solidFill>
              </a:rPr>
              <a:t>Money baller Sessions to share best practice (AE3 / AE4)</a:t>
            </a:r>
          </a:p>
          <a:p>
            <a:pPr marL="342900" indent="-342900">
              <a:buFont typeface="Arial" panose="020B0604020202020204" pitchFamily="34" charset="0"/>
              <a:buChar char="•"/>
            </a:pPr>
            <a:r>
              <a:rPr lang="en-IE" sz="2500">
                <a:solidFill>
                  <a:schemeClr val="accent1"/>
                </a:solidFill>
              </a:rPr>
              <a:t>Using Merlin Job Reports to validate inputs where possible</a:t>
            </a:r>
          </a:p>
          <a:p>
            <a:pPr marL="342900" indent="-342900">
              <a:buFont typeface="Arial" panose="020B0604020202020204" pitchFamily="34" charset="0"/>
              <a:buChar char="•"/>
            </a:pPr>
            <a:r>
              <a:rPr lang="en-IE" sz="2500">
                <a:solidFill>
                  <a:schemeClr val="accent1"/>
                </a:solidFill>
              </a:rPr>
              <a:t>Field FAQ on Data Classification (</a:t>
            </a:r>
            <a:r>
              <a:rPr lang="en-IE" sz="2500">
                <a:solidFill>
                  <a:schemeClr val="accent1"/>
                </a:solidFill>
                <a:hlinkClick r:id="rId4">
                  <a:extLst>
                    <a:ext uri="{A12FA001-AC4F-418D-AE19-62706E023703}">
                      <ahyp:hlinkClr xmlns:ahyp="http://schemas.microsoft.com/office/drawing/2018/hyperlinkcolor" val="tx"/>
                    </a:ext>
                  </a:extLst>
                </a:hlinkClick>
              </a:rPr>
              <a:t>FAQ</a:t>
            </a:r>
            <a:r>
              <a:rPr lang="en-IE" sz="2500">
                <a:solidFill>
                  <a:schemeClr val="accent1"/>
                </a:solidFill>
              </a:rPr>
              <a:t>)</a:t>
            </a:r>
          </a:p>
        </p:txBody>
      </p:sp>
      <p:sp>
        <p:nvSpPr>
          <p:cNvPr id="4" name="Rounded Rectangle 1">
            <a:extLst>
              <a:ext uri="{FF2B5EF4-FFF2-40B4-BE49-F238E27FC236}">
                <a16:creationId xmlns:a16="http://schemas.microsoft.com/office/drawing/2014/main" id="{2D00FF2A-1410-6B2D-B982-D883F4F4F75E}"/>
              </a:ext>
            </a:extLst>
          </p:cNvPr>
          <p:cNvSpPr/>
          <p:nvPr/>
        </p:nvSpPr>
        <p:spPr>
          <a:xfrm>
            <a:off x="11893661" y="6593637"/>
            <a:ext cx="9289056" cy="2326793"/>
          </a:xfrm>
          <a:prstGeom prst="roundRect">
            <a:avLst>
              <a:gd name="adj" fmla="val 6591"/>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buFont typeface="Arial" panose="020B0604020202020204" pitchFamily="34" charset="0"/>
              <a:buChar char="•"/>
            </a:pPr>
            <a:endParaRPr lang="en-IE" sz="2500">
              <a:solidFill>
                <a:schemeClr val="accent1"/>
              </a:solidFill>
            </a:endParaRPr>
          </a:p>
          <a:p>
            <a:pPr marL="342900" indent="-342900">
              <a:buFont typeface="Arial" panose="020B0604020202020204" pitchFamily="34" charset="0"/>
              <a:buChar char="•"/>
            </a:pPr>
            <a:r>
              <a:rPr lang="en-IE" sz="2500">
                <a:solidFill>
                  <a:schemeClr val="accent1"/>
                </a:solidFill>
              </a:rPr>
              <a:t>HEPU Activation Scheduled Session (Spring: EMEA)</a:t>
            </a:r>
          </a:p>
          <a:p>
            <a:pPr marL="800100" lvl="1" indent="-342900">
              <a:buFont typeface="Courier New" panose="020B0604020202020204" pitchFamily="34" charset="0"/>
              <a:buChar char="o"/>
            </a:pPr>
            <a:r>
              <a:rPr lang="en-IE" sz="2500">
                <a:solidFill>
                  <a:schemeClr val="accent1"/>
                </a:solidFill>
              </a:rPr>
              <a:t>Practice Environment – </a:t>
            </a:r>
            <a:r>
              <a:rPr lang="en-IE" sz="2500" err="1">
                <a:solidFill>
                  <a:schemeClr val="accent1"/>
                </a:solidFill>
              </a:rPr>
              <a:t>Hyperbound</a:t>
            </a:r>
            <a:r>
              <a:rPr lang="en-IE" sz="2500">
                <a:solidFill>
                  <a:schemeClr val="accent1"/>
                </a:solidFill>
              </a:rPr>
              <a:t> Bots</a:t>
            </a:r>
          </a:p>
          <a:p>
            <a:pPr marL="342900" indent="-342900">
              <a:buFont typeface="Arial"/>
              <a:buChar char="•"/>
            </a:pPr>
            <a:r>
              <a:rPr lang="en-IE" sz="2500">
                <a:solidFill>
                  <a:schemeClr val="accent1"/>
                </a:solidFill>
              </a:rPr>
              <a:t>Advanced Features in Gong </a:t>
            </a:r>
          </a:p>
          <a:p>
            <a:pPr marL="342900" indent="-342900">
              <a:buFont typeface="Arial"/>
              <a:buChar char="•"/>
            </a:pPr>
            <a:r>
              <a:rPr lang="en-IE" sz="2500">
                <a:solidFill>
                  <a:schemeClr val="accent1"/>
                </a:solidFill>
              </a:rPr>
              <a:t>Rolling out  MEDDPICC– helping to qualify leads</a:t>
            </a:r>
          </a:p>
          <a:p>
            <a:pPr marL="342900" indent="-342900">
              <a:buFont typeface="Arial" panose="020B0604020202020204" pitchFamily="34" charset="0"/>
              <a:buChar char="•"/>
            </a:pPr>
            <a:r>
              <a:rPr lang="en-IE" sz="2500">
                <a:solidFill>
                  <a:schemeClr val="accent1"/>
                </a:solidFill>
              </a:rPr>
              <a:t>HEPU True up Enablement to ensure unmonetized value is captured</a:t>
            </a:r>
            <a:endParaRPr lang="en-IE">
              <a:solidFill>
                <a:schemeClr val="accent1"/>
              </a:solidFill>
            </a:endParaRPr>
          </a:p>
          <a:p>
            <a:pPr marL="342900" indent="-342900">
              <a:buFont typeface="Arial" panose="020B0604020202020204" pitchFamily="34" charset="0"/>
              <a:buChar char="•"/>
            </a:pPr>
            <a:endParaRPr lang="en-IE" sz="2500">
              <a:solidFill>
                <a:schemeClr val="accent1"/>
              </a:solidFill>
            </a:endParaRPr>
          </a:p>
        </p:txBody>
      </p:sp>
      <p:sp>
        <p:nvSpPr>
          <p:cNvPr id="5" name="TextBox 3">
            <a:extLst>
              <a:ext uri="{FF2B5EF4-FFF2-40B4-BE49-F238E27FC236}">
                <a16:creationId xmlns:a16="http://schemas.microsoft.com/office/drawing/2014/main" id="{A3649AAB-67EE-0937-A0D5-C98D3D156967}"/>
              </a:ext>
            </a:extLst>
          </p:cNvPr>
          <p:cNvSpPr txBox="1"/>
          <p:nvPr/>
        </p:nvSpPr>
        <p:spPr>
          <a:xfrm>
            <a:off x="845800" y="3138220"/>
            <a:ext cx="23104941" cy="627930"/>
          </a:xfrm>
          <a:prstGeom prst="round2SameRect">
            <a:avLst/>
          </a:prstGeom>
          <a:solidFill>
            <a:schemeClr val="accent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t"/>
          <a:lstStyle>
            <a:defPPr>
              <a:defRPr lang="en-US"/>
            </a:defPPr>
            <a:lvl1pPr algn="ctr" defTabSz="1828800">
              <a:defRPr sz="3200">
                <a:solidFill>
                  <a:srgbClr val="FDFAF5"/>
                </a:solidFill>
                <a:latin typeface="Community Light"/>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r>
              <a:rPr lang="en-US">
                <a:solidFill>
                  <a:schemeClr val="bg1"/>
                </a:solidFill>
                <a:latin typeface="Community Semibold" panose="02000703040000020003" pitchFamily="2" charset="0"/>
              </a:rPr>
              <a:t>Potential Options</a:t>
            </a:r>
          </a:p>
        </p:txBody>
      </p:sp>
      <p:sp>
        <p:nvSpPr>
          <p:cNvPr id="7" name="TextBox 3">
            <a:extLst>
              <a:ext uri="{FF2B5EF4-FFF2-40B4-BE49-F238E27FC236}">
                <a16:creationId xmlns:a16="http://schemas.microsoft.com/office/drawing/2014/main" id="{A4BF4B59-FDAD-CAB8-78A7-B8ABE02E7AF7}"/>
              </a:ext>
            </a:extLst>
          </p:cNvPr>
          <p:cNvSpPr txBox="1"/>
          <p:nvPr/>
        </p:nvSpPr>
        <p:spPr>
          <a:xfrm>
            <a:off x="5850727" y="3887424"/>
            <a:ext cx="5743238" cy="677108"/>
          </a:xfrm>
          <a:prstGeom prst="round2SameRect">
            <a:avLst/>
          </a:prstGeom>
          <a:solidFill>
            <a:schemeClr val="accent1">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algn="ctr" defTabSz="1828800">
              <a:defRPr sz="3200">
                <a:solidFill>
                  <a:srgbClr val="FDFAF5"/>
                </a:solidFill>
                <a:latin typeface="Community Light"/>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r>
              <a:rPr lang="en-US">
                <a:solidFill>
                  <a:schemeClr val="tx1"/>
                </a:solidFill>
                <a:latin typeface="Community Semibold"/>
              </a:rPr>
              <a:t> Lever (Why) </a:t>
            </a:r>
          </a:p>
        </p:txBody>
      </p:sp>
      <p:sp>
        <p:nvSpPr>
          <p:cNvPr id="8" name="TextBox 3">
            <a:extLst>
              <a:ext uri="{FF2B5EF4-FFF2-40B4-BE49-F238E27FC236}">
                <a16:creationId xmlns:a16="http://schemas.microsoft.com/office/drawing/2014/main" id="{19D7308F-CC29-91EB-B495-14B2AF05E453}"/>
              </a:ext>
            </a:extLst>
          </p:cNvPr>
          <p:cNvSpPr txBox="1"/>
          <p:nvPr/>
        </p:nvSpPr>
        <p:spPr>
          <a:xfrm>
            <a:off x="11820201" y="3863557"/>
            <a:ext cx="9016512" cy="677108"/>
          </a:xfrm>
          <a:prstGeom prst="round2SameRect">
            <a:avLst/>
          </a:prstGeom>
          <a:solidFill>
            <a:schemeClr val="accent1">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algn="ctr" defTabSz="1828800">
              <a:defRPr sz="3200">
                <a:solidFill>
                  <a:srgbClr val="FDFAF5"/>
                </a:solidFill>
                <a:latin typeface="Community Light"/>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r>
              <a:rPr lang="en-US">
                <a:solidFill>
                  <a:schemeClr val="tx1"/>
                </a:solidFill>
                <a:latin typeface="Community Semibold"/>
              </a:rPr>
              <a:t>Ideas (How)</a:t>
            </a:r>
            <a:endParaRPr lang="en-US">
              <a:solidFill>
                <a:schemeClr val="tx1"/>
              </a:solidFill>
              <a:latin typeface="Community Semibold" panose="02000703040000020003" pitchFamily="2" charset="0"/>
            </a:endParaRPr>
          </a:p>
        </p:txBody>
      </p:sp>
      <p:sp>
        <p:nvSpPr>
          <p:cNvPr id="11" name="Rectangle 10">
            <a:extLst>
              <a:ext uri="{FF2B5EF4-FFF2-40B4-BE49-F238E27FC236}">
                <a16:creationId xmlns:a16="http://schemas.microsoft.com/office/drawing/2014/main" id="{DCC86F22-EE07-9C98-0DA5-A0EEEB9F56EE}"/>
              </a:ext>
            </a:extLst>
          </p:cNvPr>
          <p:cNvSpPr/>
          <p:nvPr/>
        </p:nvSpPr>
        <p:spPr>
          <a:xfrm>
            <a:off x="2340265" y="12198754"/>
            <a:ext cx="22046910" cy="1202185"/>
          </a:xfrm>
          <a:prstGeom prst="rect">
            <a:avLst/>
          </a:prstGeom>
          <a:solidFill>
            <a:srgbClr val="EBF3F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3"/>
            <a:r>
              <a:rPr lang="en-IE" sz="3200">
                <a:solidFill>
                  <a:srgbClr val="00182E"/>
                </a:solidFill>
                <a:ea typeface="+mn-lt"/>
                <a:cs typeface="+mn-lt"/>
              </a:rPr>
              <a:t> Are there any additional considerations or ideas on how we can better monetise Year-1 bookings from our</a:t>
            </a:r>
            <a:endParaRPr lang="en-US">
              <a:solidFill>
                <a:srgbClr val="FFFFFF"/>
              </a:solidFill>
              <a:ea typeface="+mn-lt"/>
              <a:cs typeface="+mn-lt"/>
            </a:endParaRPr>
          </a:p>
          <a:p>
            <a:pPr lvl="3"/>
            <a:r>
              <a:rPr lang="en-IE" sz="3200">
                <a:solidFill>
                  <a:srgbClr val="00182E"/>
                </a:solidFill>
                <a:ea typeface="+mn-lt"/>
                <a:cs typeface="+mn-lt"/>
              </a:rPr>
              <a:t> over-utilisation cohort?</a:t>
            </a:r>
            <a:endParaRPr lang="en-US"/>
          </a:p>
        </p:txBody>
      </p:sp>
      <p:sp>
        <p:nvSpPr>
          <p:cNvPr id="12" name="Arrow: Pentagon 9">
            <a:extLst>
              <a:ext uri="{FF2B5EF4-FFF2-40B4-BE49-F238E27FC236}">
                <a16:creationId xmlns:a16="http://schemas.microsoft.com/office/drawing/2014/main" id="{EB1779C8-4E85-B5D9-A301-8431E075B0F8}"/>
              </a:ext>
            </a:extLst>
          </p:cNvPr>
          <p:cNvSpPr/>
          <p:nvPr/>
        </p:nvSpPr>
        <p:spPr>
          <a:xfrm>
            <a:off x="104241" y="12198754"/>
            <a:ext cx="3742081" cy="1205686"/>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0" lang="en-US" sz="3200" b="0" i="0" u="none" strike="noStrike" kern="1200" cap="none" spc="0" normalizeH="0" baseline="0" noProof="0">
                <a:ln>
                  <a:noFill/>
                </a:ln>
                <a:solidFill>
                  <a:srgbClr val="FFFFFF"/>
                </a:solidFill>
                <a:effectLst/>
                <a:uLnTx/>
                <a:uFillTx/>
                <a:latin typeface="Community Semibold" panose="02000703040000020003" pitchFamily="2" charset="0"/>
              </a:rPr>
              <a:t>Discussion </a:t>
            </a:r>
          </a:p>
        </p:txBody>
      </p:sp>
      <p:sp>
        <p:nvSpPr>
          <p:cNvPr id="13" name="TextBox 3">
            <a:extLst>
              <a:ext uri="{FF2B5EF4-FFF2-40B4-BE49-F238E27FC236}">
                <a16:creationId xmlns:a16="http://schemas.microsoft.com/office/drawing/2014/main" id="{20AFD25C-CAAB-3DA5-144C-8C3CFF5A808D}"/>
              </a:ext>
            </a:extLst>
          </p:cNvPr>
          <p:cNvSpPr txBox="1"/>
          <p:nvPr/>
        </p:nvSpPr>
        <p:spPr>
          <a:xfrm>
            <a:off x="889380" y="3863557"/>
            <a:ext cx="4760882" cy="677108"/>
          </a:xfrm>
          <a:prstGeom prst="round2SameRect">
            <a:avLst/>
          </a:prstGeom>
          <a:solidFill>
            <a:schemeClr val="accent1">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algn="ctr" defTabSz="1828800">
              <a:defRPr sz="3200">
                <a:solidFill>
                  <a:srgbClr val="FDFAF5"/>
                </a:solidFill>
                <a:latin typeface="Community Light"/>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r>
              <a:rPr lang="en-US">
                <a:solidFill>
                  <a:schemeClr val="tx1"/>
                </a:solidFill>
                <a:latin typeface="Community Semibold"/>
              </a:rPr>
              <a:t>Finding (What)</a:t>
            </a:r>
            <a:endParaRPr lang="en-US">
              <a:solidFill>
                <a:schemeClr val="tx1"/>
              </a:solidFill>
              <a:latin typeface="Community Semibold" panose="02000703040000020003" pitchFamily="2" charset="0"/>
            </a:endParaRPr>
          </a:p>
        </p:txBody>
      </p:sp>
      <p:sp>
        <p:nvSpPr>
          <p:cNvPr id="14" name="Rounded Rectangle 1">
            <a:extLst>
              <a:ext uri="{FF2B5EF4-FFF2-40B4-BE49-F238E27FC236}">
                <a16:creationId xmlns:a16="http://schemas.microsoft.com/office/drawing/2014/main" id="{866A3EC6-5EE0-A1A5-92B9-3344180BA1DD}"/>
              </a:ext>
            </a:extLst>
          </p:cNvPr>
          <p:cNvSpPr/>
          <p:nvPr/>
        </p:nvSpPr>
        <p:spPr>
          <a:xfrm>
            <a:off x="5915483" y="6584934"/>
            <a:ext cx="5743239" cy="2326793"/>
          </a:xfrm>
          <a:prstGeom prst="roundRect">
            <a:avLst>
              <a:gd name="adj" fmla="val 6591"/>
            </a:avLst>
          </a:prstGeom>
          <a:solidFill>
            <a:schemeClr val="tx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1828800">
              <a:defRPr/>
            </a:pPr>
            <a:r>
              <a:rPr lang="en-IE" sz="2500">
                <a:solidFill>
                  <a:schemeClr val="accent1"/>
                </a:solidFill>
                <a:ea typeface="+mn-lt"/>
                <a:cs typeface="+mn-lt"/>
              </a:rPr>
              <a:t>EP positioning lacks clear, consistent guardrails, causing junior reps to over-explain or default to pilots—especially in finance-led, multi-stakeholder deals—resulting in confusion and stalled execution.</a:t>
            </a:r>
            <a:endParaRPr lang="en-IE" sz="2500" b="1">
              <a:solidFill>
                <a:schemeClr val="accent1"/>
              </a:solidFill>
            </a:endParaRPr>
          </a:p>
        </p:txBody>
      </p:sp>
      <p:sp>
        <p:nvSpPr>
          <p:cNvPr id="15" name="Rounded Rectangle 1">
            <a:extLst>
              <a:ext uri="{FF2B5EF4-FFF2-40B4-BE49-F238E27FC236}">
                <a16:creationId xmlns:a16="http://schemas.microsoft.com/office/drawing/2014/main" id="{37945079-987E-B7E8-4721-806FED90C44E}"/>
              </a:ext>
            </a:extLst>
          </p:cNvPr>
          <p:cNvSpPr/>
          <p:nvPr/>
        </p:nvSpPr>
        <p:spPr>
          <a:xfrm>
            <a:off x="5927930" y="4731492"/>
            <a:ext cx="5743239" cy="1660217"/>
          </a:xfrm>
          <a:prstGeom prst="roundRect">
            <a:avLst>
              <a:gd name="adj" fmla="val 6591"/>
            </a:avLst>
          </a:prstGeom>
          <a:solidFill>
            <a:schemeClr val="tx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1828800">
              <a:defRPr/>
            </a:pPr>
            <a:r>
              <a:rPr lang="en-IE" sz="2500" err="1">
                <a:solidFill>
                  <a:schemeClr val="accent1"/>
                </a:solidFill>
              </a:rPr>
              <a:t>Undersizing</a:t>
            </a:r>
            <a:r>
              <a:rPr lang="en-IE" sz="2500">
                <a:solidFill>
                  <a:schemeClr val="accent1"/>
                </a:solidFill>
              </a:rPr>
              <a:t> / oversizing c</a:t>
            </a:r>
            <a:r>
              <a:rPr lang="en-IE" sz="2500" b="1">
                <a:solidFill>
                  <a:schemeClr val="accent1"/>
                </a:solidFill>
              </a:rPr>
              <a:t>reate missed Y1 bookings opportunity and potential growth risk at renewal.</a:t>
            </a:r>
          </a:p>
        </p:txBody>
      </p:sp>
      <p:sp>
        <p:nvSpPr>
          <p:cNvPr id="22" name="Terminator 21">
            <a:extLst>
              <a:ext uri="{FF2B5EF4-FFF2-40B4-BE49-F238E27FC236}">
                <a16:creationId xmlns:a16="http://schemas.microsoft.com/office/drawing/2014/main" id="{D8F29AC0-E7E6-6EF3-2490-D3956E6E179B}"/>
              </a:ext>
            </a:extLst>
          </p:cNvPr>
          <p:cNvSpPr/>
          <p:nvPr/>
        </p:nvSpPr>
        <p:spPr>
          <a:xfrm>
            <a:off x="268703" y="113799"/>
            <a:ext cx="2266121" cy="517525"/>
          </a:xfrm>
          <a:prstGeom prst="flowChartTermina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1"/>
                </a:solidFill>
              </a:rPr>
              <a:t>Potential Actions</a:t>
            </a:r>
          </a:p>
        </p:txBody>
      </p:sp>
      <p:sp>
        <p:nvSpPr>
          <p:cNvPr id="23" name="Text Placeholder 3">
            <a:extLst>
              <a:ext uri="{FF2B5EF4-FFF2-40B4-BE49-F238E27FC236}">
                <a16:creationId xmlns:a16="http://schemas.microsoft.com/office/drawing/2014/main" id="{C649C548-A6D9-F07B-F146-CA4745B504CF}"/>
              </a:ext>
            </a:extLst>
          </p:cNvPr>
          <p:cNvSpPr txBox="1">
            <a:spLocks/>
          </p:cNvSpPr>
          <p:nvPr/>
        </p:nvSpPr>
        <p:spPr>
          <a:xfrm>
            <a:off x="1016689" y="995954"/>
            <a:ext cx="23447827" cy="762000"/>
          </a:xfrm>
          <a:prstGeom prst="rect">
            <a:avLst/>
          </a:prstGeom>
        </p:spPr>
        <p:txBody>
          <a:bodyPr lIns="91440" tIns="45720" rIns="91440" bIns="45720" anchor="t"/>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buNone/>
            </a:pPr>
            <a:r>
              <a:rPr lang="en-IE" sz="5400"/>
              <a:t>Utilisation Discipline Drives Year-1 Bookings and Renewal Health</a:t>
            </a:r>
            <a:endParaRPr lang="en-US"/>
          </a:p>
        </p:txBody>
      </p:sp>
      <p:sp>
        <p:nvSpPr>
          <p:cNvPr id="24" name="Rounded Rectangle 1">
            <a:extLst>
              <a:ext uri="{FF2B5EF4-FFF2-40B4-BE49-F238E27FC236}">
                <a16:creationId xmlns:a16="http://schemas.microsoft.com/office/drawing/2014/main" id="{688F631D-79D3-CB5B-3EFB-5773391D8319}"/>
              </a:ext>
            </a:extLst>
          </p:cNvPr>
          <p:cNvSpPr/>
          <p:nvPr/>
        </p:nvSpPr>
        <p:spPr>
          <a:xfrm>
            <a:off x="898249" y="6611764"/>
            <a:ext cx="4816772" cy="2326793"/>
          </a:xfrm>
          <a:prstGeom prst="roundRect">
            <a:avLst>
              <a:gd name="adj" fmla="val 6591"/>
            </a:avLst>
          </a:prstGeom>
          <a:solidFill>
            <a:schemeClr val="tx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1828800">
              <a:defRPr/>
            </a:pPr>
            <a:endParaRPr lang="en-IE" sz="3000">
              <a:solidFill>
                <a:schemeClr val="accent1"/>
              </a:solidFill>
              <a:ea typeface="+mn-lt"/>
              <a:cs typeface="+mn-lt"/>
            </a:endParaRPr>
          </a:p>
          <a:p>
            <a:pPr algn="ctr" defTabSz="1828800">
              <a:defRPr/>
            </a:pPr>
            <a:r>
              <a:rPr lang="en-IE" sz="3000">
                <a:solidFill>
                  <a:schemeClr val="accent1"/>
                </a:solidFill>
                <a:ea typeface="+mn-lt"/>
                <a:cs typeface="+mn-lt"/>
              </a:rPr>
              <a:t>EP Positioning varies across reps, there is no consistency in structure</a:t>
            </a:r>
          </a:p>
          <a:p>
            <a:pPr algn="ctr" defTabSz="1828800">
              <a:defRPr/>
            </a:pPr>
            <a:endParaRPr lang="en-IE" sz="3000">
              <a:solidFill>
                <a:schemeClr val="accent1"/>
              </a:solidFill>
            </a:endParaRPr>
          </a:p>
        </p:txBody>
      </p:sp>
      <p:sp>
        <p:nvSpPr>
          <p:cNvPr id="25" name="Rounded Rectangle 1">
            <a:extLst>
              <a:ext uri="{FF2B5EF4-FFF2-40B4-BE49-F238E27FC236}">
                <a16:creationId xmlns:a16="http://schemas.microsoft.com/office/drawing/2014/main" id="{66D574D7-290C-E2A7-8443-6CA12CB9A24A}"/>
              </a:ext>
            </a:extLst>
          </p:cNvPr>
          <p:cNvSpPr/>
          <p:nvPr/>
        </p:nvSpPr>
        <p:spPr>
          <a:xfrm>
            <a:off x="910696" y="4731492"/>
            <a:ext cx="4816772" cy="1660217"/>
          </a:xfrm>
          <a:prstGeom prst="roundRect">
            <a:avLst>
              <a:gd name="adj" fmla="val 6591"/>
            </a:avLst>
          </a:prstGeom>
          <a:solidFill>
            <a:schemeClr val="tx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00">
              <a:defRPr/>
            </a:pPr>
            <a:r>
              <a:rPr lang="en-IE" sz="3000">
                <a:solidFill>
                  <a:schemeClr val="accent1"/>
                </a:solidFill>
                <a:ea typeface="+mn-lt"/>
                <a:cs typeface="+mn-lt"/>
              </a:rPr>
              <a:t>Sizing EPs is challenging for less tenured reps </a:t>
            </a:r>
          </a:p>
        </p:txBody>
      </p:sp>
      <p:sp>
        <p:nvSpPr>
          <p:cNvPr id="29" name="Oval 28">
            <a:extLst>
              <a:ext uri="{FF2B5EF4-FFF2-40B4-BE49-F238E27FC236}">
                <a16:creationId xmlns:a16="http://schemas.microsoft.com/office/drawing/2014/main" id="{4836578A-37EA-BFA3-4AC9-58163D740E08}"/>
              </a:ext>
            </a:extLst>
          </p:cNvPr>
          <p:cNvSpPr/>
          <p:nvPr/>
        </p:nvSpPr>
        <p:spPr>
          <a:xfrm>
            <a:off x="52402" y="5091971"/>
            <a:ext cx="860413" cy="762000"/>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146304" tIns="146304" rIns="146304" bIns="146304"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r>
              <a:rPr lang="pt-BR" sz="3200" b="1" kern="0">
                <a:solidFill>
                  <a:srgbClr val="FDFAF5"/>
                </a:solidFill>
                <a:latin typeface="Arial"/>
              </a:rPr>
              <a:t>1</a:t>
            </a:r>
            <a:endParaRPr kumimoji="0" lang="pt-BR" sz="3200" b="1" i="0" u="none" strike="noStrike" kern="0" cap="none" spc="0" normalizeH="0" baseline="0" noProof="0">
              <a:ln>
                <a:noFill/>
              </a:ln>
              <a:solidFill>
                <a:srgbClr val="FDFAF5"/>
              </a:solidFill>
              <a:effectLst/>
              <a:uLnTx/>
              <a:uFillTx/>
              <a:latin typeface="Arial"/>
              <a:ea typeface="+mn-ea"/>
              <a:cs typeface="+mn-cs"/>
            </a:endParaRPr>
          </a:p>
        </p:txBody>
      </p:sp>
      <p:sp>
        <p:nvSpPr>
          <p:cNvPr id="30" name="Oval 29">
            <a:extLst>
              <a:ext uri="{FF2B5EF4-FFF2-40B4-BE49-F238E27FC236}">
                <a16:creationId xmlns:a16="http://schemas.microsoft.com/office/drawing/2014/main" id="{C368C079-B6F0-545C-2C6E-13EE5FC499E1}"/>
              </a:ext>
            </a:extLst>
          </p:cNvPr>
          <p:cNvSpPr/>
          <p:nvPr/>
        </p:nvSpPr>
        <p:spPr>
          <a:xfrm>
            <a:off x="102753" y="7399007"/>
            <a:ext cx="860413" cy="762000"/>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146304" tIns="146304" rIns="146304" bIns="146304"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r>
              <a:rPr lang="pt-BR" sz="3200" b="1" kern="0">
                <a:solidFill>
                  <a:srgbClr val="FDFAF5"/>
                </a:solidFill>
                <a:latin typeface="Arial"/>
              </a:rPr>
              <a:t>2</a:t>
            </a:r>
            <a:endParaRPr kumimoji="0" lang="pt-BR" sz="3200" b="1" i="0" u="none" strike="noStrike" kern="0" cap="none" spc="0" normalizeH="0" baseline="0" noProof="0">
              <a:ln>
                <a:noFill/>
              </a:ln>
              <a:solidFill>
                <a:srgbClr val="FDFAF5"/>
              </a:solidFill>
              <a:effectLst/>
              <a:uLnTx/>
              <a:uFillTx/>
              <a:latin typeface="Arial"/>
              <a:ea typeface="+mn-ea"/>
              <a:cs typeface="+mn-cs"/>
            </a:endParaRPr>
          </a:p>
        </p:txBody>
      </p:sp>
      <p:sp>
        <p:nvSpPr>
          <p:cNvPr id="2" name="TextBox 3">
            <a:extLst>
              <a:ext uri="{FF2B5EF4-FFF2-40B4-BE49-F238E27FC236}">
                <a16:creationId xmlns:a16="http://schemas.microsoft.com/office/drawing/2014/main" id="{D1538AF1-A029-1826-A6A4-08F517AD0B43}"/>
              </a:ext>
            </a:extLst>
          </p:cNvPr>
          <p:cNvSpPr txBox="1"/>
          <p:nvPr/>
        </p:nvSpPr>
        <p:spPr>
          <a:xfrm>
            <a:off x="21135650" y="3860661"/>
            <a:ext cx="2858672" cy="677108"/>
          </a:xfrm>
          <a:prstGeom prst="round2SameRect">
            <a:avLst/>
          </a:prstGeom>
          <a:solidFill>
            <a:schemeClr val="accent1">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algn="ctr" defTabSz="1828800">
              <a:defRPr sz="3200">
                <a:solidFill>
                  <a:srgbClr val="FDFAF5"/>
                </a:solidFill>
                <a:latin typeface="Community Light"/>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r>
              <a:rPr lang="en-US">
                <a:solidFill>
                  <a:schemeClr val="tx1"/>
                </a:solidFill>
                <a:latin typeface="Community Semibold"/>
              </a:rPr>
              <a:t>Owner (Who)</a:t>
            </a:r>
            <a:endParaRPr lang="en-US">
              <a:solidFill>
                <a:schemeClr val="tx1"/>
              </a:solidFill>
              <a:latin typeface="Community Semibold" panose="02000703040000020003" pitchFamily="2" charset="0"/>
            </a:endParaRPr>
          </a:p>
        </p:txBody>
      </p:sp>
      <p:sp>
        <p:nvSpPr>
          <p:cNvPr id="3" name="Rounded Rectangle 1">
            <a:extLst>
              <a:ext uri="{FF2B5EF4-FFF2-40B4-BE49-F238E27FC236}">
                <a16:creationId xmlns:a16="http://schemas.microsoft.com/office/drawing/2014/main" id="{1CAEEEA2-30C8-577A-1014-CBECF537129F}"/>
              </a:ext>
            </a:extLst>
          </p:cNvPr>
          <p:cNvSpPr/>
          <p:nvPr/>
        </p:nvSpPr>
        <p:spPr>
          <a:xfrm>
            <a:off x="21296285" y="6584934"/>
            <a:ext cx="2858672" cy="2326793"/>
          </a:xfrm>
          <a:prstGeom prst="roundRect">
            <a:avLst>
              <a:gd name="adj" fmla="val 6591"/>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00">
              <a:defRPr/>
            </a:pPr>
            <a:r>
              <a:rPr lang="en-US" sz="3000">
                <a:solidFill>
                  <a:schemeClr val="tx1"/>
                </a:solidFill>
                <a:latin typeface="Community Light"/>
              </a:rPr>
              <a:t>GTME</a:t>
            </a:r>
          </a:p>
          <a:p>
            <a:pPr algn="ctr" defTabSz="1828800">
              <a:defRPr/>
            </a:pPr>
            <a:r>
              <a:rPr lang="en-US" sz="3000">
                <a:solidFill>
                  <a:schemeClr val="tx1"/>
                </a:solidFill>
                <a:latin typeface="Community Light"/>
              </a:rPr>
              <a:t>Sales</a:t>
            </a:r>
          </a:p>
        </p:txBody>
      </p:sp>
      <p:sp>
        <p:nvSpPr>
          <p:cNvPr id="6" name="Rounded Rectangle 1">
            <a:extLst>
              <a:ext uri="{FF2B5EF4-FFF2-40B4-BE49-F238E27FC236}">
                <a16:creationId xmlns:a16="http://schemas.microsoft.com/office/drawing/2014/main" id="{5AE5CF69-9CB5-F36A-6F0D-5E3CFE40537E}"/>
              </a:ext>
            </a:extLst>
          </p:cNvPr>
          <p:cNvSpPr/>
          <p:nvPr/>
        </p:nvSpPr>
        <p:spPr>
          <a:xfrm>
            <a:off x="21308732" y="4758255"/>
            <a:ext cx="2858672" cy="1633454"/>
          </a:xfrm>
          <a:prstGeom prst="roundRect">
            <a:avLst>
              <a:gd name="adj" fmla="val 6591"/>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00">
              <a:defRPr/>
            </a:pPr>
            <a:endParaRPr lang="en-US" sz="3000">
              <a:solidFill>
                <a:schemeClr val="tx1"/>
              </a:solidFill>
              <a:latin typeface="Community Light"/>
            </a:endParaRPr>
          </a:p>
          <a:p>
            <a:pPr algn="ctr" defTabSz="1828800">
              <a:defRPr/>
            </a:pPr>
            <a:r>
              <a:rPr lang="en-US" sz="3000">
                <a:solidFill>
                  <a:schemeClr val="tx1"/>
                </a:solidFill>
                <a:latin typeface="Community Light"/>
              </a:rPr>
              <a:t>Sales</a:t>
            </a:r>
            <a:endParaRPr lang="en-US">
              <a:solidFill>
                <a:schemeClr val="tx1"/>
              </a:solidFill>
            </a:endParaRPr>
          </a:p>
          <a:p>
            <a:pPr algn="ctr" defTabSz="1828800">
              <a:defRPr/>
            </a:pPr>
            <a:endParaRPr lang="en-US" sz="3000">
              <a:solidFill>
                <a:schemeClr val="tx1"/>
              </a:solidFill>
              <a:latin typeface="Community Light"/>
            </a:endParaRPr>
          </a:p>
        </p:txBody>
      </p:sp>
      <p:sp>
        <p:nvSpPr>
          <p:cNvPr id="31" name="Rounded Rectangle 1">
            <a:extLst>
              <a:ext uri="{FF2B5EF4-FFF2-40B4-BE49-F238E27FC236}">
                <a16:creationId xmlns:a16="http://schemas.microsoft.com/office/drawing/2014/main" id="{5FAD75E3-A850-7358-C02F-9FBFB8DAA286}"/>
              </a:ext>
            </a:extLst>
          </p:cNvPr>
          <p:cNvSpPr/>
          <p:nvPr/>
        </p:nvSpPr>
        <p:spPr>
          <a:xfrm>
            <a:off x="5970967" y="9186925"/>
            <a:ext cx="5743239" cy="1660217"/>
          </a:xfrm>
          <a:prstGeom prst="roundRect">
            <a:avLst>
              <a:gd name="adj" fmla="val 6591"/>
            </a:avLst>
          </a:prstGeom>
          <a:solidFill>
            <a:schemeClr val="tx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1828800">
              <a:defRPr/>
            </a:pPr>
            <a:r>
              <a:rPr lang="en-IE" sz="2500">
                <a:solidFill>
                  <a:schemeClr val="accent1"/>
                </a:solidFill>
              </a:rPr>
              <a:t>Underutilization if not monitored can create a churn risk at renewal and bring complex conversations for the AD.</a:t>
            </a:r>
          </a:p>
        </p:txBody>
      </p:sp>
      <p:sp>
        <p:nvSpPr>
          <p:cNvPr id="32" name="Rounded Rectangle 1">
            <a:extLst>
              <a:ext uri="{FF2B5EF4-FFF2-40B4-BE49-F238E27FC236}">
                <a16:creationId xmlns:a16="http://schemas.microsoft.com/office/drawing/2014/main" id="{CEB10B23-E4CD-5664-FCE3-0DC81D7A87D6}"/>
              </a:ext>
            </a:extLst>
          </p:cNvPr>
          <p:cNvSpPr/>
          <p:nvPr/>
        </p:nvSpPr>
        <p:spPr>
          <a:xfrm>
            <a:off x="11931739" y="9204330"/>
            <a:ext cx="9271648" cy="1642811"/>
          </a:xfrm>
          <a:prstGeom prst="roundRect">
            <a:avLst>
              <a:gd name="adj" fmla="val 6591"/>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IE" sz="2500">
              <a:solidFill>
                <a:schemeClr val="accent1"/>
              </a:solidFill>
            </a:endParaRPr>
          </a:p>
          <a:p>
            <a:pPr marL="342900" indent="-342900">
              <a:buFont typeface="Arial" panose="020B0604020202020204" pitchFamily="34" charset="0"/>
              <a:buChar char="•"/>
            </a:pPr>
            <a:r>
              <a:rPr lang="en-IE" sz="2500">
                <a:solidFill>
                  <a:schemeClr val="accent1"/>
                </a:solidFill>
              </a:rPr>
              <a:t>Map out the customer handover process from AE to AD2+</a:t>
            </a:r>
          </a:p>
          <a:p>
            <a:pPr marL="342900" indent="-342900" defTabSz="1828800">
              <a:buFont typeface="Arial" panose="020B0604020202020204" pitchFamily="34" charset="0"/>
              <a:buChar char="•"/>
              <a:defRPr/>
            </a:pPr>
            <a:r>
              <a:rPr lang="en-IE" sz="2500">
                <a:solidFill>
                  <a:schemeClr val="accent1"/>
                </a:solidFill>
                <a:latin typeface="Community"/>
              </a:rPr>
              <a:t>Evaluate the Onboarding &amp; Implementation Process</a:t>
            </a:r>
          </a:p>
          <a:p>
            <a:pPr marL="457200" indent="-457200" defTabSz="1828800">
              <a:buFont typeface="Arial" panose="020B0604020202020204" pitchFamily="34" charset="0"/>
              <a:buChar char="•"/>
              <a:defRPr/>
            </a:pPr>
            <a:endParaRPr lang="en-US" sz="2500">
              <a:solidFill>
                <a:schemeClr val="accent1"/>
              </a:solidFill>
              <a:latin typeface="Community Light"/>
            </a:endParaRPr>
          </a:p>
        </p:txBody>
      </p:sp>
      <p:sp>
        <p:nvSpPr>
          <p:cNvPr id="33" name="Rounded Rectangle 1">
            <a:extLst>
              <a:ext uri="{FF2B5EF4-FFF2-40B4-BE49-F238E27FC236}">
                <a16:creationId xmlns:a16="http://schemas.microsoft.com/office/drawing/2014/main" id="{398B3A39-559C-4554-45EA-93175968411E}"/>
              </a:ext>
            </a:extLst>
          </p:cNvPr>
          <p:cNvSpPr/>
          <p:nvPr/>
        </p:nvSpPr>
        <p:spPr>
          <a:xfrm>
            <a:off x="953732" y="9225687"/>
            <a:ext cx="4816772" cy="1621456"/>
          </a:xfrm>
          <a:prstGeom prst="roundRect">
            <a:avLst>
              <a:gd name="adj" fmla="val 6591"/>
            </a:avLst>
          </a:prstGeom>
          <a:solidFill>
            <a:schemeClr val="tx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00">
              <a:defRPr/>
            </a:pPr>
            <a:r>
              <a:rPr lang="en-US" sz="3000" b="1">
                <a:solidFill>
                  <a:schemeClr val="accent1"/>
                </a:solidFill>
              </a:rPr>
              <a:t>45% of accounts after 6M are underutilized </a:t>
            </a:r>
            <a:endParaRPr lang="en-US" b="1">
              <a:solidFill>
                <a:schemeClr val="accent1"/>
              </a:solidFill>
            </a:endParaRPr>
          </a:p>
        </p:txBody>
      </p:sp>
      <p:sp>
        <p:nvSpPr>
          <p:cNvPr id="34" name="Oval 33">
            <a:extLst>
              <a:ext uri="{FF2B5EF4-FFF2-40B4-BE49-F238E27FC236}">
                <a16:creationId xmlns:a16="http://schemas.microsoft.com/office/drawing/2014/main" id="{0D9AE01B-5F78-AD0A-6C17-C00C054D7C83}"/>
              </a:ext>
            </a:extLst>
          </p:cNvPr>
          <p:cNvSpPr/>
          <p:nvPr/>
        </p:nvSpPr>
        <p:spPr>
          <a:xfrm>
            <a:off x="130304" y="9637656"/>
            <a:ext cx="860413" cy="762000"/>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146304" tIns="146304" rIns="146304" bIns="146304"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r>
              <a:rPr lang="pt-BR" sz="3200" b="1" kern="0">
                <a:solidFill>
                  <a:srgbClr val="FDFAF5"/>
                </a:solidFill>
                <a:latin typeface="Arial"/>
                <a:cs typeface="Arial"/>
              </a:rPr>
              <a:t>3</a:t>
            </a:r>
            <a:endParaRPr lang="pt-BR" sz="3200" b="1" i="0" u="none" strike="noStrike" kern="0" cap="none" spc="0" normalizeH="0" baseline="0" noProof="0">
              <a:ln>
                <a:noFill/>
              </a:ln>
              <a:solidFill>
                <a:srgbClr val="FDFAF5"/>
              </a:solidFill>
              <a:effectLst/>
              <a:uLnTx/>
              <a:uFillTx/>
              <a:latin typeface="Arial"/>
              <a:cs typeface="Arial"/>
            </a:endParaRPr>
          </a:p>
        </p:txBody>
      </p:sp>
      <p:sp>
        <p:nvSpPr>
          <p:cNvPr id="35" name="Rounded Rectangle 1">
            <a:extLst>
              <a:ext uri="{FF2B5EF4-FFF2-40B4-BE49-F238E27FC236}">
                <a16:creationId xmlns:a16="http://schemas.microsoft.com/office/drawing/2014/main" id="{491E0353-FD1C-1143-66EC-FC08CB931665}"/>
              </a:ext>
            </a:extLst>
          </p:cNvPr>
          <p:cNvSpPr/>
          <p:nvPr/>
        </p:nvSpPr>
        <p:spPr>
          <a:xfrm>
            <a:off x="21351769" y="9186924"/>
            <a:ext cx="2858672" cy="1660217"/>
          </a:xfrm>
          <a:prstGeom prst="roundRect">
            <a:avLst>
              <a:gd name="adj" fmla="val 6591"/>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00">
              <a:defRPr/>
            </a:pPr>
            <a:r>
              <a:rPr lang="en-US" sz="3000">
                <a:solidFill>
                  <a:schemeClr val="tx1"/>
                </a:solidFill>
                <a:latin typeface="Community Light"/>
              </a:rPr>
              <a:t>Pricing / SOPs</a:t>
            </a:r>
            <a:endParaRPr lang="en-US">
              <a:solidFill>
                <a:srgbClr val="FFFFFF"/>
              </a:solidFill>
            </a:endParaRPr>
          </a:p>
        </p:txBody>
      </p:sp>
      <p:sp>
        <p:nvSpPr>
          <p:cNvPr id="10" name="Rectangle 9">
            <a:extLst>
              <a:ext uri="{FF2B5EF4-FFF2-40B4-BE49-F238E27FC236}">
                <a16:creationId xmlns:a16="http://schemas.microsoft.com/office/drawing/2014/main" id="{E4460579-CAA8-1392-B0A0-8502317DA7A6}"/>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2627982004"/>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0F59515B-3A96-E1B3-3309-EDB5BC136D77}"/>
              </a:ext>
            </a:extLst>
          </p:cNvPr>
          <p:cNvGraphicFramePr>
            <a:graphicFrameLocks noGrp="1"/>
          </p:cNvGraphicFramePr>
          <p:nvPr>
            <p:extLst>
              <p:ext uri="{D42A27DB-BD31-4B8C-83A1-F6EECF244321}">
                <p14:modId xmlns:p14="http://schemas.microsoft.com/office/powerpoint/2010/main" val="61964114"/>
              </p:ext>
            </p:extLst>
          </p:nvPr>
        </p:nvGraphicFramePr>
        <p:xfrm>
          <a:off x="314905" y="2992489"/>
          <a:ext cx="23353989" cy="8097246"/>
        </p:xfrm>
        <a:graphic>
          <a:graphicData uri="http://schemas.openxmlformats.org/drawingml/2006/table">
            <a:tbl>
              <a:tblPr firstRow="1" bandRow="1">
                <a:tableStyleId>{5C22544A-7EE6-4342-B048-85BDC9FD1C3A}</a:tableStyleId>
              </a:tblPr>
              <a:tblGrid>
                <a:gridCol w="352033">
                  <a:extLst>
                    <a:ext uri="{9D8B030D-6E8A-4147-A177-3AD203B41FA5}">
                      <a16:colId xmlns:a16="http://schemas.microsoft.com/office/drawing/2014/main" val="2307957439"/>
                    </a:ext>
                  </a:extLst>
                </a:gridCol>
                <a:gridCol w="6480310">
                  <a:extLst>
                    <a:ext uri="{9D8B030D-6E8A-4147-A177-3AD203B41FA5}">
                      <a16:colId xmlns:a16="http://schemas.microsoft.com/office/drawing/2014/main" val="343739080"/>
                    </a:ext>
                  </a:extLst>
                </a:gridCol>
                <a:gridCol w="8360228">
                  <a:extLst>
                    <a:ext uri="{9D8B030D-6E8A-4147-A177-3AD203B41FA5}">
                      <a16:colId xmlns:a16="http://schemas.microsoft.com/office/drawing/2014/main" val="1667602955"/>
                    </a:ext>
                  </a:extLst>
                </a:gridCol>
                <a:gridCol w="3247215">
                  <a:extLst>
                    <a:ext uri="{9D8B030D-6E8A-4147-A177-3AD203B41FA5}">
                      <a16:colId xmlns:a16="http://schemas.microsoft.com/office/drawing/2014/main" val="539539710"/>
                    </a:ext>
                  </a:extLst>
                </a:gridCol>
                <a:gridCol w="2892326">
                  <a:extLst>
                    <a:ext uri="{9D8B030D-6E8A-4147-A177-3AD203B41FA5}">
                      <a16:colId xmlns:a16="http://schemas.microsoft.com/office/drawing/2014/main" val="1410268112"/>
                    </a:ext>
                  </a:extLst>
                </a:gridCol>
                <a:gridCol w="2021877">
                  <a:extLst>
                    <a:ext uri="{9D8B030D-6E8A-4147-A177-3AD203B41FA5}">
                      <a16:colId xmlns:a16="http://schemas.microsoft.com/office/drawing/2014/main" val="2148888507"/>
                    </a:ext>
                  </a:extLst>
                </a:gridCol>
              </a:tblGrid>
              <a:tr h="628709">
                <a:tc>
                  <a:txBody>
                    <a:bodyPr/>
                    <a:lstStyle/>
                    <a:p>
                      <a:r>
                        <a:rPr lang="en-US"/>
                        <a:t>#</a:t>
                      </a:r>
                    </a:p>
                  </a:txBody>
                  <a:tcPr/>
                </a:tc>
                <a:tc>
                  <a:txBody>
                    <a:bodyPr/>
                    <a:lstStyle/>
                    <a:p>
                      <a:r>
                        <a:rPr lang="en-US"/>
                        <a:t>Action to be taken</a:t>
                      </a:r>
                    </a:p>
                  </a:txBody>
                  <a:tcPr/>
                </a:tc>
                <a:tc>
                  <a:txBody>
                    <a:bodyPr/>
                    <a:lstStyle/>
                    <a:p>
                      <a:r>
                        <a:rPr lang="en-US"/>
                        <a:t>Next Steps</a:t>
                      </a:r>
                    </a:p>
                  </a:txBody>
                  <a:tcPr/>
                </a:tc>
                <a:tc>
                  <a:txBody>
                    <a:bodyPr/>
                    <a:lstStyle/>
                    <a:p>
                      <a:r>
                        <a:rPr lang="en-US"/>
                        <a:t>Owner</a:t>
                      </a:r>
                    </a:p>
                  </a:txBody>
                  <a:tcPr/>
                </a:tc>
                <a:tc>
                  <a:txBody>
                    <a:bodyPr/>
                    <a:lstStyle/>
                    <a:p>
                      <a:r>
                        <a:rPr lang="en-US"/>
                        <a:t>Timeline</a:t>
                      </a:r>
                    </a:p>
                  </a:txBody>
                  <a:tcPr/>
                </a:tc>
                <a:tc>
                  <a:txBody>
                    <a:bodyPr/>
                    <a:lstStyle/>
                    <a:p>
                      <a:r>
                        <a:rPr lang="en-US"/>
                        <a:t>Status</a:t>
                      </a:r>
                    </a:p>
                  </a:txBody>
                  <a:tcPr/>
                </a:tc>
                <a:extLst>
                  <a:ext uri="{0D108BD9-81ED-4DB2-BD59-A6C34878D82A}">
                    <a16:rowId xmlns:a16="http://schemas.microsoft.com/office/drawing/2014/main" val="3279729639"/>
                  </a:ext>
                </a:extLst>
              </a:tr>
              <a:tr h="1760382">
                <a:tc>
                  <a:txBody>
                    <a:bodyPr/>
                    <a:lstStyle/>
                    <a:p>
                      <a:pPr>
                        <a:buNone/>
                      </a:pPr>
                      <a:r>
                        <a:rPr lang="en-US"/>
                        <a:t>1</a:t>
                      </a:r>
                    </a:p>
                  </a:txBody>
                  <a:tcPr marL="0" marR="0" marT="0" marB="0" horzOverflow="overflow"/>
                </a:tc>
                <a:tc>
                  <a:txBody>
                    <a:bodyPr/>
                    <a:lstStyle/>
                    <a:p>
                      <a:pPr rtl="0" fontAlgn="auto"/>
                      <a:r>
                        <a:rPr lang="en-US" sz="2400" b="0" i="0" kern="1200">
                          <a:solidFill>
                            <a:schemeClr val="dk1"/>
                          </a:solidFill>
                          <a:effectLst/>
                          <a:latin typeface="+mn-lt"/>
                          <a:ea typeface="+mn-ea"/>
                          <a:cs typeface="+mn-cs"/>
                        </a:rPr>
                        <a:t>Are Y1 True ups and Renewals set up for success​</a:t>
                      </a:r>
                    </a:p>
                  </a:txBody>
                  <a:tcPr/>
                </a:tc>
                <a:tc>
                  <a:txBody>
                    <a:bodyPr/>
                    <a:lstStyle/>
                    <a:p>
                      <a:pPr rtl="0" fontAlgn="base"/>
                      <a:r>
                        <a:rPr lang="en-US" sz="2400" b="0" i="0" kern="1200">
                          <a:solidFill>
                            <a:schemeClr val="dk1"/>
                          </a:solidFill>
                          <a:effectLst/>
                          <a:latin typeface="+mn-lt"/>
                          <a:ea typeface="+mn-ea"/>
                          <a:cs typeface="+mn-cs"/>
                        </a:rPr>
                        <a:t>Pricing to </a:t>
                      </a:r>
                    </a:p>
                    <a:p>
                      <a:pPr marL="342900" indent="-342900" rtl="0" fontAlgn="base">
                        <a:buFont typeface="Arial" panose="020B0604020202020204" pitchFamily="34" charset="0"/>
                        <a:buChar char="•"/>
                      </a:pPr>
                      <a:r>
                        <a:rPr lang="en-US" sz="2400" b="0" i="0" kern="1200">
                          <a:solidFill>
                            <a:schemeClr val="dk1"/>
                          </a:solidFill>
                          <a:effectLst/>
                          <a:latin typeface="+mn-lt"/>
                          <a:ea typeface="+mn-ea"/>
                          <a:cs typeface="+mn-cs"/>
                        </a:rPr>
                        <a:t>Meet more TAEs to understand more about onboarding / activation </a:t>
                      </a:r>
                    </a:p>
                    <a:p>
                      <a:pPr marL="342900" indent="-342900" rtl="0" fontAlgn="base">
                        <a:buFont typeface="Arial" panose="020B0604020202020204" pitchFamily="34" charset="0"/>
                        <a:buChar char="•"/>
                      </a:pPr>
                      <a:r>
                        <a:rPr lang="en-US" sz="2400" b="0" i="0" kern="1200">
                          <a:solidFill>
                            <a:schemeClr val="dk1"/>
                          </a:solidFill>
                          <a:effectLst/>
                          <a:latin typeface="+mn-lt"/>
                          <a:ea typeface="+mn-ea"/>
                          <a:cs typeface="+mn-cs"/>
                        </a:rPr>
                        <a:t>Partner to help map out ideal workflow for AE -&gt; AD2+</a:t>
                      </a:r>
                    </a:p>
                    <a:p>
                      <a:pPr marL="342900" indent="-342900" rtl="0" fontAlgn="base">
                        <a:buFont typeface="Arial" panose="020B0604020202020204" pitchFamily="34" charset="0"/>
                        <a:buChar char="•"/>
                      </a:pPr>
                      <a:r>
                        <a:rPr lang="en-US" sz="2400" b="0" i="0" kern="1200">
                          <a:solidFill>
                            <a:schemeClr val="dk1"/>
                          </a:solidFill>
                          <a:effectLst/>
                          <a:latin typeface="+mn-lt"/>
                          <a:ea typeface="+mn-ea"/>
                          <a:cs typeface="+mn-cs"/>
                        </a:rPr>
                        <a:t>Interview AD2+ Reps </a:t>
                      </a:r>
                    </a:p>
                  </a:txBody>
                  <a:tcPr/>
                </a:tc>
                <a:tc>
                  <a:txBody>
                    <a:bodyPr/>
                    <a:lstStyle/>
                    <a:p>
                      <a:r>
                        <a:rPr lang="en-US"/>
                        <a:t>Cliodhna, SOPs, GTME</a:t>
                      </a:r>
                    </a:p>
                  </a:txBody>
                  <a:tcPr/>
                </a:tc>
                <a:tc>
                  <a:txBody>
                    <a:bodyPr/>
                    <a:lstStyle/>
                    <a:p>
                      <a:r>
                        <a:rPr lang="en-US"/>
                        <a:t>Ongoing</a:t>
                      </a:r>
                    </a:p>
                  </a:txBody>
                  <a:tcPr/>
                </a:tc>
                <a:tc>
                  <a:txBody>
                    <a:bodyPr/>
                    <a:lstStyle/>
                    <a:p>
                      <a:endParaRPr lang="en-US"/>
                    </a:p>
                  </a:txBody>
                  <a:tcPr>
                    <a:solidFill>
                      <a:srgbClr val="FFABAB"/>
                    </a:solidFill>
                  </a:tcPr>
                </a:tc>
                <a:extLst>
                  <a:ext uri="{0D108BD9-81ED-4DB2-BD59-A6C34878D82A}">
                    <a16:rowId xmlns:a16="http://schemas.microsoft.com/office/drawing/2014/main" val="3538153337"/>
                  </a:ext>
                </a:extLst>
              </a:tr>
              <a:tr h="1241651">
                <a:tc>
                  <a:txBody>
                    <a:bodyPr/>
                    <a:lstStyle/>
                    <a:p>
                      <a:r>
                        <a:rPr lang="en-US"/>
                        <a:t>2</a:t>
                      </a:r>
                    </a:p>
                  </a:txBody>
                  <a:tcPr/>
                </a:tc>
                <a:tc>
                  <a:txBody>
                    <a:bodyPr/>
                    <a:lstStyle/>
                    <a:p>
                      <a:pPr lvl="0">
                        <a:buNone/>
                      </a:pPr>
                      <a:r>
                        <a:rPr lang="en-US" sz="2400" b="0" i="0" u="none" strike="noStrike" noProof="0">
                          <a:latin typeface="Community"/>
                        </a:rPr>
                        <a:t>Analyse Pitch Rates by Region &amp; Function</a:t>
                      </a:r>
                      <a:endParaRPr lang="en-US" b="0"/>
                    </a:p>
                  </a:txBody>
                  <a:tcPr/>
                </a:tc>
                <a:tc>
                  <a:txBody>
                    <a:bodyPr/>
                    <a:lstStyle/>
                    <a:p>
                      <a:pPr marL="0" lvl="0" indent="0" algn="l">
                        <a:lnSpc>
                          <a:spcPct val="100000"/>
                        </a:lnSpc>
                        <a:spcBef>
                          <a:spcPts val="0"/>
                        </a:spcBef>
                        <a:spcAft>
                          <a:spcPts val="0"/>
                        </a:spcAft>
                        <a:buNone/>
                      </a:pPr>
                      <a:r>
                        <a:rPr lang="en-US" sz="2400" b="0" i="0" u="none" strike="noStrike" noProof="0"/>
                        <a:t>Pricing to partner with Sales Ops to break down pitch rates by region (NAMER vs. EMEA) and sales to identify performance gaps and opportunity areas.</a:t>
                      </a:r>
                      <a:endParaRPr lang="en-US" sz="2400" b="0" i="0" u="none" strike="noStrike" noProof="0">
                        <a:latin typeface="Community"/>
                      </a:endParaRPr>
                    </a:p>
                  </a:txBody>
                  <a:tcPr/>
                </a:tc>
                <a:tc>
                  <a:txBody>
                    <a:bodyPr/>
                    <a:lstStyle/>
                    <a:p>
                      <a:r>
                        <a:rPr lang="en-US"/>
                        <a:t>Cliodhna, SOPs</a:t>
                      </a:r>
                    </a:p>
                  </a:txBody>
                  <a:tcPr/>
                </a:tc>
                <a:tc>
                  <a:txBody>
                    <a:bodyPr/>
                    <a:lstStyle/>
                    <a:p>
                      <a:r>
                        <a:rPr lang="en-US"/>
                        <a:t>Q3</a:t>
                      </a:r>
                    </a:p>
                  </a:txBody>
                  <a:tcPr/>
                </a:tc>
                <a:tc>
                  <a:txBody>
                    <a:bodyPr/>
                    <a:lstStyle/>
                    <a:p>
                      <a:endParaRPr lang="en-US"/>
                    </a:p>
                  </a:txBody>
                  <a:tcPr>
                    <a:solidFill>
                      <a:srgbClr val="FFABAB"/>
                    </a:solidFill>
                  </a:tcPr>
                </a:tc>
                <a:extLst>
                  <a:ext uri="{0D108BD9-81ED-4DB2-BD59-A6C34878D82A}">
                    <a16:rowId xmlns:a16="http://schemas.microsoft.com/office/drawing/2014/main" val="1247537010"/>
                  </a:ext>
                </a:extLst>
              </a:tr>
              <a:tr h="2153323">
                <a:tc>
                  <a:txBody>
                    <a:bodyPr/>
                    <a:lstStyle/>
                    <a:p>
                      <a:pPr lvl="0">
                        <a:buNone/>
                      </a:pPr>
                      <a:r>
                        <a:rPr lang="en-US"/>
                        <a:t>3</a:t>
                      </a:r>
                    </a:p>
                  </a:txBody>
                  <a:tcPr/>
                </a:tc>
                <a:tc>
                  <a:txBody>
                    <a:bodyPr/>
                    <a:lstStyle/>
                    <a:p>
                      <a:pPr lvl="0">
                        <a:buNone/>
                      </a:pPr>
                      <a:r>
                        <a:rPr lang="en-US" sz="2400" b="0" i="0" u="none" strike="noStrike" noProof="0">
                          <a:latin typeface="Community"/>
                        </a:rPr>
                        <a:t>Review Pricing SLAs by Region</a:t>
                      </a:r>
                      <a:endParaRPr lang="en-US" b="0"/>
                    </a:p>
                  </a:txBody>
                  <a:tcPr/>
                </a:tc>
                <a:tc>
                  <a:txBody>
                    <a:bodyPr/>
                    <a:lstStyle/>
                    <a:p>
                      <a:pPr marL="0" lvl="0" indent="0" algn="l">
                        <a:lnSpc>
                          <a:spcPct val="100000"/>
                        </a:lnSpc>
                        <a:spcBef>
                          <a:spcPts val="0"/>
                        </a:spcBef>
                        <a:spcAft>
                          <a:spcPts val="0"/>
                        </a:spcAft>
                        <a:buNone/>
                      </a:pPr>
                      <a:r>
                        <a:rPr lang="en-US" sz="2400" b="0" i="0" u="none" strike="noStrike" noProof="0"/>
                        <a:t>Assess whether there are differences in pricing turnaround times (SLAs) across regions that could be impacting EMEA conversion or win rates.</a:t>
                      </a:r>
                    </a:p>
                  </a:txBody>
                  <a:tcPr/>
                </a:tc>
                <a:tc>
                  <a:txBody>
                    <a:bodyPr/>
                    <a:lstStyle/>
                    <a:p>
                      <a:pPr lvl="0">
                        <a:buNone/>
                      </a:pPr>
                      <a:r>
                        <a:rPr lang="en-US"/>
                        <a:t>Cliodhna, Deal Desk</a:t>
                      </a:r>
                    </a:p>
                  </a:txBody>
                  <a:tcPr/>
                </a:tc>
                <a:tc>
                  <a:txBody>
                    <a:bodyPr/>
                    <a:lstStyle/>
                    <a:p>
                      <a:pPr lvl="0">
                        <a:buNone/>
                      </a:pPr>
                      <a:r>
                        <a:rPr lang="en-US"/>
                        <a:t>Q3</a:t>
                      </a:r>
                    </a:p>
                  </a:txBody>
                  <a:tcPr/>
                </a:tc>
                <a:tc>
                  <a:txBody>
                    <a:bodyPr/>
                    <a:lstStyle/>
                    <a:p>
                      <a:pPr lvl="0">
                        <a:buNone/>
                      </a:pPr>
                      <a:endParaRPr lang="en-US"/>
                    </a:p>
                  </a:txBody>
                  <a:tcPr>
                    <a:solidFill>
                      <a:srgbClr val="FFABAB"/>
                    </a:solidFill>
                  </a:tcPr>
                </a:tc>
                <a:extLst>
                  <a:ext uri="{0D108BD9-81ED-4DB2-BD59-A6C34878D82A}">
                    <a16:rowId xmlns:a16="http://schemas.microsoft.com/office/drawing/2014/main" val="3401510940"/>
                  </a:ext>
                </a:extLst>
              </a:tr>
              <a:tr h="2153323">
                <a:tc>
                  <a:txBody>
                    <a:bodyPr/>
                    <a:lstStyle/>
                    <a:p>
                      <a:pPr lvl="0">
                        <a:buNone/>
                      </a:pPr>
                      <a:r>
                        <a:rPr lang="en-US"/>
                        <a:t>4</a:t>
                      </a:r>
                    </a:p>
                  </a:txBody>
                  <a:tcPr/>
                </a:tc>
                <a:tc>
                  <a:txBody>
                    <a:bodyPr/>
                    <a:lstStyle/>
                    <a:p>
                      <a:pPr lvl="0">
                        <a:buNone/>
                      </a:pPr>
                      <a:r>
                        <a:rPr lang="en-US" sz="2400" b="0" i="0" u="none" strike="noStrike" noProof="0">
                          <a:latin typeface="Community"/>
                        </a:rPr>
                        <a:t>Align on EMEA Commercial </a:t>
                      </a:r>
                      <a:r>
                        <a:rPr lang="en-US" sz="2400" b="0" i="0" u="none" strike="noStrike" noProof="0" err="1">
                          <a:latin typeface="Community"/>
                        </a:rPr>
                        <a:t>Behaviours</a:t>
                      </a:r>
                      <a:r>
                        <a:rPr lang="en-US" sz="2400" b="0" i="0" u="none" strike="noStrike" noProof="0">
                          <a:latin typeface="Community"/>
                        </a:rPr>
                        <a:t> and Enablement Focus</a:t>
                      </a:r>
                      <a:endParaRPr lang="en-US" b="0"/>
                    </a:p>
                  </a:txBody>
                  <a:tcPr/>
                </a:tc>
                <a:tc>
                  <a:txBody>
                    <a:bodyPr/>
                    <a:lstStyle/>
                    <a:p>
                      <a:pPr marL="0" lvl="0" indent="0" algn="l">
                        <a:lnSpc>
                          <a:spcPct val="100000"/>
                        </a:lnSpc>
                        <a:spcBef>
                          <a:spcPts val="0"/>
                        </a:spcBef>
                        <a:spcAft>
                          <a:spcPts val="0"/>
                        </a:spcAft>
                        <a:buNone/>
                      </a:pPr>
                      <a:r>
                        <a:rPr lang="en-US" sz="2400" b="0" i="0" u="none" strike="noStrike" noProof="0"/>
                        <a:t>Pricing to partner with GTME to </a:t>
                      </a:r>
                      <a:r>
                        <a:rPr lang="en-US" sz="2400" b="0" i="0" u="none" strike="noStrike" noProof="0" err="1"/>
                        <a:t>analyse</a:t>
                      </a:r>
                      <a:r>
                        <a:rPr lang="en-US" sz="2400" b="0" i="0" u="none" strike="noStrike" noProof="0"/>
                        <a:t> NAMER vs. EMEA pitching differences, define the specific commercial </a:t>
                      </a:r>
                      <a:r>
                        <a:rPr lang="en-US" sz="2400" b="0" i="0" u="none" strike="noStrike" noProof="0" err="1"/>
                        <a:t>behaviours</a:t>
                      </a:r>
                      <a:r>
                        <a:rPr lang="en-US" sz="2400" b="0" i="0" u="none" strike="noStrike" noProof="0"/>
                        <a:t> we want to drive in EMEA. Pricing to deliver a concise one-pager summarizing findings and recommended enablement focus areas.</a:t>
                      </a:r>
                      <a:endParaRPr lang="en-US" sz="2400" b="0" i="0" u="none" strike="noStrike" noProof="0">
                        <a:latin typeface="Community"/>
                      </a:endParaRPr>
                    </a:p>
                  </a:txBody>
                  <a:tcPr/>
                </a:tc>
                <a:tc>
                  <a:txBody>
                    <a:bodyPr/>
                    <a:lstStyle/>
                    <a:p>
                      <a:pPr lvl="0">
                        <a:buNone/>
                      </a:pPr>
                      <a:r>
                        <a:rPr lang="en-US"/>
                        <a:t>Cliodhna, Chris H</a:t>
                      </a:r>
                    </a:p>
                  </a:txBody>
                  <a:tcPr/>
                </a:tc>
                <a:tc>
                  <a:txBody>
                    <a:bodyPr/>
                    <a:lstStyle/>
                    <a:p>
                      <a:pPr lvl="0">
                        <a:buNone/>
                      </a:pPr>
                      <a:r>
                        <a:rPr lang="en-US"/>
                        <a:t>Q3 / Q4</a:t>
                      </a:r>
                    </a:p>
                  </a:txBody>
                  <a:tcPr/>
                </a:tc>
                <a:tc>
                  <a:txBody>
                    <a:bodyPr/>
                    <a:lstStyle/>
                    <a:p>
                      <a:pPr lvl="0">
                        <a:buNone/>
                      </a:pPr>
                      <a:endParaRPr lang="en-US"/>
                    </a:p>
                  </a:txBody>
                  <a:tcPr>
                    <a:solidFill>
                      <a:srgbClr val="FFABAB"/>
                    </a:solidFill>
                  </a:tcPr>
                </a:tc>
                <a:extLst>
                  <a:ext uri="{0D108BD9-81ED-4DB2-BD59-A6C34878D82A}">
                    <a16:rowId xmlns:a16="http://schemas.microsoft.com/office/drawing/2014/main" val="2671476180"/>
                  </a:ext>
                </a:extLst>
              </a:tr>
            </a:tbl>
          </a:graphicData>
        </a:graphic>
      </p:graphicFrame>
      <p:sp>
        <p:nvSpPr>
          <p:cNvPr id="8" name="Title 1">
            <a:extLst>
              <a:ext uri="{FF2B5EF4-FFF2-40B4-BE49-F238E27FC236}">
                <a16:creationId xmlns:a16="http://schemas.microsoft.com/office/drawing/2014/main" id="{3406C090-D070-A700-4141-DD9FC0844BEA}"/>
              </a:ext>
            </a:extLst>
          </p:cNvPr>
          <p:cNvSpPr txBox="1">
            <a:spLocks/>
          </p:cNvSpPr>
          <p:nvPr/>
        </p:nvSpPr>
        <p:spPr>
          <a:xfrm>
            <a:off x="314905" y="1362200"/>
            <a:ext cx="23757364" cy="1378684"/>
          </a:xfrm>
          <a:prstGeom prst="rect">
            <a:avLst/>
          </a:prstGeom>
        </p:spPr>
        <p:txBody>
          <a:bodyPr vert="horz" lIns="91440" tIns="45720" rIns="91440" bIns="45720" anchor="t">
            <a:noAutofit/>
          </a:bodyPr>
          <a:lstStyle>
            <a:lvl1pPr algn="l" defTabSz="1219170" rtl="0" eaLnBrk="1" latinLnBrk="0" hangingPunct="1">
              <a:spcBef>
                <a:spcPct val="0"/>
              </a:spcBef>
              <a:buNone/>
              <a:defRPr sz="8000" b="1" kern="1200">
                <a:solidFill>
                  <a:schemeClr val="tx2"/>
                </a:solidFill>
                <a:latin typeface="Community Pro" panose="02000303040000020003"/>
                <a:ea typeface="+mj-ea"/>
                <a:cs typeface="+mj-cs"/>
              </a:defRPr>
            </a:lvl1pPr>
          </a:lstStyle>
          <a:p>
            <a:r>
              <a:rPr lang="en-US" sz="5600" b="0"/>
              <a:t>Action Items </a:t>
            </a:r>
            <a:endParaRPr lang="en-US" b="0"/>
          </a:p>
        </p:txBody>
      </p:sp>
      <p:graphicFrame>
        <p:nvGraphicFramePr>
          <p:cNvPr id="9" name="Table 8">
            <a:extLst>
              <a:ext uri="{FF2B5EF4-FFF2-40B4-BE49-F238E27FC236}">
                <a16:creationId xmlns:a16="http://schemas.microsoft.com/office/drawing/2014/main" id="{5CCAA79D-4948-BCAE-3097-1DE49DA1F6C1}"/>
              </a:ext>
            </a:extLst>
          </p:cNvPr>
          <p:cNvGraphicFramePr>
            <a:graphicFrameLocks noGrp="1"/>
          </p:cNvGraphicFramePr>
          <p:nvPr/>
        </p:nvGraphicFramePr>
        <p:xfrm>
          <a:off x="16560271" y="305549"/>
          <a:ext cx="7078328" cy="483324"/>
        </p:xfrm>
        <a:graphic>
          <a:graphicData uri="http://schemas.openxmlformats.org/drawingml/2006/table">
            <a:tbl>
              <a:tblPr bandRow="1">
                <a:tableStyleId>{5C22544A-7EE6-4342-B048-85BDC9FD1C3A}</a:tableStyleId>
              </a:tblPr>
              <a:tblGrid>
                <a:gridCol w="1769582">
                  <a:extLst>
                    <a:ext uri="{9D8B030D-6E8A-4147-A177-3AD203B41FA5}">
                      <a16:colId xmlns:a16="http://schemas.microsoft.com/office/drawing/2014/main" val="3827131316"/>
                    </a:ext>
                  </a:extLst>
                </a:gridCol>
                <a:gridCol w="1769582">
                  <a:extLst>
                    <a:ext uri="{9D8B030D-6E8A-4147-A177-3AD203B41FA5}">
                      <a16:colId xmlns:a16="http://schemas.microsoft.com/office/drawing/2014/main" val="1137873054"/>
                    </a:ext>
                  </a:extLst>
                </a:gridCol>
                <a:gridCol w="1769582">
                  <a:extLst>
                    <a:ext uri="{9D8B030D-6E8A-4147-A177-3AD203B41FA5}">
                      <a16:colId xmlns:a16="http://schemas.microsoft.com/office/drawing/2014/main" val="1443534952"/>
                    </a:ext>
                  </a:extLst>
                </a:gridCol>
                <a:gridCol w="1769582">
                  <a:extLst>
                    <a:ext uri="{9D8B030D-6E8A-4147-A177-3AD203B41FA5}">
                      <a16:colId xmlns:a16="http://schemas.microsoft.com/office/drawing/2014/main" val="283665822"/>
                    </a:ext>
                  </a:extLst>
                </a:gridCol>
              </a:tblGrid>
              <a:tr h="483324">
                <a:tc>
                  <a:txBody>
                    <a:bodyPr/>
                    <a:lstStyle/>
                    <a:p>
                      <a:pPr algn="ctr" fontAlgn="base">
                        <a:lnSpc>
                          <a:spcPts val="1200"/>
                        </a:lnSpc>
                        <a:buNone/>
                      </a:pPr>
                      <a:r>
                        <a:rPr lang="en-US" sz="1400" b="1" i="0">
                          <a:solidFill>
                            <a:srgbClr val="3C4345"/>
                          </a:solidFill>
                          <a:effectLst/>
                          <a:latin typeface="Community"/>
                        </a:rPr>
                        <a:t>Completed</a:t>
                      </a:r>
                      <a:endParaRPr lang="en-US" sz="1400" b="1" i="0">
                        <a:solidFill>
                          <a:srgbClr val="FDFAF5"/>
                        </a:solidFill>
                        <a:effectLst/>
                      </a:endParaRPr>
                    </a:p>
                  </a:txBody>
                  <a:tcPr marL="182880" marR="182880" marT="91440" marB="91440" anchor="ctr">
                    <a:lnL w="18517" cap="flat" cmpd="sng" algn="ctr">
                      <a:solidFill>
                        <a:srgbClr val="FDFAF5"/>
                      </a:solidFill>
                      <a:prstDash val="solid"/>
                      <a:round/>
                      <a:headEnd type="none" w="med" len="med"/>
                      <a:tailEnd type="none" w="med" len="med"/>
                    </a:lnL>
                    <a:lnR w="18517" cap="flat" cmpd="sng" algn="ctr">
                      <a:solidFill>
                        <a:srgbClr val="FDFAF5"/>
                      </a:solidFill>
                      <a:prstDash val="solid"/>
                      <a:round/>
                      <a:headEnd type="none" w="med" len="med"/>
                      <a:tailEnd type="none" w="med" len="med"/>
                    </a:lnR>
                    <a:lnT w="18517" cap="flat" cmpd="sng" algn="ctr">
                      <a:solidFill>
                        <a:srgbClr val="FDFAF5"/>
                      </a:solidFill>
                      <a:prstDash val="solid"/>
                      <a:round/>
                      <a:headEnd type="none" w="med" len="med"/>
                      <a:tailEnd type="none" w="med" len="med"/>
                    </a:lnT>
                    <a:lnB w="55559" cap="flat" cmpd="sng" algn="ctr">
                      <a:solidFill>
                        <a:srgbClr val="FDFAF5"/>
                      </a:solidFill>
                      <a:prstDash val="solid"/>
                      <a:round/>
                      <a:headEnd type="none" w="med" len="med"/>
                      <a:tailEnd type="none" w="med" len="med"/>
                    </a:lnB>
                    <a:solidFill>
                      <a:srgbClr val="8BC2F9"/>
                    </a:solidFill>
                  </a:tcPr>
                </a:tc>
                <a:tc>
                  <a:txBody>
                    <a:bodyPr/>
                    <a:lstStyle/>
                    <a:p>
                      <a:pPr algn="ctr" fontAlgn="base">
                        <a:lnSpc>
                          <a:spcPts val="1200"/>
                        </a:lnSpc>
                        <a:buNone/>
                      </a:pPr>
                      <a:r>
                        <a:rPr lang="en-US" sz="1400" b="1" i="0">
                          <a:solidFill>
                            <a:srgbClr val="3C4345"/>
                          </a:solidFill>
                          <a:effectLst/>
                          <a:latin typeface="Community"/>
                        </a:rPr>
                        <a:t>On Track</a:t>
                      </a:r>
                      <a:endParaRPr lang="en-US" sz="1400" b="1" i="0">
                        <a:solidFill>
                          <a:srgbClr val="FDFAF5"/>
                        </a:solidFill>
                        <a:effectLst/>
                      </a:endParaRPr>
                    </a:p>
                  </a:txBody>
                  <a:tcPr marL="182880" marR="182880" marT="91440" marB="91440" anchor="ctr">
                    <a:lnL w="18517" cap="flat" cmpd="sng" algn="ctr">
                      <a:solidFill>
                        <a:srgbClr val="FDFAF5"/>
                      </a:solidFill>
                      <a:prstDash val="solid"/>
                      <a:round/>
                      <a:headEnd type="none" w="med" len="med"/>
                      <a:tailEnd type="none" w="med" len="med"/>
                    </a:lnL>
                    <a:lnR w="18517" cap="flat" cmpd="sng" algn="ctr">
                      <a:solidFill>
                        <a:srgbClr val="FDFAF5"/>
                      </a:solidFill>
                      <a:prstDash val="solid"/>
                      <a:round/>
                      <a:headEnd type="none" w="med" len="med"/>
                      <a:tailEnd type="none" w="med" len="med"/>
                    </a:lnR>
                    <a:lnT w="18517" cap="flat" cmpd="sng" algn="ctr">
                      <a:solidFill>
                        <a:srgbClr val="FDFAF5"/>
                      </a:solidFill>
                      <a:prstDash val="solid"/>
                      <a:round/>
                      <a:headEnd type="none" w="med" len="med"/>
                      <a:tailEnd type="none" w="med" len="med"/>
                    </a:lnT>
                    <a:lnB w="55559" cap="flat" cmpd="sng" algn="ctr">
                      <a:solidFill>
                        <a:srgbClr val="FDFAF5"/>
                      </a:solidFill>
                      <a:prstDash val="solid"/>
                      <a:round/>
                      <a:headEnd type="none" w="med" len="med"/>
                      <a:tailEnd type="none" w="med" len="med"/>
                    </a:lnB>
                    <a:solidFill>
                      <a:srgbClr val="D7EBCD"/>
                    </a:solidFill>
                  </a:tcPr>
                </a:tc>
                <a:tc>
                  <a:txBody>
                    <a:bodyPr/>
                    <a:lstStyle/>
                    <a:p>
                      <a:pPr algn="ctr" fontAlgn="base">
                        <a:lnSpc>
                          <a:spcPts val="1200"/>
                        </a:lnSpc>
                        <a:buNone/>
                      </a:pPr>
                      <a:r>
                        <a:rPr lang="en-US" sz="1400" b="1" i="0">
                          <a:solidFill>
                            <a:srgbClr val="3C4345"/>
                          </a:solidFill>
                          <a:effectLst/>
                          <a:latin typeface="Community"/>
                        </a:rPr>
                        <a:t>Requires More Info</a:t>
                      </a:r>
                      <a:endParaRPr lang="en-US" sz="1400" b="1" i="0">
                        <a:solidFill>
                          <a:srgbClr val="FDFAF5"/>
                        </a:solidFill>
                        <a:effectLst/>
                      </a:endParaRPr>
                    </a:p>
                  </a:txBody>
                  <a:tcPr marL="182880" marR="182880" marT="91440" marB="91440" anchor="ctr">
                    <a:lnL w="18517" cap="flat" cmpd="sng" algn="ctr">
                      <a:solidFill>
                        <a:srgbClr val="FDFAF5"/>
                      </a:solidFill>
                      <a:prstDash val="solid"/>
                      <a:round/>
                      <a:headEnd type="none" w="med" len="med"/>
                      <a:tailEnd type="none" w="med" len="med"/>
                    </a:lnL>
                    <a:lnR w="18517" cap="flat" cmpd="sng" algn="ctr">
                      <a:solidFill>
                        <a:srgbClr val="FDFAF5"/>
                      </a:solidFill>
                      <a:prstDash val="solid"/>
                      <a:round/>
                      <a:headEnd type="none" w="med" len="med"/>
                      <a:tailEnd type="none" w="med" len="med"/>
                    </a:lnR>
                    <a:lnT w="18517" cap="flat" cmpd="sng" algn="ctr">
                      <a:solidFill>
                        <a:srgbClr val="FDFAF5"/>
                      </a:solidFill>
                      <a:prstDash val="solid"/>
                      <a:round/>
                      <a:headEnd type="none" w="med" len="med"/>
                      <a:tailEnd type="none" w="med" len="med"/>
                    </a:lnT>
                    <a:lnB w="55559" cap="flat" cmpd="sng" algn="ctr">
                      <a:solidFill>
                        <a:srgbClr val="FDFAF5"/>
                      </a:solidFill>
                      <a:prstDash val="solid"/>
                      <a:round/>
                      <a:headEnd type="none" w="med" len="med"/>
                      <a:tailEnd type="none" w="med" len="med"/>
                    </a:lnB>
                    <a:solidFill>
                      <a:srgbClr val="FFF2CC"/>
                    </a:solidFill>
                  </a:tcPr>
                </a:tc>
                <a:tc>
                  <a:txBody>
                    <a:bodyPr/>
                    <a:lstStyle/>
                    <a:p>
                      <a:pPr algn="ctr" fontAlgn="base">
                        <a:lnSpc>
                          <a:spcPts val="1200"/>
                        </a:lnSpc>
                        <a:buNone/>
                      </a:pPr>
                      <a:r>
                        <a:rPr lang="en-US" sz="1400" b="1" i="0">
                          <a:solidFill>
                            <a:srgbClr val="3C4345"/>
                          </a:solidFill>
                          <a:effectLst/>
                          <a:latin typeface="Community"/>
                        </a:rPr>
                        <a:t>Not Started </a:t>
                      </a:r>
                      <a:endParaRPr lang="en-US" sz="1400" b="1" i="0">
                        <a:solidFill>
                          <a:srgbClr val="FDFAF5"/>
                        </a:solidFill>
                        <a:effectLst/>
                      </a:endParaRPr>
                    </a:p>
                  </a:txBody>
                  <a:tcPr marL="182880" marR="182880" marT="91440" marB="91440" anchor="ctr">
                    <a:lnL w="18517" cap="flat" cmpd="sng" algn="ctr">
                      <a:solidFill>
                        <a:srgbClr val="FDFAF5"/>
                      </a:solidFill>
                      <a:prstDash val="solid"/>
                      <a:round/>
                      <a:headEnd type="none" w="med" len="med"/>
                      <a:tailEnd type="none" w="med" len="med"/>
                    </a:lnL>
                    <a:lnR w="18517" cap="flat" cmpd="sng" algn="ctr">
                      <a:solidFill>
                        <a:srgbClr val="FDFAF5"/>
                      </a:solidFill>
                      <a:prstDash val="solid"/>
                      <a:round/>
                      <a:headEnd type="none" w="med" len="med"/>
                      <a:tailEnd type="none" w="med" len="med"/>
                    </a:lnR>
                    <a:lnT w="18517" cap="flat" cmpd="sng" algn="ctr">
                      <a:solidFill>
                        <a:srgbClr val="FDFAF5"/>
                      </a:solidFill>
                      <a:prstDash val="solid"/>
                      <a:round/>
                      <a:headEnd type="none" w="med" len="med"/>
                      <a:tailEnd type="none" w="med" len="med"/>
                    </a:lnT>
                    <a:lnB w="55559" cap="flat" cmpd="sng" algn="ctr">
                      <a:solidFill>
                        <a:srgbClr val="FDFAF5"/>
                      </a:solidFill>
                      <a:prstDash val="solid"/>
                      <a:round/>
                      <a:headEnd type="none" w="med" len="med"/>
                      <a:tailEnd type="none" w="med" len="med"/>
                    </a:lnB>
                    <a:solidFill>
                      <a:srgbClr val="EDAC99"/>
                    </a:solidFill>
                  </a:tcPr>
                </a:tc>
                <a:extLst>
                  <a:ext uri="{0D108BD9-81ED-4DB2-BD59-A6C34878D82A}">
                    <a16:rowId xmlns:a16="http://schemas.microsoft.com/office/drawing/2014/main" val="1748070862"/>
                  </a:ext>
                </a:extLst>
              </a:tr>
            </a:tbl>
          </a:graphicData>
        </a:graphic>
      </p:graphicFrame>
      <p:sp>
        <p:nvSpPr>
          <p:cNvPr id="10" name="Terminator 9">
            <a:extLst>
              <a:ext uri="{FF2B5EF4-FFF2-40B4-BE49-F238E27FC236}">
                <a16:creationId xmlns:a16="http://schemas.microsoft.com/office/drawing/2014/main" id="{E8E8C9F4-466E-7488-61D6-359CB8D3D4EF}"/>
              </a:ext>
            </a:extLst>
          </p:cNvPr>
          <p:cNvSpPr/>
          <p:nvPr/>
        </p:nvSpPr>
        <p:spPr>
          <a:xfrm>
            <a:off x="268703" y="113799"/>
            <a:ext cx="2266121" cy="517525"/>
          </a:xfrm>
          <a:prstGeom prst="flowChartTermina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1"/>
                </a:solidFill>
              </a:rPr>
              <a:t>Actions for next QBR</a:t>
            </a:r>
          </a:p>
        </p:txBody>
      </p:sp>
      <p:sp>
        <p:nvSpPr>
          <p:cNvPr id="3" name="Rectangle 2">
            <a:extLst>
              <a:ext uri="{FF2B5EF4-FFF2-40B4-BE49-F238E27FC236}">
                <a16:creationId xmlns:a16="http://schemas.microsoft.com/office/drawing/2014/main" id="{924A54B0-BBC7-2C99-5594-C8A432F144E7}"/>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107870199"/>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72974-5235-19FA-84FB-F9B6D993E90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BFEFF33-ADD5-6673-F69A-81DBC339B250}"/>
              </a:ext>
            </a:extLst>
          </p:cNvPr>
          <p:cNvSpPr>
            <a:spLocks noGrp="1"/>
          </p:cNvSpPr>
          <p:nvPr>
            <p:ph type="body" sz="quarter" idx="10"/>
          </p:nvPr>
        </p:nvSpPr>
        <p:spPr/>
        <p:txBody>
          <a:bodyPr>
            <a:normAutofit lnSpcReduction="10000"/>
          </a:bodyPr>
          <a:lstStyle/>
          <a:p>
            <a:endParaRPr lang="en-US"/>
          </a:p>
        </p:txBody>
      </p:sp>
      <p:sp>
        <p:nvSpPr>
          <p:cNvPr id="3" name="Text Placeholder 2">
            <a:extLst>
              <a:ext uri="{FF2B5EF4-FFF2-40B4-BE49-F238E27FC236}">
                <a16:creationId xmlns:a16="http://schemas.microsoft.com/office/drawing/2014/main" id="{0311B293-9DC8-6F40-9645-CF07ADE9EAFC}"/>
              </a:ext>
            </a:extLst>
          </p:cNvPr>
          <p:cNvSpPr>
            <a:spLocks noGrp="1"/>
          </p:cNvSpPr>
          <p:nvPr>
            <p:ph type="body" sz="quarter" idx="11"/>
          </p:nvPr>
        </p:nvSpPr>
        <p:spPr/>
        <p:txBody>
          <a:bodyPr>
            <a:normAutofit lnSpcReduction="10000"/>
          </a:bodyPr>
          <a:lstStyle/>
          <a:p>
            <a:endParaRPr lang="en-US"/>
          </a:p>
        </p:txBody>
      </p:sp>
      <p:sp>
        <p:nvSpPr>
          <p:cNvPr id="4" name="Text Placeholder 3">
            <a:extLst>
              <a:ext uri="{FF2B5EF4-FFF2-40B4-BE49-F238E27FC236}">
                <a16:creationId xmlns:a16="http://schemas.microsoft.com/office/drawing/2014/main" id="{FBDB6DE6-3E5D-2388-9D79-CDEE45D64A47}"/>
              </a:ext>
            </a:extLst>
          </p:cNvPr>
          <p:cNvSpPr>
            <a:spLocks noGrp="1"/>
          </p:cNvSpPr>
          <p:nvPr>
            <p:ph type="body" sz="quarter" idx="12"/>
          </p:nvPr>
        </p:nvSpPr>
        <p:spPr/>
        <p:txBody>
          <a:bodyPr/>
          <a:lstStyle/>
          <a:p>
            <a:r>
              <a:rPr lang="en-US">
                <a:solidFill>
                  <a:schemeClr val="bg2"/>
                </a:solidFill>
              </a:rPr>
              <a:t>Appendix</a:t>
            </a:r>
            <a:endParaRPr lang="en-US"/>
          </a:p>
        </p:txBody>
      </p:sp>
      <p:sp>
        <p:nvSpPr>
          <p:cNvPr id="6" name="TextBox 5">
            <a:extLst>
              <a:ext uri="{FF2B5EF4-FFF2-40B4-BE49-F238E27FC236}">
                <a16:creationId xmlns:a16="http://schemas.microsoft.com/office/drawing/2014/main" id="{A63D4E81-0E01-CC57-5CA9-DE217114AB8C}"/>
              </a:ext>
            </a:extLst>
          </p:cNvPr>
          <p:cNvSpPr txBox="1"/>
          <p:nvPr/>
        </p:nvSpPr>
        <p:spPr>
          <a:xfrm>
            <a:off x="6026426" y="5992792"/>
            <a:ext cx="12238382" cy="1200329"/>
          </a:xfrm>
          <a:prstGeom prst="rect">
            <a:avLst/>
          </a:prstGeom>
          <a:noFill/>
        </p:spPr>
        <p:txBody>
          <a:bodyPr wrap="square">
            <a:spAutoFit/>
          </a:bodyPr>
          <a:lstStyle/>
          <a:p>
            <a:r>
              <a:rPr lang="en-US" sz="1800" b="0"/>
              <a:t>MYD Discounting and RIG</a:t>
            </a:r>
          </a:p>
          <a:p>
            <a:r>
              <a:rPr lang="en-US" sz="1800" b="0"/>
              <a:t>Offers Performance</a:t>
            </a:r>
          </a:p>
          <a:p>
            <a:r>
              <a:rPr lang="en-US" sz="1800" b="0"/>
              <a:t>Pilot Performance</a:t>
            </a:r>
          </a:p>
          <a:p>
            <a:r>
              <a:rPr lang="en-US" sz="1800" b="0"/>
              <a:t>Price Change Performance</a:t>
            </a:r>
          </a:p>
        </p:txBody>
      </p:sp>
    </p:spTree>
    <p:extLst>
      <p:ext uri="{BB962C8B-B14F-4D97-AF65-F5344CB8AC3E}">
        <p14:creationId xmlns:p14="http://schemas.microsoft.com/office/powerpoint/2010/main" val="3980762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1B68A-477F-E522-D9F9-48B5F0EBBA5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52D2C20-0D97-3053-DDBA-92882FEF17FE}"/>
              </a:ext>
            </a:extLst>
          </p:cNvPr>
          <p:cNvSpPr>
            <a:spLocks noGrp="1"/>
          </p:cNvSpPr>
          <p:nvPr>
            <p:ph type="body" sz="quarter" idx="10"/>
          </p:nvPr>
        </p:nvSpPr>
        <p:spPr/>
        <p:txBody>
          <a:bodyPr>
            <a:normAutofit lnSpcReduction="10000"/>
          </a:bodyPr>
          <a:lstStyle/>
          <a:p>
            <a:endParaRPr lang="en-US"/>
          </a:p>
        </p:txBody>
      </p:sp>
      <p:sp>
        <p:nvSpPr>
          <p:cNvPr id="3" name="Text Placeholder 2">
            <a:extLst>
              <a:ext uri="{FF2B5EF4-FFF2-40B4-BE49-F238E27FC236}">
                <a16:creationId xmlns:a16="http://schemas.microsoft.com/office/drawing/2014/main" id="{A4B0B44F-D46F-7138-FCB8-078E69A0DDE4}"/>
              </a:ext>
            </a:extLst>
          </p:cNvPr>
          <p:cNvSpPr>
            <a:spLocks noGrp="1"/>
          </p:cNvSpPr>
          <p:nvPr>
            <p:ph type="body" sz="quarter" idx="11"/>
          </p:nvPr>
        </p:nvSpPr>
        <p:spPr/>
        <p:txBody>
          <a:bodyPr>
            <a:normAutofit lnSpcReduction="10000"/>
          </a:bodyPr>
          <a:lstStyle/>
          <a:p>
            <a:endParaRPr lang="en-US"/>
          </a:p>
        </p:txBody>
      </p:sp>
      <p:sp>
        <p:nvSpPr>
          <p:cNvPr id="4" name="Text Placeholder 3">
            <a:extLst>
              <a:ext uri="{FF2B5EF4-FFF2-40B4-BE49-F238E27FC236}">
                <a16:creationId xmlns:a16="http://schemas.microsoft.com/office/drawing/2014/main" id="{1D694188-FB3A-42D8-93EC-DC36F147616D}"/>
              </a:ext>
            </a:extLst>
          </p:cNvPr>
          <p:cNvSpPr>
            <a:spLocks noGrp="1"/>
          </p:cNvSpPr>
          <p:nvPr>
            <p:ph type="body" sz="quarter" idx="12"/>
          </p:nvPr>
        </p:nvSpPr>
        <p:spPr/>
        <p:txBody>
          <a:bodyPr/>
          <a:lstStyle/>
          <a:p>
            <a:r>
              <a:rPr lang="en-US">
                <a:solidFill>
                  <a:schemeClr val="bg2"/>
                </a:solidFill>
              </a:rPr>
              <a:t>A La Carte</a:t>
            </a:r>
            <a:endParaRPr lang="en-US"/>
          </a:p>
        </p:txBody>
      </p:sp>
      <p:sp>
        <p:nvSpPr>
          <p:cNvPr id="6" name="TextBox 5">
            <a:extLst>
              <a:ext uri="{FF2B5EF4-FFF2-40B4-BE49-F238E27FC236}">
                <a16:creationId xmlns:a16="http://schemas.microsoft.com/office/drawing/2014/main" id="{DBC65D41-2887-1FE4-EC6D-EED9C533C33F}"/>
              </a:ext>
            </a:extLst>
          </p:cNvPr>
          <p:cNvSpPr txBox="1"/>
          <p:nvPr/>
        </p:nvSpPr>
        <p:spPr>
          <a:xfrm>
            <a:off x="6026426" y="5992792"/>
            <a:ext cx="12238382" cy="1200329"/>
          </a:xfrm>
          <a:prstGeom prst="rect">
            <a:avLst/>
          </a:prstGeom>
          <a:noFill/>
        </p:spPr>
        <p:txBody>
          <a:bodyPr wrap="square">
            <a:spAutoFit/>
          </a:bodyPr>
          <a:lstStyle/>
          <a:p>
            <a:r>
              <a:rPr lang="en-US" sz="1800" b="0"/>
              <a:t>MYD Discounting and RIG</a:t>
            </a:r>
          </a:p>
          <a:p>
            <a:r>
              <a:rPr lang="en-US" sz="1800" b="0"/>
              <a:t>Offers Performance</a:t>
            </a:r>
          </a:p>
          <a:p>
            <a:r>
              <a:rPr lang="en-US" sz="1800" b="0"/>
              <a:t>Pilot Performance</a:t>
            </a:r>
          </a:p>
          <a:p>
            <a:r>
              <a:rPr lang="en-US" sz="1800" b="0"/>
              <a:t>Price Change Performance</a:t>
            </a:r>
          </a:p>
        </p:txBody>
      </p:sp>
    </p:spTree>
    <p:extLst>
      <p:ext uri="{BB962C8B-B14F-4D97-AF65-F5344CB8AC3E}">
        <p14:creationId xmlns:p14="http://schemas.microsoft.com/office/powerpoint/2010/main" val="4123964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5D248E9-2F26-9785-682D-B95D36149885}"/>
            </a:ext>
          </a:extLst>
        </p:cNvPr>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0999EC6E-1385-B684-CD86-F933D553AE8B}"/>
              </a:ext>
            </a:extLst>
          </p:cNvPr>
          <p:cNvSpPr/>
          <p:nvPr/>
        </p:nvSpPr>
        <p:spPr>
          <a:xfrm>
            <a:off x="684800" y="9072960"/>
            <a:ext cx="22603972" cy="3918320"/>
          </a:xfrm>
          <a:prstGeom prst="roundRect">
            <a:avLst>
              <a:gd name="adj" fmla="val 11536"/>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t"/>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566738" indent="-450850">
              <a:defRPr/>
            </a:pPr>
            <a:r>
              <a:rPr lang="en-US" sz="2400" b="1">
                <a:latin typeface="Community"/>
              </a:rPr>
              <a:t>Key Insights:</a:t>
            </a:r>
            <a:br>
              <a:rPr lang="en-US" sz="2400" b="1">
                <a:latin typeface="Community" panose="02000303040000020003" pitchFamily="2" charset="0"/>
              </a:rPr>
            </a:br>
            <a:r>
              <a:rPr lang="en-US" sz="2400" b="1">
                <a:latin typeface="Community" panose="02000303040000020003" pitchFamily="2" charset="0"/>
              </a:rPr>
              <a:t>Fewer discounted MYDs but at higher discount rates</a:t>
            </a:r>
            <a:r>
              <a:rPr lang="en-US" sz="2400">
                <a:latin typeface="Community" panose="02000303040000020003" pitchFamily="2" charset="0"/>
              </a:rPr>
              <a:t>: While we’re seeing a slight improvement in the overall share of MYDs discounted </a:t>
            </a:r>
            <a:r>
              <a:rPr lang="en-US" sz="2400">
                <a:latin typeface="Community Light" panose="02000303040000020003" pitchFamily="50" charset="0"/>
              </a:rPr>
              <a:t>(-2ppt QoQ) with the larger improvement by TAE MYDs (-7ppt QoQ), the overall MYD discount rate (excluding </a:t>
            </a:r>
            <a:r>
              <a:rPr lang="en-US" sz="2400" err="1">
                <a:latin typeface="Community Light" panose="02000303040000020003" pitchFamily="50" charset="0"/>
              </a:rPr>
              <a:t>LiHA</a:t>
            </a:r>
            <a:r>
              <a:rPr lang="en-US" sz="2400">
                <a:latin typeface="Community Light" panose="02000303040000020003" pitchFamily="50" charset="0"/>
              </a:rPr>
              <a:t>/RPS+ deals) is at 6% (1ppt above the MYD discount cap) lead by MYD conversions.</a:t>
            </a:r>
          </a:p>
          <a:p>
            <a:pPr marL="566738" indent="-450850">
              <a:defRPr/>
            </a:pPr>
            <a:endParaRPr lang="en-US" sz="2400">
              <a:latin typeface="Community Light" panose="02000303040000020003" pitchFamily="50" charset="0"/>
            </a:endParaRPr>
          </a:p>
          <a:p>
            <a:pPr marL="566738" indent="-452438">
              <a:defRPr/>
            </a:pPr>
            <a:r>
              <a:rPr lang="en-US" sz="2400">
                <a:latin typeface="Community" panose="02000303040000020003" pitchFamily="2" charset="0"/>
              </a:rPr>
              <a:t>       </a:t>
            </a:r>
            <a:r>
              <a:rPr lang="en-US" sz="2400" b="1">
                <a:latin typeface="Community" panose="02000303040000020003" pitchFamily="2" charset="0"/>
              </a:rPr>
              <a:t>However, RIG continues to degrade</a:t>
            </a:r>
            <a:r>
              <a:rPr lang="en-US" sz="2400">
                <a:latin typeface="Community" panose="02000303040000020003" pitchFamily="2" charset="0"/>
              </a:rPr>
              <a:t>: </a:t>
            </a:r>
            <a:r>
              <a:rPr lang="en-US" sz="2400">
                <a:latin typeface="Community Light" panose="02000303040000020003" pitchFamily="50" charset="0"/>
              </a:rPr>
              <a:t>Overall MYD RIG stabilized at 1.04, however, MYD renewals RIG decreased (-3ppt QoQ) lead by NAMER (-4ppt).   </a:t>
            </a:r>
            <a:r>
              <a:rPr lang="en-US" sz="2400" err="1">
                <a:latin typeface="Community Light" panose="02000303040000020003" pitchFamily="50" charset="0"/>
              </a:rPr>
              <a:t>LiHA</a:t>
            </a:r>
            <a:r>
              <a:rPr lang="en-US" sz="2400">
                <a:latin typeface="Community Light" panose="02000303040000020003" pitchFamily="50" charset="0"/>
              </a:rPr>
              <a:t>/RPS+ MYD renewals have a 7ppt higher RIG QoQ compared to non-</a:t>
            </a:r>
            <a:r>
              <a:rPr lang="en-US" sz="2400" err="1">
                <a:latin typeface="Community Light" panose="02000303040000020003" pitchFamily="50" charset="0"/>
              </a:rPr>
              <a:t>LiHA</a:t>
            </a:r>
            <a:r>
              <a:rPr lang="en-US" sz="2400">
                <a:latin typeface="Community Light" panose="02000303040000020003" pitchFamily="50" charset="0"/>
              </a:rPr>
              <a:t>/RPS+ MYD renewals. </a:t>
            </a:r>
            <a:r>
              <a:rPr lang="en-US" sz="2400" err="1">
                <a:latin typeface="Community Light" panose="02000303040000020003" pitchFamily="50" charset="0"/>
              </a:rPr>
              <a:t>LiHA</a:t>
            </a:r>
            <a:r>
              <a:rPr lang="en-US" sz="2400">
                <a:latin typeface="Community Light" panose="02000303040000020003" pitchFamily="50" charset="0"/>
              </a:rPr>
              <a:t>/RPS+ MYD conversions have a 10ppt higher RIG QoQ compared to non-</a:t>
            </a:r>
            <a:r>
              <a:rPr lang="en-US" sz="2400" err="1">
                <a:latin typeface="Community Light" panose="02000303040000020003" pitchFamily="50" charset="0"/>
              </a:rPr>
              <a:t>LiHA</a:t>
            </a:r>
            <a:r>
              <a:rPr lang="en-US" sz="2400">
                <a:latin typeface="Community Light" panose="02000303040000020003" pitchFamily="50" charset="0"/>
              </a:rPr>
              <a:t>/RPS+ MYD conversions</a:t>
            </a:r>
          </a:p>
          <a:p>
            <a:pPr marL="566738" indent="-452438">
              <a:defRPr/>
            </a:pPr>
            <a:endParaRPr lang="en-US" sz="2400">
              <a:latin typeface="Community Light" panose="02000303040000020003" pitchFamily="50" charset="0"/>
            </a:endParaRPr>
          </a:p>
          <a:p>
            <a:pPr marL="566738" indent="-452438">
              <a:defRPr/>
            </a:pPr>
            <a:r>
              <a:rPr lang="en-US" sz="2400" b="1">
                <a:solidFill>
                  <a:srgbClr val="3C4345"/>
                </a:solidFill>
                <a:latin typeface="Community"/>
              </a:rPr>
              <a:t>Actions Taking/Opportunities</a:t>
            </a:r>
            <a:r>
              <a:rPr lang="en-US" sz="2400" b="1">
                <a:latin typeface="Community"/>
              </a:rPr>
              <a:t>:</a:t>
            </a:r>
          </a:p>
          <a:p>
            <a:pPr marL="566738" indent="-452438">
              <a:defRPr/>
            </a:pPr>
            <a:r>
              <a:rPr lang="en-US" sz="2400">
                <a:latin typeface="Community" panose="02000303040000020003" pitchFamily="2" charset="0"/>
              </a:rPr>
              <a:t> 	</a:t>
            </a:r>
            <a:r>
              <a:rPr lang="en-US" sz="2400">
                <a:solidFill>
                  <a:srgbClr val="3C4345"/>
                </a:solidFill>
                <a:latin typeface="Community Light" panose="02000303040000020003" pitchFamily="50" charset="0"/>
              </a:rPr>
              <a:t>Remind team that they can receive MYD credit uplift with approved offers, including the LIHA offset and RPS+ Upgrade offers, providing more growth opportunity vs. discretionary discounting</a:t>
            </a:r>
            <a:endParaRPr lang="en-US" sz="2400" b="1">
              <a:latin typeface="Community" panose="02000303040000020003" pitchFamily="2" charset="0"/>
            </a:endParaRPr>
          </a:p>
          <a:p>
            <a:pPr marL="800100" lvl="0" indent="-342900">
              <a:buFont typeface="Arial" panose="020B0604020202020204" pitchFamily="34" charset="0"/>
              <a:buChar char="•"/>
              <a:defRPr/>
            </a:pPr>
            <a:endParaRPr lang="en-US" sz="2400" b="1">
              <a:latin typeface="Community" panose="02000303040000020003" pitchFamily="2" charset="0"/>
            </a:endParaRPr>
          </a:p>
          <a:p>
            <a:pPr marL="800100" lvl="0" indent="-342900">
              <a:defRPr/>
            </a:pPr>
            <a:endParaRPr lang="en-US" sz="2400" b="1">
              <a:latin typeface="Community" panose="02000303040000020003" pitchFamily="2" charset="0"/>
            </a:endParaRPr>
          </a:p>
        </p:txBody>
      </p:sp>
      <p:sp>
        <p:nvSpPr>
          <p:cNvPr id="29" name="Text Placeholder 1">
            <a:extLst>
              <a:ext uri="{FF2B5EF4-FFF2-40B4-BE49-F238E27FC236}">
                <a16:creationId xmlns:a16="http://schemas.microsoft.com/office/drawing/2014/main" id="{92680B92-FB0D-1745-CCB7-5DA6E223EE30}"/>
              </a:ext>
            </a:extLst>
          </p:cNvPr>
          <p:cNvSpPr>
            <a:spLocks noGrp="1"/>
          </p:cNvSpPr>
          <p:nvPr>
            <p:ph type="body" sz="quarter" idx="10"/>
          </p:nvPr>
        </p:nvSpPr>
        <p:spPr>
          <a:xfrm>
            <a:off x="715723" y="452118"/>
            <a:ext cx="23218879" cy="1448949"/>
          </a:xfrm>
        </p:spPr>
        <p:txBody>
          <a:bodyPr vert="horz" lIns="0" tIns="45720" rIns="0" bIns="45720" rtlCol="0" anchor="t">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spcBef>
                <a:spcPts val="0"/>
              </a:spcBef>
              <a:spcAft>
                <a:spcPts val="600"/>
              </a:spcAft>
            </a:pPr>
            <a:r>
              <a:rPr lang="en-US" sz="4600" b="1">
                <a:solidFill>
                  <a:schemeClr val="accent3"/>
                </a:solidFill>
                <a:latin typeface="Community Pro Devanagari" panose="020B0502040204020203"/>
              </a:rPr>
              <a:t>Despite fewer discounted MYDs, the discount rate increased slightly in Jan ’26 compared with FY26 Q2, while MYD renewal RIG continued to decline</a:t>
            </a:r>
            <a:endParaRPr lang="en-US" sz="4000" b="1">
              <a:solidFill>
                <a:schemeClr val="accent3"/>
              </a:solidFill>
              <a:latin typeface="Community Pro Devanagari" panose="020B0502040204020203"/>
            </a:endParaRPr>
          </a:p>
        </p:txBody>
      </p:sp>
      <p:sp>
        <p:nvSpPr>
          <p:cNvPr id="30" name="TextBox 29">
            <a:extLst>
              <a:ext uri="{FF2B5EF4-FFF2-40B4-BE49-F238E27FC236}">
                <a16:creationId xmlns:a16="http://schemas.microsoft.com/office/drawing/2014/main" id="{0487DF9E-25B3-7E94-7B5A-9C3A2D0FEB7C}"/>
              </a:ext>
            </a:extLst>
          </p:cNvPr>
          <p:cNvSpPr txBox="1"/>
          <p:nvPr/>
        </p:nvSpPr>
        <p:spPr>
          <a:xfrm>
            <a:off x="25134427" y="2857239"/>
            <a:ext cx="0" cy="0"/>
          </a:xfrm>
          <a:prstGeom prst="rect">
            <a:avLst/>
          </a:prstGeom>
          <a:noFill/>
        </p:spPr>
        <p:txBody>
          <a:bodyPr wrap="none" lIns="0" tIns="0" rIns="0" bIns="0" rtlCol="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0" marR="0" lvl="0" indent="0" algn="l"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31" name="Oval 30">
            <a:extLst>
              <a:ext uri="{FF2B5EF4-FFF2-40B4-BE49-F238E27FC236}">
                <a16:creationId xmlns:a16="http://schemas.microsoft.com/office/drawing/2014/main" id="{4F0C5446-8826-2F0A-3102-BDA27B11B31A}"/>
              </a:ext>
            </a:extLst>
          </p:cNvPr>
          <p:cNvSpPr/>
          <p:nvPr/>
        </p:nvSpPr>
        <p:spPr>
          <a:xfrm>
            <a:off x="1076268" y="9638857"/>
            <a:ext cx="325122" cy="301878"/>
          </a:xfrm>
          <a:prstGeom prst="ellipse">
            <a:avLst/>
          </a:prstGeom>
          <a:solidFill>
            <a:srgbClr val="084D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r>
              <a:rPr lang="en-US" sz="2000">
                <a:solidFill>
                  <a:srgbClr val="FDFAF5"/>
                </a:solidFill>
                <a:latin typeface="Community Light"/>
              </a:rPr>
              <a:t>1</a:t>
            </a:r>
          </a:p>
        </p:txBody>
      </p:sp>
      <p:sp>
        <p:nvSpPr>
          <p:cNvPr id="32" name="Oval 31">
            <a:extLst>
              <a:ext uri="{FF2B5EF4-FFF2-40B4-BE49-F238E27FC236}">
                <a16:creationId xmlns:a16="http://schemas.microsoft.com/office/drawing/2014/main" id="{25E1AB97-90F2-52ED-AB61-BD4200685852}"/>
              </a:ext>
            </a:extLst>
          </p:cNvPr>
          <p:cNvSpPr/>
          <p:nvPr/>
        </p:nvSpPr>
        <p:spPr>
          <a:xfrm>
            <a:off x="1037592" y="10730242"/>
            <a:ext cx="325122" cy="301878"/>
          </a:xfrm>
          <a:prstGeom prst="ellipse">
            <a:avLst/>
          </a:prstGeom>
          <a:solidFill>
            <a:srgbClr val="084D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r>
              <a:rPr lang="en-US" sz="2000">
                <a:solidFill>
                  <a:srgbClr val="FDFAF5"/>
                </a:solidFill>
                <a:latin typeface="Community Light"/>
              </a:rPr>
              <a:t>2</a:t>
            </a:r>
          </a:p>
        </p:txBody>
      </p:sp>
      <p:sp>
        <p:nvSpPr>
          <p:cNvPr id="34" name="TextBox 33">
            <a:extLst>
              <a:ext uri="{FF2B5EF4-FFF2-40B4-BE49-F238E27FC236}">
                <a16:creationId xmlns:a16="http://schemas.microsoft.com/office/drawing/2014/main" id="{DB51FE5F-ED3B-9D99-4D7E-7D3B4DEAC06E}"/>
              </a:ext>
            </a:extLst>
          </p:cNvPr>
          <p:cNvSpPr txBox="1"/>
          <p:nvPr/>
        </p:nvSpPr>
        <p:spPr>
          <a:xfrm>
            <a:off x="452572" y="1803115"/>
            <a:ext cx="12460406" cy="523220"/>
          </a:xfrm>
          <a:prstGeom prst="rect">
            <a:avLst/>
          </a:prstGeom>
          <a:noFill/>
        </p:spPr>
        <p:txBody>
          <a:bodyPr wrap="square">
            <a:spAutoFit/>
          </a:bodyPr>
          <a:lstStyle/>
          <a:p>
            <a:pPr>
              <a:spcBef>
                <a:spcPts val="0"/>
              </a:spcBef>
              <a:spcAft>
                <a:spcPts val="600"/>
              </a:spcAft>
            </a:pPr>
            <a:r>
              <a:rPr lang="en-US" sz="2800">
                <a:solidFill>
                  <a:schemeClr val="accent3"/>
                </a:solidFill>
                <a:latin typeface="Community" panose="02000303040000020003" pitchFamily="50" charset="0"/>
              </a:rPr>
              <a:t>ALC Performance (MYDs + SYDs) for Jan’26</a:t>
            </a:r>
          </a:p>
        </p:txBody>
      </p:sp>
      <p:sp>
        <p:nvSpPr>
          <p:cNvPr id="35" name="TextBox 34">
            <a:extLst>
              <a:ext uri="{FF2B5EF4-FFF2-40B4-BE49-F238E27FC236}">
                <a16:creationId xmlns:a16="http://schemas.microsoft.com/office/drawing/2014/main" id="{24644E22-DEB3-CDAA-A68D-DBB02838064A}"/>
              </a:ext>
            </a:extLst>
          </p:cNvPr>
          <p:cNvSpPr txBox="1"/>
          <p:nvPr/>
        </p:nvSpPr>
        <p:spPr>
          <a:xfrm>
            <a:off x="684800" y="13253409"/>
            <a:ext cx="7835900" cy="461665"/>
          </a:xfrm>
          <a:prstGeom prst="rect">
            <a:avLst/>
          </a:prstGeom>
          <a:noFill/>
        </p:spPr>
        <p:txBody>
          <a:bodyPr wrap="square" lIns="91440" tIns="45720" rIns="91440" bIns="45720" rtlCol="0" anchor="t">
            <a:spAutoFit/>
          </a:bodyPr>
          <a:lstStyle/>
          <a:p>
            <a:r>
              <a:rPr lang="en-US" sz="1200">
                <a:solidFill>
                  <a:schemeClr val="bg2">
                    <a:lumMod val="10000"/>
                  </a:schemeClr>
                </a:solidFill>
                <a:latin typeface="Community"/>
              </a:rPr>
              <a:t>Notes: Data from 10/1/25-1/31/26.  Exclude NP A&amp;G deals with 50%+ discount. RIG includes only CW opportunities</a:t>
            </a:r>
          </a:p>
          <a:p>
            <a:r>
              <a:rPr lang="en-US" sz="1200">
                <a:solidFill>
                  <a:schemeClr val="bg2">
                    <a:lumMod val="10000"/>
                  </a:schemeClr>
                </a:solidFill>
                <a:latin typeface="Community"/>
              </a:rPr>
              <a:t>1. Comprised of opps that closed won as MYDs</a:t>
            </a:r>
            <a:endParaRPr lang="en-US" sz="1200">
              <a:solidFill>
                <a:schemeClr val="bg2">
                  <a:lumMod val="10000"/>
                </a:schemeClr>
              </a:solidFill>
              <a:latin typeface="Community" panose="02000303040000020003" pitchFamily="2" charset="0"/>
            </a:endParaRPr>
          </a:p>
        </p:txBody>
      </p:sp>
      <p:graphicFrame>
        <p:nvGraphicFramePr>
          <p:cNvPr id="37" name="Table 36">
            <a:extLst>
              <a:ext uri="{FF2B5EF4-FFF2-40B4-BE49-F238E27FC236}">
                <a16:creationId xmlns:a16="http://schemas.microsoft.com/office/drawing/2014/main" id="{E212337A-B360-46DA-C208-47F7D7A227EA}"/>
              </a:ext>
            </a:extLst>
          </p:cNvPr>
          <p:cNvGraphicFramePr>
            <a:graphicFrameLocks noGrp="1"/>
          </p:cNvGraphicFramePr>
          <p:nvPr>
            <p:extLst>
              <p:ext uri="{D42A27DB-BD31-4B8C-83A1-F6EECF244321}">
                <p14:modId xmlns:p14="http://schemas.microsoft.com/office/powerpoint/2010/main" val="3791520498"/>
              </p:ext>
            </p:extLst>
          </p:nvPr>
        </p:nvGraphicFramePr>
        <p:xfrm>
          <a:off x="1512746" y="2411261"/>
          <a:ext cx="18825728" cy="6483277"/>
        </p:xfrm>
        <a:graphic>
          <a:graphicData uri="http://schemas.openxmlformats.org/drawingml/2006/table">
            <a:tbl>
              <a:tblPr/>
              <a:tblGrid>
                <a:gridCol w="1513165">
                  <a:extLst>
                    <a:ext uri="{9D8B030D-6E8A-4147-A177-3AD203B41FA5}">
                      <a16:colId xmlns:a16="http://schemas.microsoft.com/office/drawing/2014/main" val="756117133"/>
                    </a:ext>
                  </a:extLst>
                </a:gridCol>
                <a:gridCol w="1065495">
                  <a:extLst>
                    <a:ext uri="{9D8B030D-6E8A-4147-A177-3AD203B41FA5}">
                      <a16:colId xmlns:a16="http://schemas.microsoft.com/office/drawing/2014/main" val="602944052"/>
                    </a:ext>
                  </a:extLst>
                </a:gridCol>
                <a:gridCol w="1065495">
                  <a:extLst>
                    <a:ext uri="{9D8B030D-6E8A-4147-A177-3AD203B41FA5}">
                      <a16:colId xmlns:a16="http://schemas.microsoft.com/office/drawing/2014/main" val="1444555745"/>
                    </a:ext>
                  </a:extLst>
                </a:gridCol>
                <a:gridCol w="2809031">
                  <a:extLst>
                    <a:ext uri="{9D8B030D-6E8A-4147-A177-3AD203B41FA5}">
                      <a16:colId xmlns:a16="http://schemas.microsoft.com/office/drawing/2014/main" val="287679720"/>
                    </a:ext>
                  </a:extLst>
                </a:gridCol>
                <a:gridCol w="2235662">
                  <a:extLst>
                    <a:ext uri="{9D8B030D-6E8A-4147-A177-3AD203B41FA5}">
                      <a16:colId xmlns:a16="http://schemas.microsoft.com/office/drawing/2014/main" val="54660560"/>
                    </a:ext>
                  </a:extLst>
                </a:gridCol>
                <a:gridCol w="1937264">
                  <a:extLst>
                    <a:ext uri="{9D8B030D-6E8A-4147-A177-3AD203B41FA5}">
                      <a16:colId xmlns:a16="http://schemas.microsoft.com/office/drawing/2014/main" val="841623786"/>
                    </a:ext>
                  </a:extLst>
                </a:gridCol>
                <a:gridCol w="2162544">
                  <a:extLst>
                    <a:ext uri="{9D8B030D-6E8A-4147-A177-3AD203B41FA5}">
                      <a16:colId xmlns:a16="http://schemas.microsoft.com/office/drawing/2014/main" val="3343121034"/>
                    </a:ext>
                  </a:extLst>
                </a:gridCol>
                <a:gridCol w="1937264">
                  <a:extLst>
                    <a:ext uri="{9D8B030D-6E8A-4147-A177-3AD203B41FA5}">
                      <a16:colId xmlns:a16="http://schemas.microsoft.com/office/drawing/2014/main" val="3347478696"/>
                    </a:ext>
                  </a:extLst>
                </a:gridCol>
                <a:gridCol w="2162544">
                  <a:extLst>
                    <a:ext uri="{9D8B030D-6E8A-4147-A177-3AD203B41FA5}">
                      <a16:colId xmlns:a16="http://schemas.microsoft.com/office/drawing/2014/main" val="1799059995"/>
                    </a:ext>
                  </a:extLst>
                </a:gridCol>
                <a:gridCol w="1937264">
                  <a:extLst>
                    <a:ext uri="{9D8B030D-6E8A-4147-A177-3AD203B41FA5}">
                      <a16:colId xmlns:a16="http://schemas.microsoft.com/office/drawing/2014/main" val="1298416138"/>
                    </a:ext>
                  </a:extLst>
                </a:gridCol>
              </a:tblGrid>
              <a:tr h="775839">
                <a:tc rowSpan="2">
                  <a:txBody>
                    <a:bodyPr/>
                    <a:lstStyle/>
                    <a:p>
                      <a:pPr algn="ctr" fontAlgn="t"/>
                      <a:endParaRPr lang="en-IE" sz="2000" b="1" i="0" u="none" strike="noStrike" kern="1200">
                        <a:solidFill>
                          <a:srgbClr val="3C4345"/>
                        </a:solidFill>
                        <a:effectLst/>
                        <a:latin typeface="Community Devanagari"/>
                        <a:ea typeface="+mn-ea"/>
                        <a:cs typeface="+mn-cs"/>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rowSpan="2">
                  <a:txBody>
                    <a:bodyPr/>
                    <a:lstStyle/>
                    <a:p>
                      <a:pPr algn="ctr" fontAlgn="t"/>
                      <a:r>
                        <a:rPr lang="en-IE" sz="2000" b="0" i="0" u="none" strike="noStrike" kern="1200">
                          <a:solidFill>
                            <a:srgbClr val="3C4345"/>
                          </a:solidFill>
                          <a:effectLst/>
                          <a:latin typeface="Community Light"/>
                          <a:ea typeface="+mn-ea"/>
                          <a:cs typeface="+mn-cs"/>
                        </a:rPr>
                        <a:t>Orig. Deal</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EEE"/>
                    </a:solidFill>
                  </a:tcPr>
                </a:tc>
                <a:tc rowSpan="2">
                  <a:txBody>
                    <a:bodyPr/>
                    <a:lstStyle/>
                    <a:p>
                      <a:pPr marL="0" algn="ctr" defTabSz="914217" rtl="0" eaLnBrk="1" fontAlgn="t" latinLnBrk="0" hangingPunct="1"/>
                      <a:r>
                        <a:rPr lang="en-IE" sz="2000" b="0" i="0" u="none" strike="noStrike" kern="1200">
                          <a:solidFill>
                            <a:srgbClr val="3C4345"/>
                          </a:solidFill>
                          <a:effectLst/>
                          <a:latin typeface="Community Light"/>
                          <a:ea typeface="+mn-ea"/>
                          <a:cs typeface="+mn-cs"/>
                        </a:rPr>
                        <a:t>Renewal Outcome</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EEE"/>
                    </a:solidFill>
                  </a:tcPr>
                </a:tc>
                <a:tc rowSpan="2">
                  <a:txBody>
                    <a:bodyPr/>
                    <a:lstStyle/>
                    <a:p>
                      <a:pPr algn="l" fontAlgn="ctr"/>
                      <a:endParaRPr lang="en-IE" sz="2200" b="1" i="0" u="none" strike="noStrike">
                        <a:solidFill>
                          <a:srgbClr val="000000"/>
                        </a:solidFill>
                        <a:effectLst/>
                        <a:latin typeface="Arial"/>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EEE"/>
                    </a:solidFill>
                  </a:tcPr>
                </a:tc>
                <a:tc gridSpan="2">
                  <a:txBody>
                    <a:bodyPr/>
                    <a:lstStyle/>
                    <a:p>
                      <a:pPr algn="ctr"/>
                      <a:r>
                        <a:rPr lang="en-US" sz="2800" b="1">
                          <a:latin typeface="Community"/>
                        </a:rPr>
                        <a:t>Total GSA</a:t>
                      </a:r>
                    </a:p>
                  </a:txBody>
                  <a:tcPr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EEE"/>
                    </a:solidFill>
                  </a:tcPr>
                </a:tc>
                <a:tc hMerge="1">
                  <a:txBody>
                    <a:bodyPr/>
                    <a:lstStyle/>
                    <a:p>
                      <a:endParaRPr lang="en-US"/>
                    </a:p>
                  </a:txBody>
                  <a:tcPr/>
                </a:tc>
                <a:tc gridSpan="2">
                  <a:txBody>
                    <a:bodyPr/>
                    <a:lstStyle/>
                    <a:p>
                      <a:pPr marL="0" lvl="0" algn="ctr">
                        <a:buNone/>
                      </a:pPr>
                      <a:r>
                        <a:rPr lang="en-US" sz="2800" b="1" i="0" u="none" strike="noStrike" kern="1200">
                          <a:solidFill>
                            <a:srgbClr val="3C4345"/>
                          </a:solidFill>
                          <a:effectLst/>
                          <a:latin typeface="Community"/>
                          <a:ea typeface="+mn-ea"/>
                          <a:cs typeface="+mn-cs"/>
                        </a:rPr>
                        <a:t>NAMER</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endParaRPr/>
                    </a:p>
                  </a:txBody>
                  <a:tcPr marL="182880" marR="182880" marT="91440" marB="9144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gridSpan="2">
                  <a:txBody>
                    <a:bodyPr/>
                    <a:lstStyle/>
                    <a:p>
                      <a:pPr marL="0" lvl="0" algn="ctr">
                        <a:buNone/>
                      </a:pPr>
                      <a:r>
                        <a:rPr lang="en-US" sz="2800" b="1" i="0" u="none" strike="noStrike" kern="1200">
                          <a:solidFill>
                            <a:srgbClr val="3C4345"/>
                          </a:solidFill>
                          <a:effectLst/>
                          <a:latin typeface="Community"/>
                          <a:ea typeface="+mn-ea"/>
                          <a:cs typeface="+mn-cs"/>
                        </a:rPr>
                        <a:t>EMEAL</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8EEEE"/>
                    </a:solidFill>
                  </a:tcPr>
                </a:tc>
                <a:tc hMerge="1">
                  <a:txBody>
                    <a:bodyPr/>
                    <a:lstStyle/>
                    <a:p>
                      <a:endParaRPr/>
                    </a:p>
                  </a:txBody>
                  <a:tcPr marL="182880" marR="182880" marT="91440" marB="9144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EEEE"/>
                    </a:solidFill>
                  </a:tcPr>
                </a:tc>
                <a:extLst>
                  <a:ext uri="{0D108BD9-81ED-4DB2-BD59-A6C34878D82A}">
                    <a16:rowId xmlns:a16="http://schemas.microsoft.com/office/drawing/2014/main" val="2066803175"/>
                  </a:ext>
                </a:extLst>
              </a:tr>
              <a:tr h="457743">
                <a:tc vMerge="1">
                  <a:txBody>
                    <a:bodyPr/>
                    <a:lstStyle/>
                    <a:p>
                      <a:endParaRPr lang="en-US"/>
                    </a:p>
                  </a:txBody>
                  <a:tcPr/>
                </a:tc>
                <a:tc vMerge="1">
                  <a:txBody>
                    <a:bodyPr/>
                    <a:lstStyle/>
                    <a:p>
                      <a:endParaRPr/>
                    </a:p>
                  </a:txBody>
                  <a:tcPr marL="11592" marR="11592" marT="11592" marB="0"/>
                </a:tc>
                <a:tc vMerge="1">
                  <a:txBody>
                    <a:bodyPr/>
                    <a:lstStyle/>
                    <a:p>
                      <a:endParaRPr/>
                    </a:p>
                  </a:txBody>
                  <a:tcPr marL="11592" marR="11592" marT="11592" marB="0"/>
                </a:tc>
                <a:tc vMerge="1">
                  <a:txBody>
                    <a:bodyPr/>
                    <a:lstStyle/>
                    <a:p>
                      <a:pPr marL="0" algn="l" defTabSz="914217" rtl="0" eaLnBrk="1" fontAlgn="t" latinLnBrk="0" hangingPunct="1"/>
                      <a:endParaRPr lang="en-IE" sz="2000" b="1" i="0" u="none" strike="noStrike" kern="1200">
                        <a:solidFill>
                          <a:srgbClr val="3C4345"/>
                        </a:solidFill>
                        <a:effectLst/>
                        <a:latin typeface="Community Devanagari"/>
                        <a:ea typeface="+mn-ea"/>
                        <a:cs typeface="+mn-cs"/>
                      </a:endParaRPr>
                    </a:p>
                  </a:txBody>
                  <a:tcPr marL="11592" marR="11592" marT="11592"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8EEEE"/>
                    </a:solidFill>
                  </a:tcPr>
                </a:tc>
                <a:tc>
                  <a:txBody>
                    <a:bodyPr/>
                    <a:lstStyle/>
                    <a:p>
                      <a:pPr marL="0" marR="0" lvl="0" indent="0" algn="ctr" defTabSz="914217" rtl="0" eaLnBrk="1" fontAlgn="ctr" latinLnBrk="0" hangingPunct="1">
                        <a:lnSpc>
                          <a:spcPct val="100000"/>
                        </a:lnSpc>
                        <a:spcBef>
                          <a:spcPts val="0"/>
                        </a:spcBef>
                        <a:spcAft>
                          <a:spcPts val="0"/>
                        </a:spcAft>
                        <a:buClrTx/>
                        <a:buSzTx/>
                        <a:buFontTx/>
                        <a:buNone/>
                        <a:tabLst/>
                        <a:defRPr/>
                      </a:pPr>
                      <a:r>
                        <a:rPr lang="en-IE" sz="1800" b="1" i="0" u="none" strike="noStrike" kern="1200">
                          <a:solidFill>
                            <a:srgbClr val="3C4345"/>
                          </a:solidFill>
                          <a:effectLst/>
                          <a:latin typeface="Community"/>
                          <a:ea typeface="+mn-ea"/>
                          <a:cs typeface="+mn-cs"/>
                        </a:rPr>
                        <a:t>% of Renewals (QoQ)</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7FF"/>
                    </a:solidFill>
                  </a:tcPr>
                </a:tc>
                <a:tc>
                  <a:txBody>
                    <a:bodyPr/>
                    <a:lstStyle/>
                    <a:p>
                      <a:pPr marL="0" algn="ctr" defTabSz="914217" rtl="0" eaLnBrk="1" fontAlgn="ctr" latinLnBrk="0" hangingPunct="1"/>
                      <a:r>
                        <a:rPr lang="en-IE" sz="1800" b="1" i="0" u="none" strike="noStrike" kern="1200">
                          <a:solidFill>
                            <a:srgbClr val="3C4345"/>
                          </a:solidFill>
                          <a:effectLst/>
                          <a:latin typeface="Community"/>
                          <a:ea typeface="+mn-ea"/>
                          <a:cs typeface="+mn-cs"/>
                        </a:rPr>
                        <a:t>RIG (QoQ)</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7FF"/>
                    </a:solidFill>
                  </a:tcPr>
                </a:tc>
                <a:tc>
                  <a:txBody>
                    <a:bodyPr/>
                    <a:lstStyle/>
                    <a:p>
                      <a:pPr marL="0" marR="0" lvl="0" indent="0" algn="ctr" defTabSz="914217" rtl="0" eaLnBrk="1" fontAlgn="ctr" latinLnBrk="0" hangingPunct="1">
                        <a:lnSpc>
                          <a:spcPct val="100000"/>
                        </a:lnSpc>
                        <a:spcBef>
                          <a:spcPts val="0"/>
                        </a:spcBef>
                        <a:spcAft>
                          <a:spcPts val="0"/>
                        </a:spcAft>
                        <a:buClrTx/>
                        <a:buSzTx/>
                        <a:buFontTx/>
                        <a:buNone/>
                        <a:tabLst/>
                        <a:defRPr/>
                      </a:pPr>
                      <a:r>
                        <a:rPr lang="en-IE" sz="1800" b="1" i="0" u="none" strike="noStrike">
                          <a:solidFill>
                            <a:srgbClr val="3C4345"/>
                          </a:solidFill>
                          <a:effectLst/>
                          <a:latin typeface="Community Semibold"/>
                        </a:rPr>
                        <a:t>% of Renewals (QoQ)</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7FF"/>
                    </a:solidFill>
                  </a:tcPr>
                </a:tc>
                <a:tc>
                  <a:txBody>
                    <a:bodyPr/>
                    <a:lstStyle/>
                    <a:p>
                      <a:pPr algn="ctr" rtl="0" fontAlgn="ctr"/>
                      <a:r>
                        <a:rPr lang="en-IE" sz="1800" b="1" i="0" u="none" strike="noStrike">
                          <a:solidFill>
                            <a:srgbClr val="3C4345"/>
                          </a:solidFill>
                          <a:effectLst/>
                          <a:latin typeface="Community"/>
                        </a:rPr>
                        <a:t>RIG (QoQ)</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7FF"/>
                    </a:solidFill>
                  </a:tcPr>
                </a:tc>
                <a:tc>
                  <a:txBody>
                    <a:bodyPr/>
                    <a:lstStyle/>
                    <a:p>
                      <a:pPr marL="0" marR="0" lvl="0" indent="0" algn="ctr" defTabSz="914217" rtl="0" eaLnBrk="1" fontAlgn="ctr" latinLnBrk="0" hangingPunct="1">
                        <a:lnSpc>
                          <a:spcPct val="100000"/>
                        </a:lnSpc>
                        <a:spcBef>
                          <a:spcPts val="0"/>
                        </a:spcBef>
                        <a:spcAft>
                          <a:spcPts val="0"/>
                        </a:spcAft>
                        <a:buClrTx/>
                        <a:buSzTx/>
                        <a:buFontTx/>
                        <a:buNone/>
                        <a:tabLst/>
                        <a:defRPr/>
                      </a:pPr>
                      <a:r>
                        <a:rPr lang="en-IE" sz="1800" b="1" i="0" u="none" strike="noStrike">
                          <a:solidFill>
                            <a:srgbClr val="3C4345"/>
                          </a:solidFill>
                          <a:effectLst/>
                          <a:latin typeface="Community Semibold"/>
                        </a:rPr>
                        <a:t>% of Renewals (QoQ)</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7FF"/>
                    </a:solidFill>
                  </a:tcPr>
                </a:tc>
                <a:tc>
                  <a:txBody>
                    <a:bodyPr/>
                    <a:lstStyle/>
                    <a:p>
                      <a:pPr algn="ctr" rtl="0" fontAlgn="ctr"/>
                      <a:r>
                        <a:rPr lang="en-IE" sz="1800" b="1" i="0" u="none" strike="noStrike">
                          <a:solidFill>
                            <a:srgbClr val="3C4345"/>
                          </a:solidFill>
                          <a:effectLst/>
                          <a:latin typeface="Community"/>
                        </a:rPr>
                        <a:t>RIG (QoQ)</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7FF"/>
                    </a:solidFill>
                  </a:tcPr>
                </a:tc>
                <a:extLst>
                  <a:ext uri="{0D108BD9-81ED-4DB2-BD59-A6C34878D82A}">
                    <a16:rowId xmlns:a16="http://schemas.microsoft.com/office/drawing/2014/main" val="2293381931"/>
                  </a:ext>
                </a:extLst>
              </a:tr>
              <a:tr h="459158">
                <a:tc rowSpan="5">
                  <a:txBody>
                    <a:bodyPr/>
                    <a:lstStyle/>
                    <a:p>
                      <a:pPr marL="0" marR="0" lvl="0" indent="0" algn="ctr" defTabSz="914217" rtl="0" eaLnBrk="1" fontAlgn="ctr" latinLnBrk="0" hangingPunct="1">
                        <a:lnSpc>
                          <a:spcPct val="100000"/>
                        </a:lnSpc>
                        <a:spcBef>
                          <a:spcPts val="0"/>
                        </a:spcBef>
                        <a:spcAft>
                          <a:spcPts val="0"/>
                        </a:spcAft>
                        <a:buClrTx/>
                        <a:buSzTx/>
                        <a:buFontTx/>
                        <a:buNone/>
                        <a:tabLst/>
                        <a:defRPr/>
                      </a:pPr>
                      <a:r>
                        <a:rPr lang="en-IE" sz="2000" b="0" i="0" u="none" strike="noStrike">
                          <a:solidFill>
                            <a:schemeClr val="bg1"/>
                          </a:solidFill>
                          <a:effectLst/>
                          <a:latin typeface="Community Light"/>
                        </a:rPr>
                        <a:t>Renewal Outcome / RIG</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rowSpan="3">
                  <a:txBody>
                    <a:bodyPr/>
                    <a:lstStyle/>
                    <a:p>
                      <a:r>
                        <a:rPr lang="en-US"/>
                        <a:t>MYD</a:t>
                      </a:r>
                      <a:endParaRPr/>
                    </a:p>
                  </a:txBody>
                  <a:tcPr marL="11592" marR="11592" marT="11592" marB="0" anchor="ctr">
                    <a:lnL w="12700" cap="flat" cmpd="sng" algn="ctr">
                      <a:solidFill>
                        <a:srgbClr val="FFFFFF"/>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solidFill>
                      <a:srgbClr val="C5E0FC"/>
                    </a:solidFill>
                  </a:tcPr>
                </a:tc>
                <a:tc>
                  <a:txBody>
                    <a:bodyPr/>
                    <a:lstStyle/>
                    <a:p>
                      <a:pPr algn="ctr" rtl="0" fontAlgn="ctr"/>
                      <a:r>
                        <a:rPr lang="en-IE" sz="1800" b="0" i="0" u="none" strike="noStrike">
                          <a:solidFill>
                            <a:srgbClr val="3C4345"/>
                          </a:solidFill>
                          <a:effectLst/>
                          <a:latin typeface="Community Light"/>
                        </a:rPr>
                        <a:t>SYD</a:t>
                      </a:r>
                    </a:p>
                  </a:txBody>
                  <a:tcPr marL="11592" marR="11592" marT="11592" marB="0" anchor="ctr">
                    <a:lnL w="1905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lumMod val="20000"/>
                        <a:lumOff val="80000"/>
                      </a:schemeClr>
                    </a:solidFill>
                  </a:tcPr>
                </a:tc>
                <a:tc>
                  <a:txBody>
                    <a:bodyPr/>
                    <a:lstStyle/>
                    <a:p>
                      <a:pPr algn="l" rtl="0" fontAlgn="ctr"/>
                      <a:r>
                        <a:rPr lang="en-IE" sz="1800" b="0" i="0" u="none" strike="noStrike">
                          <a:solidFill>
                            <a:srgbClr val="3C4345"/>
                          </a:solidFill>
                          <a:effectLst/>
                          <a:latin typeface="Community Light"/>
                        </a:rPr>
                        <a:t>% Downgrade to SYD / RIG</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lang="en-IE" sz="1800" b="0" i="0" u="none" strike="noStrike">
                          <a:solidFill>
                            <a:schemeClr val="tx1"/>
                          </a:solidFill>
                          <a:effectLst/>
                          <a:latin typeface="Community Light"/>
                        </a:rPr>
                        <a:t>38% / (11ppt)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lang="en-IE" sz="1800" b="0" i="0" u="none" strike="noStrike">
                          <a:solidFill>
                            <a:schemeClr val="tx1"/>
                          </a:solidFill>
                          <a:effectLst/>
                          <a:latin typeface="Community Light"/>
                        </a:rPr>
                        <a:t>0.96 / (1ppt)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50% / (25ppt)</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0.93 / (-17ppt)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rtl="0" eaLnBrk="1" fontAlgn="t" latinLnBrk="0" hangingPunct="1">
                        <a:lnSpc>
                          <a:spcPct val="100000"/>
                        </a:lnSpc>
                        <a:spcBef>
                          <a:spcPts val="0"/>
                        </a:spcBef>
                        <a:spcAft>
                          <a:spcPts val="0"/>
                        </a:spcAft>
                        <a:buClrTx/>
                        <a:buSzTx/>
                        <a:buFontTx/>
                        <a:buNone/>
                      </a:pPr>
                      <a:r>
                        <a:rPr lang="en-IE" sz="1800" b="0" i="0" u="none" strike="noStrike">
                          <a:solidFill>
                            <a:schemeClr val="tx1"/>
                          </a:solidFill>
                          <a:effectLst/>
                          <a:latin typeface="Community Light"/>
                        </a:rPr>
                        <a:t>34% / (6ppt)</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lang="en-IE" sz="1800" b="0" i="0" u="none" strike="noStrike">
                          <a:solidFill>
                            <a:schemeClr val="tx1"/>
                          </a:solidFill>
                          <a:effectLst/>
                          <a:latin typeface="Community Light"/>
                        </a:rPr>
                        <a:t>0.97 / (9ppt)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161385213"/>
                  </a:ext>
                </a:extLst>
              </a:tr>
              <a:tr h="459158">
                <a:tc vMerge="1">
                  <a:txBody>
                    <a:bodyPr/>
                    <a:lstStyle/>
                    <a:p>
                      <a:endParaRPr lang="en-US"/>
                    </a:p>
                  </a:txBody>
                  <a:tcPr>
                    <a:lnT w="12700" cap="flat" cmpd="sng" algn="ctr">
                      <a:solidFill>
                        <a:srgbClr val="FFFFFF"/>
                      </a:solidFill>
                      <a:prstDash val="solid"/>
                      <a:round/>
                      <a:headEnd type="none" w="med" len="med"/>
                      <a:tailEnd type="none" w="med" len="med"/>
                    </a:lnT>
                  </a:tcPr>
                </a:tc>
                <a:tc vMerge="1">
                  <a:txBody>
                    <a:bodyPr/>
                    <a:lstStyle/>
                    <a:p>
                      <a:pPr algn="l" rtl="0" fontAlgn="ctr"/>
                      <a:endParaRPr lang="en-IE" sz="2000" b="0" i="0" u="none" strike="noStrike">
                        <a:solidFill>
                          <a:srgbClr val="3C4345"/>
                        </a:solidFill>
                        <a:effectLst/>
                        <a:latin typeface="Community Devanagari"/>
                      </a:endParaRPr>
                    </a:p>
                  </a:txBody>
                  <a:tcPr marL="11592" marR="11592" marT="11592" marB="0" anchor="ctr">
                    <a:lnR w="1905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rtl="0" fontAlgn="ctr"/>
                      <a:r>
                        <a:rPr lang="en-IE" sz="1800" b="0" i="0" u="none" strike="noStrike">
                          <a:solidFill>
                            <a:srgbClr val="3C4345"/>
                          </a:solidFill>
                          <a:effectLst/>
                          <a:latin typeface="Community Light"/>
                        </a:rPr>
                        <a:t>HEP</a:t>
                      </a:r>
                    </a:p>
                  </a:txBody>
                  <a:tcPr marL="11592" marR="11592" marT="11592" marB="0" anchor="ctr">
                    <a:lnL w="1905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lgn="l" rtl="0" fontAlgn="ctr"/>
                      <a:r>
                        <a:rPr lang="en-IE" sz="1800" b="0" i="0" u="none" strike="noStrike">
                          <a:solidFill>
                            <a:srgbClr val="3C4345"/>
                          </a:solidFill>
                          <a:effectLst/>
                          <a:latin typeface="Community Light"/>
                        </a:rPr>
                        <a:t>% Renewed as HEP / RIG</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marL="0" marR="0" lvl="0" indent="0" algn="ctr" rtl="0" eaLnBrk="1" fontAlgn="t" latinLnBrk="0" hangingPunct="1">
                        <a:lnSpc>
                          <a:spcPct val="100000"/>
                        </a:lnSpc>
                        <a:spcBef>
                          <a:spcPts val="0"/>
                        </a:spcBef>
                        <a:spcAft>
                          <a:spcPts val="0"/>
                        </a:spcAft>
                        <a:buClrTx/>
                        <a:buSzTx/>
                        <a:buFontTx/>
                        <a:buNone/>
                      </a:pPr>
                      <a:r>
                        <a:rPr kumimoji="0" lang="en-IE" sz="1800" b="0" i="0" u="none" strike="noStrike" kern="1200" cap="none" spc="0" normalizeH="0" baseline="0" noProof="0">
                          <a:ln>
                            <a:noFill/>
                          </a:ln>
                          <a:solidFill>
                            <a:schemeClr val="tx1"/>
                          </a:solidFill>
                          <a:effectLst/>
                          <a:uLnTx/>
                          <a:uFillTx/>
                          <a:latin typeface="Community Light"/>
                          <a:ea typeface="+mn-ea"/>
                          <a:cs typeface="+mn-cs"/>
                        </a:rPr>
                        <a:t>2% /</a:t>
                      </a:r>
                      <a:r>
                        <a:rPr lang="en-IE" sz="1800" b="0" i="0" u="none" strike="noStrike" kern="1200" cap="none" spc="0" normalizeH="0" baseline="0" noProof="0">
                          <a:ln>
                            <a:noFill/>
                          </a:ln>
                          <a:solidFill>
                            <a:schemeClr val="tx1"/>
                          </a:solidFill>
                          <a:effectLst/>
                          <a:uLnTx/>
                          <a:uFillTx/>
                          <a:latin typeface="Community Light"/>
                          <a:ea typeface="+mn-ea"/>
                          <a:cs typeface="+mn-cs"/>
                        </a:rPr>
                        <a:t> (-13ppt)</a:t>
                      </a:r>
                      <a:endParaRPr kumimoji="0" lang="en-IE" sz="1800" b="0" i="0" u="none" strike="noStrike" kern="1200" cap="none" spc="0" normalizeH="0" baseline="0" noProof="0">
                        <a:ln>
                          <a:noFill/>
                        </a:ln>
                        <a:solidFill>
                          <a:schemeClr val="tx1"/>
                        </a:solidFill>
                        <a:effectLst/>
                        <a:uLnTx/>
                        <a:uFillTx/>
                        <a:latin typeface="Community Light"/>
                        <a:ea typeface="+mn-ea"/>
                        <a:cs typeface="+mn-cs"/>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2.73 / </a:t>
                      </a:r>
                      <a:r>
                        <a:rPr lang="en-IE" sz="1800" b="0" i="0" u="none" strike="noStrike" kern="1200" cap="none" spc="0" normalizeH="0" baseline="0" noProof="0">
                          <a:ln>
                            <a:noFill/>
                          </a:ln>
                          <a:solidFill>
                            <a:schemeClr val="tx1"/>
                          </a:solidFill>
                          <a:effectLst/>
                          <a:uLnTx/>
                          <a:uFillTx/>
                          <a:latin typeface="Community Light"/>
                          <a:ea typeface="+mn-ea"/>
                          <a:cs typeface="+mn-cs"/>
                        </a:rPr>
                        <a:t>(20ppt)</a:t>
                      </a:r>
                      <a:endParaRPr kumimoji="0" lang="en-IE" sz="1800" b="0" i="0" u="none" strike="noStrike" kern="1200" cap="none" spc="0" normalizeH="0" baseline="0" noProof="0">
                        <a:ln>
                          <a:noFill/>
                        </a:ln>
                        <a:solidFill>
                          <a:schemeClr val="tx1"/>
                        </a:solidFill>
                        <a:effectLst/>
                        <a:uLnTx/>
                        <a:uFillTx/>
                        <a:latin typeface="Community Light"/>
                        <a:ea typeface="+mn-ea"/>
                        <a:cs typeface="+mn-cs"/>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0% (-21ppt)</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0 (-2.56)</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rtl="0" eaLnBrk="1" fontAlgn="t" latinLnBrk="0" hangingPunct="1">
                        <a:lnSpc>
                          <a:spcPct val="100000"/>
                        </a:lnSpc>
                        <a:spcBef>
                          <a:spcPts val="0"/>
                        </a:spcBef>
                        <a:spcAft>
                          <a:spcPts val="0"/>
                        </a:spcAft>
                        <a:buClrTx/>
                        <a:buSzTx/>
                        <a:buFontTx/>
                        <a:buNone/>
                      </a:pPr>
                      <a:r>
                        <a:rPr lang="en-IE" sz="1800" b="0" i="0" u="none" strike="noStrike" kern="1200" cap="none" spc="0" normalizeH="0" baseline="0" noProof="0">
                          <a:ln>
                            <a:noFill/>
                          </a:ln>
                          <a:solidFill>
                            <a:schemeClr val="tx1"/>
                          </a:solidFill>
                          <a:effectLst/>
                          <a:uLnTx/>
                          <a:uFillTx/>
                          <a:latin typeface="Community Light"/>
                          <a:ea typeface="+mn-ea"/>
                          <a:cs typeface="+mn-cs"/>
                        </a:rPr>
                        <a:t>3% </a:t>
                      </a:r>
                      <a:r>
                        <a:rPr lang="en-IE" sz="1800" b="0" i="0" u="none" strike="noStrike">
                          <a:solidFill>
                            <a:schemeClr val="tx1"/>
                          </a:solidFill>
                          <a:effectLst/>
                          <a:latin typeface="Community Light"/>
                        </a:rPr>
                        <a:t>/ </a:t>
                      </a:r>
                      <a:r>
                        <a:rPr lang="en-IE" sz="1800" b="0" i="0" u="none" strike="noStrike" kern="1200" cap="none" spc="0" normalizeH="0" baseline="0" noProof="0">
                          <a:ln>
                            <a:noFill/>
                          </a:ln>
                          <a:solidFill>
                            <a:schemeClr val="tx1"/>
                          </a:solidFill>
                          <a:effectLst/>
                          <a:uLnTx/>
                          <a:uFillTx/>
                          <a:latin typeface="Community Light"/>
                          <a:ea typeface="+mn-ea"/>
                          <a:cs typeface="+mn-cs"/>
                        </a:rPr>
                        <a:t>(-9ppt)</a:t>
                      </a:r>
                      <a:endParaRPr kumimoji="0" lang="en-IE" sz="1800" b="0" i="0" u="none" strike="noStrike" kern="1200" cap="none" spc="0" normalizeH="0" baseline="0" noProof="0">
                        <a:ln>
                          <a:noFill/>
                        </a:ln>
                        <a:solidFill>
                          <a:schemeClr val="tx1"/>
                        </a:solidFill>
                        <a:effectLst/>
                        <a:uLnTx/>
                        <a:uFillTx/>
                        <a:latin typeface="Community Light"/>
                        <a:ea typeface="+mn-ea"/>
                        <a:cs typeface="+mn-cs"/>
                      </a:endParaRP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lang="en-IE" sz="1800" b="0" i="0" u="none" strike="noStrike" kern="1200" cap="none" spc="0" normalizeH="0" baseline="0" noProof="0">
                          <a:ln>
                            <a:noFill/>
                          </a:ln>
                          <a:solidFill>
                            <a:schemeClr val="tx1"/>
                          </a:solidFill>
                          <a:effectLst/>
                          <a:uLnTx/>
                          <a:uFillTx/>
                          <a:latin typeface="Community Light"/>
                          <a:ea typeface="+mn-ea"/>
                          <a:cs typeface="+mn-cs"/>
                        </a:rPr>
                        <a:t>2.73</a:t>
                      </a:r>
                      <a:r>
                        <a:rPr lang="en-IE" sz="1800" b="0" i="0" u="none" strike="noStrike">
                          <a:solidFill>
                            <a:schemeClr val="tx1"/>
                          </a:solidFill>
                          <a:effectLst/>
                          <a:latin typeface="Community Light"/>
                        </a:rPr>
                        <a:t>/ </a:t>
                      </a:r>
                      <a:r>
                        <a:rPr lang="en-IE" sz="1800" b="0" i="0" u="none" strike="noStrike" kern="1200" cap="none" spc="0" normalizeH="0" baseline="0" noProof="0">
                          <a:ln>
                            <a:noFill/>
                          </a:ln>
                          <a:solidFill>
                            <a:schemeClr val="tx1"/>
                          </a:solidFill>
                          <a:effectLst/>
                          <a:uLnTx/>
                          <a:uFillTx/>
                          <a:latin typeface="Community Light"/>
                          <a:ea typeface="+mn-ea"/>
                          <a:cs typeface="+mn-cs"/>
                        </a:rPr>
                        <a:t>(23ppt)</a:t>
                      </a:r>
                      <a:endParaRPr kumimoji="0" lang="en-IE" sz="1800" b="0" i="0" u="none" strike="noStrike" kern="1200" cap="none" spc="0" normalizeH="0" baseline="0" noProof="0">
                        <a:ln>
                          <a:noFill/>
                        </a:ln>
                        <a:solidFill>
                          <a:schemeClr val="tx1"/>
                        </a:solidFill>
                        <a:effectLst/>
                        <a:uLnTx/>
                        <a:uFillTx/>
                        <a:latin typeface="Community Light"/>
                        <a:ea typeface="+mn-ea"/>
                        <a:cs typeface="+mn-cs"/>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31601759"/>
                  </a:ext>
                </a:extLst>
              </a:tr>
              <a:tr h="459158">
                <a:tc vMerge="1">
                  <a:txBody>
                    <a:bodyPr/>
                    <a:lstStyle/>
                    <a:p>
                      <a:endParaRPr lang="en-US"/>
                    </a:p>
                  </a:txBody>
                  <a:tcPr/>
                </a:tc>
                <a:tc vMerge="1">
                  <a:txBody>
                    <a:bodyPr/>
                    <a:lstStyle/>
                    <a:p>
                      <a:pPr algn="l" rtl="0" fontAlgn="ctr"/>
                      <a:endParaRPr lang="en-IE" sz="2000" b="0" i="0" u="none" strike="noStrike">
                        <a:solidFill>
                          <a:srgbClr val="3C4345"/>
                        </a:solidFill>
                        <a:effectLst/>
                        <a:latin typeface="Community Devanagari"/>
                      </a:endParaRPr>
                    </a:p>
                  </a:txBody>
                  <a:tcPr marL="11592" marR="11592" marT="11592" marB="0" anchor="ctr">
                    <a:lnR w="1905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CEBFA"/>
                    </a:solidFill>
                  </a:tcPr>
                </a:tc>
                <a:tc>
                  <a:txBody>
                    <a:bodyPr/>
                    <a:lstStyle/>
                    <a:p>
                      <a:pPr algn="ctr" rtl="0" fontAlgn="ctr"/>
                      <a:r>
                        <a:rPr lang="en-IE" sz="1800" b="0" i="0" u="none" strike="noStrike">
                          <a:solidFill>
                            <a:srgbClr val="3C4345"/>
                          </a:solidFill>
                          <a:effectLst/>
                          <a:latin typeface="Community Light"/>
                        </a:rPr>
                        <a:t>MYD</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lumMod val="20000"/>
                        <a:lumOff val="80000"/>
                      </a:schemeClr>
                    </a:solidFill>
                  </a:tcPr>
                </a:tc>
                <a:tc>
                  <a:txBody>
                    <a:bodyPr/>
                    <a:lstStyle/>
                    <a:p>
                      <a:pPr algn="l" rtl="0" fontAlgn="ctr"/>
                      <a:r>
                        <a:rPr lang="en-IE" sz="1800" b="0" i="0" u="none" strike="noStrike">
                          <a:solidFill>
                            <a:srgbClr val="3C4345"/>
                          </a:solidFill>
                          <a:effectLst/>
                          <a:latin typeface="Community Light"/>
                        </a:rPr>
                        <a:t>% Renewed as MYD / RIG</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60% / (2ppt)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rtl="0" eaLnBrk="1" fontAlgn="t" latinLnBrk="0" hangingPunct="1">
                        <a:lnSpc>
                          <a:spcPct val="100000"/>
                        </a:lnSpc>
                        <a:spcBef>
                          <a:spcPts val="0"/>
                        </a:spcBef>
                        <a:spcAft>
                          <a:spcPts val="0"/>
                        </a:spcAft>
                        <a:buClrTx/>
                        <a:buSzTx/>
                        <a:buFontTx/>
                        <a:buNone/>
                      </a:pPr>
                      <a:r>
                        <a:rPr kumimoji="0" lang="en-IE" sz="1800" b="0" i="0" u="none" strike="noStrike" kern="1200" cap="none" spc="0" normalizeH="0" baseline="0" noProof="0">
                          <a:ln>
                            <a:noFill/>
                          </a:ln>
                          <a:solidFill>
                            <a:schemeClr val="tx1"/>
                          </a:solidFill>
                          <a:effectLst/>
                          <a:uLnTx/>
                          <a:uFillTx/>
                          <a:latin typeface="Community Light"/>
                          <a:ea typeface="+mn-ea"/>
                          <a:cs typeface="+mn-cs"/>
                        </a:rPr>
                        <a:t>1.01 / (-3ppt)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50% / (-4ppt)</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1.04 / (-4ppt)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63% </a:t>
                      </a:r>
                      <a:r>
                        <a:rPr lang="en-IE" sz="1800" b="0" i="0" u="none" strike="noStrike">
                          <a:solidFill>
                            <a:schemeClr val="tx1"/>
                          </a:solidFill>
                          <a:effectLst/>
                          <a:latin typeface="Community Light"/>
                        </a:rPr>
                        <a:t>/</a:t>
                      </a:r>
                      <a:r>
                        <a:rPr kumimoji="0" lang="en-IE" sz="1800" b="0" i="0" u="none" strike="noStrike" kern="1200" cap="none" spc="0" normalizeH="0" baseline="0" noProof="0">
                          <a:ln>
                            <a:noFill/>
                          </a:ln>
                          <a:solidFill>
                            <a:schemeClr val="tx1"/>
                          </a:solidFill>
                          <a:effectLst/>
                          <a:uLnTx/>
                          <a:uFillTx/>
                          <a:latin typeface="Community Light"/>
                          <a:ea typeface="+mn-ea"/>
                          <a:cs typeface="+mn-cs"/>
                        </a:rPr>
                        <a:t> (3ppt)</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1.00 </a:t>
                      </a:r>
                      <a:r>
                        <a:rPr lang="en-IE" sz="1800" b="0" i="0" u="none" strike="noStrike">
                          <a:solidFill>
                            <a:schemeClr val="tx1"/>
                          </a:solidFill>
                          <a:effectLst/>
                          <a:latin typeface="Community Light"/>
                        </a:rPr>
                        <a:t>/</a:t>
                      </a:r>
                      <a:r>
                        <a:rPr kumimoji="0" lang="en-IE" sz="1800" b="0" i="0" u="none" strike="noStrike" kern="1200" cap="none" spc="0" normalizeH="0" baseline="0" noProof="0">
                          <a:ln>
                            <a:noFill/>
                          </a:ln>
                          <a:solidFill>
                            <a:schemeClr val="tx1"/>
                          </a:solidFill>
                          <a:effectLst/>
                          <a:uLnTx/>
                          <a:uFillTx/>
                          <a:latin typeface="Community Light"/>
                          <a:ea typeface="+mn-ea"/>
                          <a:cs typeface="+mn-cs"/>
                        </a:rPr>
                        <a:t> (-2ppt)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4217843614"/>
                  </a:ext>
                </a:extLst>
              </a:tr>
              <a:tr h="465503">
                <a:tc vMerge="1">
                  <a:txBody>
                    <a:bodyPr/>
                    <a:lstStyle/>
                    <a:p>
                      <a:pPr marL="0" marR="0" lvl="0" indent="0" algn="l" defTabSz="914217" rtl="0" eaLnBrk="1" fontAlgn="ctr" latinLnBrk="0" hangingPunct="1">
                        <a:lnSpc>
                          <a:spcPct val="100000"/>
                        </a:lnSpc>
                        <a:spcBef>
                          <a:spcPts val="0"/>
                        </a:spcBef>
                        <a:spcAft>
                          <a:spcPts val="0"/>
                        </a:spcAft>
                        <a:buClrTx/>
                        <a:buSzTx/>
                        <a:buFontTx/>
                        <a:buNone/>
                        <a:tabLst/>
                        <a:defRPr/>
                      </a:pPr>
                      <a:endParaRPr lang="en-IE" sz="2000" b="0" i="0" u="none" strike="noStrike">
                        <a:solidFill>
                          <a:srgbClr val="3C4345"/>
                        </a:solidFill>
                        <a:effectLst/>
                        <a:latin typeface="Community Devanagari"/>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BFA"/>
                    </a:solidFill>
                  </a:tcPr>
                </a:tc>
                <a:tc rowSpan="2">
                  <a:txBody>
                    <a:bodyPr/>
                    <a:lstStyle/>
                    <a:p>
                      <a:pPr marL="0" marR="0" lvl="0" indent="0" algn="l" defTabSz="914217" rtl="0" eaLnBrk="1" fontAlgn="ctr" latinLnBrk="0" hangingPunct="1">
                        <a:lnSpc>
                          <a:spcPct val="100000"/>
                        </a:lnSpc>
                        <a:spcBef>
                          <a:spcPts val="0"/>
                        </a:spcBef>
                        <a:spcAft>
                          <a:spcPts val="0"/>
                        </a:spcAft>
                        <a:buClrTx/>
                        <a:buSzTx/>
                        <a:buFontTx/>
                        <a:buNone/>
                        <a:tabLst/>
                        <a:defRPr/>
                      </a:pPr>
                      <a:r>
                        <a:rPr lang="en-IE" sz="1800" b="0" i="0" u="none" strike="noStrike">
                          <a:solidFill>
                            <a:srgbClr val="3C4345"/>
                          </a:solidFill>
                          <a:effectLst/>
                          <a:latin typeface="Community Light" panose="02000303040000020003" pitchFamily="50" charset="0"/>
                        </a:rPr>
                        <a:t>SYD</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lumMod val="20000"/>
                        <a:lumOff val="80000"/>
                      </a:schemeClr>
                    </a:solidFill>
                  </a:tcPr>
                </a:tc>
                <a:tc>
                  <a:txBody>
                    <a:bodyPr/>
                    <a:lstStyle/>
                    <a:p>
                      <a:pPr algn="ctr" rtl="0" fontAlgn="ctr"/>
                      <a:r>
                        <a:rPr lang="en-IE" sz="1800" b="0" i="0" u="none" strike="noStrike">
                          <a:solidFill>
                            <a:srgbClr val="3C4345"/>
                          </a:solidFill>
                          <a:effectLst/>
                          <a:latin typeface="Community Light" panose="02000303040000020003" pitchFamily="50" charset="0"/>
                        </a:rPr>
                        <a:t>MYD</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lumMod val="20000"/>
                        <a:lumOff val="80000"/>
                      </a:schemeClr>
                    </a:solidFill>
                  </a:tcPr>
                </a:tc>
                <a:tc>
                  <a:txBody>
                    <a:bodyPr/>
                    <a:lstStyle/>
                    <a:p>
                      <a:pPr algn="l" rtl="0" fontAlgn="ctr"/>
                      <a:r>
                        <a:rPr lang="en-IE" sz="1800" b="0" i="0" u="none" strike="noStrike">
                          <a:solidFill>
                            <a:srgbClr val="3C4345"/>
                          </a:solidFill>
                          <a:effectLst/>
                          <a:latin typeface="Community Light" panose="02000303040000020003" pitchFamily="50" charset="0"/>
                        </a:rPr>
                        <a:t>% Upgrade to MYD / RIG</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22% / (-5ppt)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rtl="0" eaLnBrk="1" fontAlgn="t" latinLnBrk="0" hangingPunct="1">
                        <a:lnSpc>
                          <a:spcPct val="100000"/>
                        </a:lnSpc>
                        <a:spcBef>
                          <a:spcPts val="0"/>
                        </a:spcBef>
                        <a:spcAft>
                          <a:spcPts val="0"/>
                        </a:spcAft>
                        <a:buClrTx/>
                        <a:buSzTx/>
                        <a:buFontTx/>
                        <a:buNone/>
                      </a:pPr>
                      <a:r>
                        <a:rPr kumimoji="0" lang="en-IE" sz="1800" b="0" i="0" u="none" strike="noStrike" kern="1200" cap="none" spc="0" normalizeH="0" baseline="0" noProof="0">
                          <a:ln>
                            <a:noFill/>
                          </a:ln>
                          <a:solidFill>
                            <a:schemeClr val="tx1"/>
                          </a:solidFill>
                          <a:effectLst/>
                          <a:uLnTx/>
                          <a:uFillTx/>
                          <a:latin typeface="Community Light"/>
                          <a:ea typeface="+mn-ea"/>
                          <a:cs typeface="+mn-cs"/>
                        </a:rPr>
                        <a:t>1.05 / (5ppt)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20% / (-4ppt)</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1.12/ (10ppt)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24% / (-6ppt)</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1.00/ (1ppt)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406877017"/>
                  </a:ext>
                </a:extLst>
              </a:tr>
              <a:tr h="517620">
                <a:tc vMerge="1">
                  <a:txBody>
                    <a:bodyPr/>
                    <a:lstStyle/>
                    <a:p>
                      <a:endParaRPr lang="en-US"/>
                    </a:p>
                  </a:txBody>
                  <a:tcPr/>
                </a:tc>
                <a:tc vMerge="1">
                  <a:txBody>
                    <a:bodyPr/>
                    <a:lstStyle/>
                    <a:p>
                      <a:pPr algn="l" rtl="0" fontAlgn="ctr"/>
                      <a:endParaRPr lang="en-IE" sz="2000" b="0" i="0" u="none" strike="noStrike">
                        <a:solidFill>
                          <a:srgbClr val="3C4345"/>
                        </a:solidFill>
                        <a:effectLst/>
                        <a:latin typeface="Community Devanagari"/>
                      </a:endParaRPr>
                    </a:p>
                  </a:txBody>
                  <a:tcPr marL="11592" marR="11592" marT="11592"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CEBFA"/>
                    </a:solidFill>
                  </a:tcPr>
                </a:tc>
                <a:tc>
                  <a:txBody>
                    <a:bodyPr/>
                    <a:lstStyle/>
                    <a:p>
                      <a:pPr algn="ctr" rtl="0" fontAlgn="ctr"/>
                      <a:r>
                        <a:rPr lang="en-IE" sz="1800" b="0" i="0" u="none" strike="noStrike">
                          <a:solidFill>
                            <a:srgbClr val="3C4345"/>
                          </a:solidFill>
                          <a:effectLst/>
                          <a:latin typeface="Community Light" panose="02000303040000020003" pitchFamily="50" charset="0"/>
                        </a:rPr>
                        <a:t>SYD</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lumMod val="20000"/>
                        <a:lumOff val="80000"/>
                      </a:schemeClr>
                    </a:solidFill>
                  </a:tcPr>
                </a:tc>
                <a:tc>
                  <a:txBody>
                    <a:bodyPr/>
                    <a:lstStyle/>
                    <a:p>
                      <a:pPr algn="l" rtl="0" fontAlgn="ctr"/>
                      <a:r>
                        <a:rPr lang="en-IE" sz="1800" b="0" i="0" u="none" strike="noStrike">
                          <a:solidFill>
                            <a:srgbClr val="3C4345"/>
                          </a:solidFill>
                          <a:effectLst/>
                          <a:latin typeface="Community Light" panose="02000303040000020003" pitchFamily="50" charset="0"/>
                        </a:rPr>
                        <a:t>% Renewed to SYD / RIG</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77% / (5ppt)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0.99/ (2ppt)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algn="ctr" defTabSz="914217" rtl="0" eaLnBrk="1" fontAlgn="t" latinLnBrk="0" hangingPunct="1"/>
                      <a:r>
                        <a:rPr lang="en-US" sz="1800" b="0" i="0" u="none" strike="noStrike" kern="1200">
                          <a:solidFill>
                            <a:schemeClr val="tx1"/>
                          </a:solidFill>
                          <a:effectLst/>
                          <a:latin typeface="Community Light"/>
                          <a:ea typeface="+mn-ea"/>
                          <a:cs typeface="+mn-cs"/>
                        </a:rPr>
                        <a:t>74% / (4ppt)</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0.99 / (0ppt)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75% / (5ppt)</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0.99 / (3ppt)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855445818"/>
                  </a:ext>
                </a:extLst>
              </a:tr>
              <a:tr h="459158">
                <a:tc>
                  <a:txBody>
                    <a:bodyPr/>
                    <a:lstStyle/>
                    <a:p>
                      <a:pPr marL="0" marR="0" lvl="0" indent="0" algn="ctr" defTabSz="914217" rtl="0" eaLnBrk="1" fontAlgn="ctr" latinLnBrk="0" hangingPunct="1">
                        <a:lnSpc>
                          <a:spcPct val="100000"/>
                        </a:lnSpc>
                        <a:spcBef>
                          <a:spcPts val="0"/>
                        </a:spcBef>
                        <a:spcAft>
                          <a:spcPts val="0"/>
                        </a:spcAft>
                        <a:buClrTx/>
                        <a:buSzTx/>
                        <a:buFontTx/>
                        <a:buNone/>
                        <a:tabLst/>
                        <a:defRPr/>
                      </a:pPr>
                      <a:endParaRPr lang="en-IE" sz="2000" b="1" i="0" u="none" strike="noStrike">
                        <a:solidFill>
                          <a:schemeClr val="bg1"/>
                        </a:solidFill>
                        <a:effectLst/>
                        <a:latin typeface="Community Light" panose="02000303040000020003" pitchFamily="50" charset="0"/>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gridSpan="3">
                  <a:txBody>
                    <a:bodyPr/>
                    <a:lstStyle/>
                    <a:p>
                      <a:pPr marL="0" marR="0" lvl="0" indent="0" algn="l" defTabSz="914217" rtl="0" eaLnBrk="1" fontAlgn="ctr" latinLnBrk="0" hangingPunct="1">
                        <a:lnSpc>
                          <a:spcPct val="100000"/>
                        </a:lnSpc>
                        <a:spcBef>
                          <a:spcPts val="0"/>
                        </a:spcBef>
                        <a:spcAft>
                          <a:spcPts val="0"/>
                        </a:spcAft>
                        <a:buClrTx/>
                        <a:buSzTx/>
                        <a:buFontTx/>
                        <a:buNone/>
                        <a:tabLst/>
                        <a:defRPr/>
                      </a:pPr>
                      <a:r>
                        <a:rPr lang="en-IE" sz="1800" b="0" i="0" u="none" strike="noStrike">
                          <a:solidFill>
                            <a:srgbClr val="3C4345"/>
                          </a:solidFill>
                          <a:effectLst/>
                          <a:latin typeface="Community Light" panose="02000303040000020003" pitchFamily="50" charset="0"/>
                        </a:rPr>
                        <a:t>Overall MYD RIG</a:t>
                      </a:r>
                      <a:r>
                        <a:rPr lang="en-IE" sz="1800" b="0" i="0" u="none" strike="noStrike" baseline="30000">
                          <a:solidFill>
                            <a:srgbClr val="3C4345"/>
                          </a:solidFill>
                          <a:effectLst/>
                          <a:latin typeface="Community Light" panose="02000303040000020003" pitchFamily="50" charset="0"/>
                        </a:rPr>
                        <a:t>1</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hMerge="1">
                  <a:txBody>
                    <a:bodyPr/>
                    <a:lstStyle/>
                    <a:p>
                      <a:pPr algn="ctr" rtl="0" fontAlgn="ctr"/>
                      <a:endParaRPr lang="en-IE" sz="2000" b="0" i="0" u="none" strike="noStrike">
                        <a:solidFill>
                          <a:srgbClr val="3C4345"/>
                        </a:solidFill>
                        <a:effectLst/>
                        <a:latin typeface="Community Devanagari"/>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hMerge="1">
                  <a:txBody>
                    <a:bodyPr/>
                    <a:lstStyle/>
                    <a:p>
                      <a:pPr algn="l" rtl="0" fontAlgn="ctr"/>
                      <a:endParaRPr lang="en-IE" sz="2000" b="0" i="0" u="none" strike="noStrike">
                        <a:solidFill>
                          <a:srgbClr val="3C4345"/>
                        </a:solidFill>
                        <a:effectLst/>
                        <a:latin typeface="Community Devanagari"/>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schemeClr val="tx1"/>
                        </a:solidFill>
                        <a:effectLst/>
                        <a:uLnTx/>
                        <a:uFillTx/>
                        <a:latin typeface="Community Light"/>
                        <a:ea typeface="+mn-ea"/>
                        <a:cs typeface="+mn-cs"/>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1.04 / (0ppt)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algn="ctr" fontAlgn="t"/>
                      <a:endParaRPr lang="en-IE" sz="1800" b="0" i="0" u="none" strike="noStrike">
                        <a:solidFill>
                          <a:schemeClr val="tx1"/>
                        </a:solidFill>
                        <a:effectLst/>
                        <a:latin typeface="Community Light"/>
                      </a:endParaRP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algn="ctr" fontAlgn="t"/>
                      <a:r>
                        <a:rPr lang="en-IE" sz="1800" b="0" i="0" u="none" strike="noStrike">
                          <a:solidFill>
                            <a:schemeClr val="tx1"/>
                          </a:solidFill>
                          <a:effectLst/>
                          <a:latin typeface="Community Light"/>
                        </a:rPr>
                        <a:t>1.11 / (7ppt)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algn="ctr" fontAlgn="t"/>
                      <a:endParaRPr lang="en-IE" sz="1800" b="0" i="0" u="none" strike="noStrike">
                        <a:solidFill>
                          <a:schemeClr val="tx1"/>
                        </a:solidFill>
                        <a:effectLst/>
                        <a:latin typeface="Community Light"/>
                      </a:endParaRP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algn="ctr" fontAlgn="t"/>
                      <a:r>
                        <a:rPr lang="en-IE" sz="1800" b="0" i="0" u="none" strike="noStrike">
                          <a:solidFill>
                            <a:schemeClr val="tx1"/>
                          </a:solidFill>
                          <a:effectLst/>
                          <a:latin typeface="Community Light"/>
                        </a:rPr>
                        <a:t>1.00 / (0ppt)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11334246"/>
                  </a:ext>
                </a:extLst>
              </a:tr>
              <a:tr h="402673">
                <a:tc>
                  <a:txBody>
                    <a:bodyPr/>
                    <a:lstStyle/>
                    <a:p>
                      <a:pPr algn="ctr" rtl="0" fontAlgn="ctr"/>
                      <a:endParaRPr lang="en-IE" sz="2000" b="1" i="0" u="none" strike="noStrike">
                        <a:solidFill>
                          <a:schemeClr val="bg1"/>
                        </a:solidFill>
                        <a:effectLst/>
                        <a:latin typeface="Community Light" panose="02000303040000020003" pitchFamily="50" charset="0"/>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rtl="0" fontAlgn="ctr"/>
                      <a:endParaRPr lang="en-IE" sz="1200" b="0" i="0" u="none" strike="noStrike">
                        <a:solidFill>
                          <a:srgbClr val="3C4345"/>
                        </a:solidFill>
                        <a:effectLst/>
                        <a:latin typeface="Community Light" panose="02000303040000020003" pitchFamily="50" charset="0"/>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rtl="0" fontAlgn="ctr"/>
                      <a:endParaRPr lang="en-IE" sz="1800" b="0" i="0" u="none" strike="noStrike">
                        <a:solidFill>
                          <a:srgbClr val="3C4345"/>
                        </a:solidFill>
                        <a:effectLst/>
                        <a:latin typeface="Community Light" panose="02000303040000020003" pitchFamily="50" charset="0"/>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rtl="0" fontAlgn="ctr"/>
                      <a:endParaRPr lang="en-IE" sz="1800" b="0" i="0" u="none" strike="noStrike">
                        <a:solidFill>
                          <a:srgbClr val="3C4345"/>
                        </a:solidFill>
                        <a:effectLst/>
                        <a:latin typeface="Community Light" panose="02000303040000020003" pitchFamily="50" charset="0"/>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lang="en-IE" sz="1800" b="1" i="0" u="none" strike="noStrike" kern="1200">
                          <a:solidFill>
                            <a:srgbClr val="3C4345"/>
                          </a:solidFill>
                          <a:effectLst/>
                          <a:latin typeface="Community"/>
                          <a:ea typeface="+mn-ea"/>
                          <a:cs typeface="+mn-cs"/>
                        </a:rPr>
                        <a:t>% of Discounted Deals</a:t>
                      </a:r>
                      <a:endParaRPr kumimoji="0" lang="en-IE" sz="1800" b="0" i="0" u="none" strike="noStrike" kern="1200" cap="none" spc="0" normalizeH="0" baseline="0" noProof="0">
                        <a:ln>
                          <a:noFill/>
                        </a:ln>
                        <a:solidFill>
                          <a:schemeClr val="tx1"/>
                        </a:solidFill>
                        <a:effectLst/>
                        <a:uLnTx/>
                        <a:uFillTx/>
                        <a:latin typeface="Community Light" panose="02000303040000020003" pitchFamily="50" charset="0"/>
                        <a:ea typeface="+mn-ea"/>
                        <a:cs typeface="+mn-cs"/>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lang="en-IE" sz="1800" b="1" i="0" u="none" strike="noStrike" kern="1200" noProof="0">
                          <a:solidFill>
                            <a:srgbClr val="3C4345"/>
                          </a:solidFill>
                          <a:effectLst/>
                          <a:latin typeface="Community"/>
                          <a:ea typeface="+mn-ea"/>
                          <a:cs typeface="+mn-cs"/>
                        </a:rPr>
                        <a:t>QoQ Change</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lang="en-IE" sz="1800" b="1" i="0" u="none" strike="noStrike" kern="1200">
                          <a:solidFill>
                            <a:srgbClr val="3C4345"/>
                          </a:solidFill>
                          <a:effectLst/>
                          <a:latin typeface="Community"/>
                          <a:ea typeface="+mn-ea"/>
                          <a:cs typeface="+mn-cs"/>
                        </a:rPr>
                        <a:t>% of Discounted Deals</a:t>
                      </a:r>
                      <a:endParaRPr kumimoji="0" lang="en-IE" sz="1800" b="0" i="0" u="none" strike="noStrike" kern="1200" cap="none" spc="0" normalizeH="0" baseline="0" noProof="0">
                        <a:ln>
                          <a:noFill/>
                        </a:ln>
                        <a:solidFill>
                          <a:schemeClr val="tx1"/>
                        </a:solidFill>
                        <a:effectLst/>
                        <a:uLnTx/>
                        <a:uFillTx/>
                        <a:latin typeface="Community Light" panose="02000303040000020003" pitchFamily="50" charset="0"/>
                        <a:ea typeface="+mn-ea"/>
                        <a:cs typeface="+mn-cs"/>
                      </a:endParaRP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lang="en-IE" sz="1800" b="1" i="0" u="none" strike="noStrike" kern="1200" noProof="0">
                          <a:solidFill>
                            <a:srgbClr val="3C4345"/>
                          </a:solidFill>
                          <a:effectLst/>
                          <a:latin typeface="Community"/>
                          <a:ea typeface="+mn-ea"/>
                          <a:cs typeface="+mn-cs"/>
                        </a:rPr>
                        <a:t>QoQ Change</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lang="en-IE" sz="1800" b="1" i="0" u="none" strike="noStrike" kern="1200">
                          <a:solidFill>
                            <a:srgbClr val="3C4345"/>
                          </a:solidFill>
                          <a:effectLst/>
                          <a:latin typeface="Community"/>
                          <a:ea typeface="+mn-ea"/>
                          <a:cs typeface="+mn-cs"/>
                        </a:rPr>
                        <a:t>% of Discounted Deals</a:t>
                      </a:r>
                      <a:endParaRPr kumimoji="0" lang="en-IE" sz="1800" b="0" i="0" u="none" strike="noStrike" kern="1200" cap="none" spc="0" normalizeH="0" baseline="0" noProof="0">
                        <a:ln>
                          <a:noFill/>
                        </a:ln>
                        <a:solidFill>
                          <a:schemeClr val="tx1"/>
                        </a:solidFill>
                        <a:effectLst/>
                        <a:uLnTx/>
                        <a:uFillTx/>
                        <a:latin typeface="Community Light" panose="02000303040000020003" pitchFamily="50" charset="0"/>
                        <a:ea typeface="+mn-ea"/>
                        <a:cs typeface="+mn-cs"/>
                      </a:endParaRP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lang="en-IE" sz="1800" b="1" i="0" u="none" strike="noStrike" kern="1200" noProof="0">
                          <a:solidFill>
                            <a:srgbClr val="3C4345"/>
                          </a:solidFill>
                          <a:effectLst/>
                          <a:latin typeface="Community"/>
                          <a:ea typeface="+mn-ea"/>
                          <a:cs typeface="+mn-cs"/>
                        </a:rPr>
                        <a:t>QoQ Change</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514525625"/>
                  </a:ext>
                </a:extLst>
              </a:tr>
              <a:tr h="459158">
                <a:tc rowSpan="5">
                  <a:txBody>
                    <a:bodyPr/>
                    <a:lstStyle/>
                    <a:p>
                      <a:pPr algn="ctr" rtl="0" fontAlgn="ctr"/>
                      <a:r>
                        <a:rPr lang="en-IE" sz="2000" b="0" i="0" u="none" strike="noStrike">
                          <a:solidFill>
                            <a:schemeClr val="bg1"/>
                          </a:solidFill>
                          <a:effectLst/>
                          <a:latin typeface="Community Light" panose="02000303040000020003" pitchFamily="50" charset="0"/>
                        </a:rPr>
                        <a:t>Discount</a:t>
                      </a:r>
                    </a:p>
                    <a:p>
                      <a:pPr algn="ctr" rtl="0" fontAlgn="ctr"/>
                      <a:r>
                        <a:rPr lang="en-IE" sz="2000" b="0" i="0" u="none" strike="noStrike">
                          <a:solidFill>
                            <a:schemeClr val="bg1"/>
                          </a:solidFill>
                          <a:effectLst/>
                          <a:latin typeface="Community Light" panose="02000303040000020003" pitchFamily="50" charset="0"/>
                        </a:rPr>
                        <a:t>Deals as % of Total</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marR="0" lvl="0" indent="0" algn="l" defTabSz="914217" rtl="0" eaLnBrk="1" fontAlgn="ctr" latinLnBrk="0" hangingPunct="1">
                        <a:lnSpc>
                          <a:spcPct val="100000"/>
                        </a:lnSpc>
                        <a:spcBef>
                          <a:spcPts val="0"/>
                        </a:spcBef>
                        <a:spcAft>
                          <a:spcPts val="0"/>
                        </a:spcAft>
                        <a:buClrTx/>
                        <a:buSzTx/>
                        <a:buFontTx/>
                        <a:buNone/>
                        <a:tabLst/>
                        <a:defRPr/>
                      </a:pPr>
                      <a:r>
                        <a:rPr lang="en-IE" sz="1800" b="0" i="0" u="none" strike="noStrike">
                          <a:solidFill>
                            <a:srgbClr val="3C4345"/>
                          </a:solidFill>
                          <a:effectLst/>
                          <a:latin typeface="Community Light" panose="02000303040000020003" pitchFamily="50" charset="0"/>
                        </a:rPr>
                        <a:t>MYD</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FC"/>
                    </a:solidFill>
                  </a:tcPr>
                </a:tc>
                <a:tc gridSpan="2">
                  <a:txBody>
                    <a:bodyPr/>
                    <a:lstStyle/>
                    <a:p>
                      <a:pPr algn="l" rtl="0" fontAlgn="ctr"/>
                      <a:r>
                        <a:rPr lang="en-IE" sz="1800" b="0" i="0" u="none" strike="noStrike">
                          <a:solidFill>
                            <a:srgbClr val="3C4345"/>
                          </a:solidFill>
                          <a:effectLst/>
                          <a:latin typeface="Community Light" panose="02000303040000020003" pitchFamily="50" charset="0"/>
                        </a:rPr>
                        <a:t>MYD</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lumMod val="20000"/>
                        <a:lumOff val="80000"/>
                      </a:schemeClr>
                    </a:solidFill>
                  </a:tcPr>
                </a:tc>
                <a:tc hMerge="1">
                  <a:txBody>
                    <a:bodyPr/>
                    <a:lstStyle/>
                    <a:p>
                      <a:pPr algn="l" rtl="0" fontAlgn="ctr"/>
                      <a:endParaRPr lang="en-IE" sz="1800" b="0" i="0" u="none" strike="noStrike">
                        <a:solidFill>
                          <a:srgbClr val="3C4345"/>
                        </a:solidFill>
                        <a:effectLst/>
                        <a:latin typeface="Community Light" panose="02000303040000020003" pitchFamily="50" charset="0"/>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panose="02000303040000020003" pitchFamily="50" charset="0"/>
                          <a:ea typeface="+mn-ea"/>
                          <a:cs typeface="+mn-cs"/>
                        </a:rPr>
                        <a:t>57%</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2ppt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80%</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14ppt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52%</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1ppt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537141901"/>
                  </a:ext>
                </a:extLst>
              </a:tr>
              <a:tr h="459158">
                <a:tc vMerge="1">
                  <a:txBody>
                    <a:bodyPr/>
                    <a:lstStyle/>
                    <a:p>
                      <a:pPr algn="l" rtl="0" fontAlgn="ctr"/>
                      <a:endParaRPr lang="en-IE" sz="2000" b="0" i="0" u="none" strike="noStrike">
                        <a:solidFill>
                          <a:srgbClr val="3C4345"/>
                        </a:solidFill>
                        <a:effectLst/>
                        <a:latin typeface="Community Devanagari"/>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lumMod val="40000"/>
                        <a:lumOff val="60000"/>
                      </a:schemeClr>
                    </a:solidFill>
                  </a:tcPr>
                </a:tc>
                <a:tc rowSpan="2">
                  <a:txBody>
                    <a:bodyPr/>
                    <a:lstStyle/>
                    <a:p>
                      <a:pPr algn="l" rtl="0" fontAlgn="ctr"/>
                      <a:r>
                        <a:rPr lang="en-IE" sz="1800" b="0" i="0" u="none" strike="noStrike">
                          <a:solidFill>
                            <a:srgbClr val="3C4345"/>
                          </a:solidFill>
                          <a:effectLst/>
                          <a:latin typeface="Community Light" panose="02000303040000020003" pitchFamily="50" charset="0"/>
                        </a:rPr>
                        <a:t>SYD</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lumMod val="20000"/>
                        <a:lumOff val="80000"/>
                      </a:schemeClr>
                    </a:solidFill>
                  </a:tcPr>
                </a:tc>
                <a:tc gridSpan="2">
                  <a:txBody>
                    <a:bodyPr/>
                    <a:lstStyle/>
                    <a:p>
                      <a:pPr algn="l" rtl="0" fontAlgn="ctr"/>
                      <a:r>
                        <a:rPr lang="en-IE" sz="1800" b="0" i="0" u="none" strike="noStrike">
                          <a:solidFill>
                            <a:srgbClr val="3C4345"/>
                          </a:solidFill>
                          <a:effectLst/>
                          <a:latin typeface="Community Light" panose="02000303040000020003" pitchFamily="50" charset="0"/>
                        </a:rPr>
                        <a:t>MYD</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lumMod val="20000"/>
                        <a:lumOff val="80000"/>
                      </a:schemeClr>
                    </a:solidFill>
                  </a:tcPr>
                </a:tc>
                <a:tc hMerge="1">
                  <a:txBody>
                    <a:bodyPr/>
                    <a:lstStyle/>
                    <a:p>
                      <a:pPr algn="l" rtl="0" fontAlgn="ctr"/>
                      <a:endParaRPr lang="en-IE" sz="1800" b="0" i="0" u="none" strike="noStrike">
                        <a:solidFill>
                          <a:srgbClr val="3C4345"/>
                        </a:solidFill>
                        <a:effectLst/>
                        <a:latin typeface="Community Light" panose="02000303040000020003" pitchFamily="50" charset="0"/>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57%</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2ppt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67%</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a:rPr>
                        <a:t>4ppt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panose="02000303040000020003" pitchFamily="50" charset="0"/>
                        </a:rPr>
                        <a:t>49%</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panose="02000303040000020003" pitchFamily="50" charset="0"/>
                        </a:rPr>
                        <a:t>-1ppt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31326727"/>
                  </a:ext>
                </a:extLst>
              </a:tr>
              <a:tr h="459158">
                <a:tc vMerge="1">
                  <a:txBody>
                    <a:bodyPr/>
                    <a:lstStyle/>
                    <a:p>
                      <a:endParaRPr lang="en-US"/>
                    </a:p>
                  </a:txBody>
                  <a:tcPr>
                    <a:lnT w="12700" cap="flat" cmpd="sng" algn="ctr">
                      <a:solidFill>
                        <a:srgbClr val="FFFFFF"/>
                      </a:solidFill>
                      <a:prstDash val="solid"/>
                      <a:round/>
                      <a:headEnd type="none" w="med" len="med"/>
                      <a:tailEnd type="none" w="med" len="med"/>
                    </a:lnT>
                  </a:tcPr>
                </a:tc>
                <a:tc vMerge="1">
                  <a:txBody>
                    <a:bodyPr/>
                    <a:lstStyle/>
                    <a:p>
                      <a:pPr algn="l" rtl="0" fontAlgn="ctr"/>
                      <a:endParaRPr lang="en-IE" sz="2000" b="0" i="0" u="none" strike="noStrike">
                        <a:solidFill>
                          <a:srgbClr val="3C4345"/>
                        </a:solidFill>
                        <a:effectLst/>
                        <a:latin typeface="Community Devanagari"/>
                      </a:endParaRPr>
                    </a:p>
                  </a:txBody>
                  <a:tcPr marL="11592" marR="11592" marT="11592" marB="0" anchor="ctr">
                    <a:lnR w="1905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lumMod val="40000"/>
                        <a:lumOff val="60000"/>
                      </a:schemeClr>
                    </a:solidFill>
                  </a:tcPr>
                </a:tc>
                <a:tc gridSpan="2">
                  <a:txBody>
                    <a:bodyPr/>
                    <a:lstStyle/>
                    <a:p>
                      <a:pPr algn="l" rtl="0" fontAlgn="ctr"/>
                      <a:r>
                        <a:rPr lang="en-IE" sz="1800" b="0" i="0" u="none" strike="noStrike">
                          <a:solidFill>
                            <a:srgbClr val="3C4345"/>
                          </a:solidFill>
                          <a:effectLst/>
                          <a:latin typeface="Community Light" panose="02000303040000020003" pitchFamily="50" charset="0"/>
                        </a:rPr>
                        <a:t>SYD</a:t>
                      </a:r>
                    </a:p>
                  </a:txBody>
                  <a:tcPr marL="11592" marR="11592" marT="11592" marB="0" anchor="ctr">
                    <a:lnL w="1905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lumMod val="20000"/>
                        <a:lumOff val="80000"/>
                      </a:schemeClr>
                    </a:solidFill>
                  </a:tcPr>
                </a:tc>
                <a:tc hMerge="1">
                  <a:txBody>
                    <a:bodyPr/>
                    <a:lstStyle/>
                    <a:p>
                      <a:pPr algn="l" rtl="0" fontAlgn="ctr"/>
                      <a:endParaRPr lang="en-IE" sz="1800" b="0" i="0" u="none" strike="noStrike">
                        <a:solidFill>
                          <a:srgbClr val="3C4345"/>
                        </a:solidFill>
                        <a:effectLst/>
                        <a:latin typeface="Community Light" panose="02000303040000020003" pitchFamily="50" charset="0"/>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panose="02000303040000020003" pitchFamily="50" charset="0"/>
                          <a:ea typeface="+mn-ea"/>
                          <a:cs typeface="+mn-cs"/>
                        </a:rPr>
                        <a:t>5%</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panose="02000303040000020003" pitchFamily="50" charset="0"/>
                          <a:ea typeface="+mn-ea"/>
                          <a:cs typeface="+mn-cs"/>
                        </a:rPr>
                        <a:t>0ppt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panose="02000303040000020003" pitchFamily="50" charset="0"/>
                        </a:rPr>
                        <a:t>6%</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panose="02000303040000020003" pitchFamily="50" charset="0"/>
                        </a:rPr>
                        <a:t>0ppt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panose="02000303040000020003" pitchFamily="50" charset="0"/>
                        </a:rPr>
                        <a:t>4%</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t"/>
                      <a:r>
                        <a:rPr lang="en-IE" sz="1800" b="0" i="0" u="none" strike="noStrike">
                          <a:solidFill>
                            <a:schemeClr val="tx1"/>
                          </a:solidFill>
                          <a:effectLst/>
                          <a:latin typeface="Community Light" panose="02000303040000020003" pitchFamily="50" charset="0"/>
                        </a:rPr>
                        <a:t>-1ppt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989192866"/>
                  </a:ext>
                </a:extLst>
              </a:tr>
              <a:tr h="363881">
                <a:tc vMerge="1">
                  <a:txBody>
                    <a:bodyPr/>
                    <a:lstStyle/>
                    <a:p>
                      <a:pPr algn="ctr" rtl="0" fontAlgn="ctr"/>
                      <a:endParaRPr lang="en-IE" sz="2000" b="1" i="0" u="none" strike="noStrike">
                        <a:solidFill>
                          <a:schemeClr val="bg1"/>
                        </a:solidFill>
                        <a:effectLst/>
                        <a:latin typeface="Community Devanagari"/>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gridSpan="3">
                  <a:txBody>
                    <a:bodyPr/>
                    <a:lstStyle/>
                    <a:p>
                      <a:pPr algn="l" rtl="0" fontAlgn="ctr"/>
                      <a:r>
                        <a:rPr lang="en-IE" sz="1800" b="0" i="0" u="none" strike="noStrike">
                          <a:solidFill>
                            <a:srgbClr val="4B545A"/>
                          </a:solidFill>
                          <a:effectLst/>
                          <a:latin typeface="Community Light" panose="02000303040000020003" pitchFamily="50" charset="0"/>
                        </a:rPr>
                        <a:t>TAE MYD</a:t>
                      </a:r>
                      <a:endParaRPr lang="en-IE" sz="1800" b="0" i="0" u="none" strike="sngStrike">
                        <a:solidFill>
                          <a:srgbClr val="4B545A"/>
                        </a:solidFill>
                        <a:effectLst/>
                        <a:latin typeface="Community Light" panose="02000303040000020003" pitchFamily="50" charset="0"/>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hMerge="1">
                  <a:txBody>
                    <a:bodyPr/>
                    <a:lstStyle/>
                    <a:p>
                      <a:pPr algn="l" rtl="0" fontAlgn="ctr"/>
                      <a:endParaRPr lang="en-IE" sz="2000" b="0" i="0" u="none" strike="noStrike">
                        <a:solidFill>
                          <a:srgbClr val="3C4345"/>
                        </a:solidFill>
                        <a:effectLst/>
                        <a:latin typeface="Community Devanagari"/>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hMerge="1">
                  <a:txBody>
                    <a:bodyPr/>
                    <a:lstStyle/>
                    <a:p>
                      <a:pPr algn="l" rtl="0" fontAlgn="ctr"/>
                      <a:endParaRPr lang="en-IE" sz="1800" b="0" i="0" u="none" strike="noStrike">
                        <a:solidFill>
                          <a:srgbClr val="3C4345"/>
                        </a:solidFill>
                        <a:effectLst/>
                        <a:latin typeface="Community Light" panose="02000303040000020003" pitchFamily="50" charset="0"/>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61%</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-7ppt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algn="ctr" fontAlgn="t"/>
                      <a:r>
                        <a:rPr lang="en-IE" sz="1800" b="0" i="0" u="none" strike="noStrike">
                          <a:solidFill>
                            <a:schemeClr val="tx1"/>
                          </a:solidFill>
                          <a:effectLst/>
                          <a:latin typeface="Community Light"/>
                        </a:rPr>
                        <a:t>62%</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algn="ctr" fontAlgn="t"/>
                      <a:r>
                        <a:rPr lang="en-IE" sz="1800" b="0" i="0" u="none" strike="noStrike">
                          <a:solidFill>
                            <a:schemeClr val="tx1"/>
                          </a:solidFill>
                          <a:effectLst/>
                          <a:latin typeface="Community Light"/>
                        </a:rPr>
                        <a:t>-10ppt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61%</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9ppt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03616155"/>
                  </a:ext>
                </a:extLst>
              </a:tr>
              <a:tr h="177565">
                <a:tc vMerge="1">
                  <a:txBody>
                    <a:bodyPr/>
                    <a:lstStyle/>
                    <a:p>
                      <a:pPr algn="ctr" rtl="0" fontAlgn="ctr"/>
                      <a:endParaRPr lang="en-IE" sz="2000" b="1" i="0" u="none" strike="noStrike">
                        <a:solidFill>
                          <a:schemeClr val="bg1"/>
                        </a:solidFill>
                        <a:effectLst/>
                        <a:latin typeface="Community Devanagari"/>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gridSpan="3">
                  <a:txBody>
                    <a:bodyPr/>
                    <a:lstStyle/>
                    <a:p>
                      <a:pPr algn="l" rtl="0" fontAlgn="ctr"/>
                      <a:r>
                        <a:rPr lang="en-IE" sz="1800" b="0" i="0" u="none" strike="noStrike">
                          <a:solidFill>
                            <a:srgbClr val="3C4345"/>
                          </a:solidFill>
                          <a:effectLst/>
                          <a:latin typeface="Community Light" panose="02000303040000020003" pitchFamily="50" charset="0"/>
                        </a:rPr>
                        <a:t>Overall MYD</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hMerge="1">
                  <a:txBody>
                    <a:bodyPr/>
                    <a:lstStyle/>
                    <a:p>
                      <a:endParaRPr lang="en-US"/>
                    </a:p>
                  </a:txBody>
                  <a:tcPr/>
                </a:tc>
                <a:tc hMerge="1">
                  <a:txBody>
                    <a:bodyPr/>
                    <a:lstStyle/>
                    <a:p>
                      <a:pPr algn="l" rtl="0" fontAlgn="ctr"/>
                      <a:endParaRPr lang="en-IE" sz="1800" b="0" i="0" u="none" strike="noStrike">
                        <a:solidFill>
                          <a:srgbClr val="3C4345"/>
                        </a:solidFill>
                        <a:effectLst/>
                        <a:latin typeface="Community Light" panose="02000303040000020003" pitchFamily="50" charset="0"/>
                      </a:endParaRP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58%</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panose="02000303040000020003" pitchFamily="50" charset="0"/>
                          <a:ea typeface="+mn-ea"/>
                          <a:cs typeface="+mn-cs"/>
                        </a:rPr>
                        <a:t>-2ppt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panose="02000303040000020003" pitchFamily="50" charset="0"/>
                          <a:ea typeface="+mn-ea"/>
                          <a:cs typeface="+mn-cs"/>
                        </a:rPr>
                        <a:t>67%</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panose="02000303040000020003" pitchFamily="50" charset="0"/>
                          <a:ea typeface="+mn-ea"/>
                          <a:cs typeface="+mn-cs"/>
                        </a:rPr>
                        <a:t>-1ppt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1" i="0" u="none" strike="noStrike" kern="1200" cap="none" spc="0" normalizeH="0" baseline="0" noProof="0">
                          <a:ln>
                            <a:noFill/>
                          </a:ln>
                          <a:solidFill>
                            <a:schemeClr val="tx1"/>
                          </a:solidFill>
                          <a:effectLst/>
                          <a:uLnTx/>
                          <a:uFillTx/>
                          <a:latin typeface="Community Light"/>
                          <a:ea typeface="+mn-ea"/>
                          <a:cs typeface="+mn-cs"/>
                        </a:rPr>
                        <a:t>53%</a:t>
                      </a:r>
                    </a:p>
                  </a:txBody>
                  <a:tcPr marL="11592" marR="11592" marT="11592"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217" rtl="0" eaLnBrk="1" fontAlgn="t"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schemeClr val="tx1"/>
                          </a:solidFill>
                          <a:effectLst/>
                          <a:uLnTx/>
                          <a:uFillTx/>
                          <a:latin typeface="Community Light"/>
                          <a:ea typeface="+mn-ea"/>
                          <a:cs typeface="+mn-cs"/>
                        </a:rPr>
                        <a:t>-3ppt</a:t>
                      </a:r>
                    </a:p>
                  </a:txBody>
                  <a:tcPr marL="11592" marR="11592" marT="1159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885003114"/>
                  </a:ext>
                </a:extLst>
              </a:tr>
            </a:tbl>
          </a:graphicData>
        </a:graphic>
      </p:graphicFrame>
      <p:sp>
        <p:nvSpPr>
          <p:cNvPr id="38" name="Oval 37">
            <a:extLst>
              <a:ext uri="{FF2B5EF4-FFF2-40B4-BE49-F238E27FC236}">
                <a16:creationId xmlns:a16="http://schemas.microsoft.com/office/drawing/2014/main" id="{BB9F7C08-5046-7EF6-2A78-A8A924744B3C}"/>
              </a:ext>
            </a:extLst>
          </p:cNvPr>
          <p:cNvSpPr/>
          <p:nvPr/>
        </p:nvSpPr>
        <p:spPr>
          <a:xfrm>
            <a:off x="10322392" y="8577871"/>
            <a:ext cx="325122" cy="301878"/>
          </a:xfrm>
          <a:prstGeom prst="ellipse">
            <a:avLst/>
          </a:prstGeom>
          <a:solidFill>
            <a:srgbClr val="084D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r>
              <a:rPr lang="en-US" sz="2000">
                <a:solidFill>
                  <a:srgbClr val="FDFAF5"/>
                </a:solidFill>
                <a:latin typeface="Community Light"/>
              </a:rPr>
              <a:t>1</a:t>
            </a:r>
          </a:p>
        </p:txBody>
      </p:sp>
      <p:sp>
        <p:nvSpPr>
          <p:cNvPr id="39" name="Oval 38">
            <a:extLst>
              <a:ext uri="{FF2B5EF4-FFF2-40B4-BE49-F238E27FC236}">
                <a16:creationId xmlns:a16="http://schemas.microsoft.com/office/drawing/2014/main" id="{18F1C414-009C-5687-9143-664533581B49}"/>
              </a:ext>
            </a:extLst>
          </p:cNvPr>
          <p:cNvSpPr/>
          <p:nvPr/>
        </p:nvSpPr>
        <p:spPr>
          <a:xfrm>
            <a:off x="10251545" y="4627518"/>
            <a:ext cx="325122" cy="301878"/>
          </a:xfrm>
          <a:prstGeom prst="ellipse">
            <a:avLst/>
          </a:prstGeom>
          <a:solidFill>
            <a:srgbClr val="084D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defRPr/>
            </a:pPr>
            <a:r>
              <a:rPr lang="en-US" sz="2000">
                <a:solidFill>
                  <a:srgbClr val="FDFAF5"/>
                </a:solidFill>
                <a:latin typeface="Community Light"/>
              </a:rPr>
              <a:t>2</a:t>
            </a:r>
          </a:p>
        </p:txBody>
      </p:sp>
      <p:sp>
        <p:nvSpPr>
          <p:cNvPr id="3" name="Slide Number Placeholder 5">
            <a:extLst>
              <a:ext uri="{FF2B5EF4-FFF2-40B4-BE49-F238E27FC236}">
                <a16:creationId xmlns:a16="http://schemas.microsoft.com/office/drawing/2014/main" id="{2B89E39B-5694-0F7C-2E8C-2C2616B17941}"/>
              </a:ext>
            </a:extLst>
          </p:cNvPr>
          <p:cNvSpPr txBox="1">
            <a:spLocks/>
          </p:cNvSpPr>
          <p:nvPr/>
        </p:nvSpPr>
        <p:spPr>
          <a:xfrm>
            <a:off x="23541643" y="12991280"/>
            <a:ext cx="623230" cy="730250"/>
          </a:xfrm>
          <a:prstGeom prst="rect">
            <a:avLst/>
          </a:prstGeom>
        </p:spPr>
        <p:txBody>
          <a:bodyPr vert="horz" lIns="91440" tIns="45720" rIns="91440" bIns="45720" rtlCol="0" anchor="ctr"/>
          <a:lstStyle>
            <a:defPPr>
              <a:defRPr lang="en-US"/>
            </a:defPPr>
            <a:lvl1pPr marL="0" algn="r" defTabSz="457200" rtl="0" eaLnBrk="1" latinLnBrk="0" hangingPunct="1">
              <a:defRPr sz="1300" b="0" i="0" kern="1200">
                <a:solidFill>
                  <a:schemeClr val="bg2">
                    <a:lumMod val="10000"/>
                  </a:schemeClr>
                </a:solidFill>
                <a:latin typeface="Community" panose="02000303040000020003"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8844C01-219E-3342-9BDB-DBCB9E29B672}" type="slidenum">
              <a:rPr lang="en-US" smtClean="0"/>
              <a:pPr/>
              <a:t>22</a:t>
            </a:fld>
            <a:endParaRPr lang="en-US"/>
          </a:p>
        </p:txBody>
      </p:sp>
      <p:sp>
        <p:nvSpPr>
          <p:cNvPr id="4" name="Text Placeholder 1">
            <a:extLst>
              <a:ext uri="{FF2B5EF4-FFF2-40B4-BE49-F238E27FC236}">
                <a16:creationId xmlns:a16="http://schemas.microsoft.com/office/drawing/2014/main" id="{51C5050C-1F50-61AB-822C-DF6B06B9A326}"/>
              </a:ext>
            </a:extLst>
          </p:cNvPr>
          <p:cNvSpPr txBox="1">
            <a:spLocks/>
          </p:cNvSpPr>
          <p:nvPr/>
        </p:nvSpPr>
        <p:spPr>
          <a:xfrm>
            <a:off x="1004108" y="17895524"/>
            <a:ext cx="22950946" cy="1448949"/>
          </a:xfrm>
          <a:prstGeom prst="rect">
            <a:avLst/>
          </a:prstGeom>
          <a:noFill/>
        </p:spPr>
        <p:txBody>
          <a:bodyPr vert="horz" lIns="0" tIns="45720" rIns="0" bIns="45720" rtlCol="0" anchor="t">
            <a:noAutofit/>
          </a:bodyPr>
          <a:lstStyle>
            <a:defPPr>
              <a:defRPr lang="en-US"/>
            </a:defPPr>
            <a:lvl1pPr marL="0" indent="0" algn="l" defTabSz="1828891" rtl="0" eaLnBrk="1" latinLnBrk="0" hangingPunct="1">
              <a:lnSpc>
                <a:spcPct val="90000"/>
              </a:lnSpc>
              <a:spcBef>
                <a:spcPts val="1000"/>
              </a:spcBef>
              <a:buFontTx/>
              <a:buNone/>
              <a:defRPr sz="3600" b="0" i="0" kern="1200" baseline="0">
                <a:solidFill>
                  <a:schemeClr val="tx1"/>
                </a:solidFill>
                <a:latin typeface="+mn-lt"/>
                <a:ea typeface="+mn-ea"/>
                <a:cs typeface="+mn-cs"/>
              </a:defRPr>
            </a:lvl1pPr>
            <a:lvl2pPr marL="914446" indent="0" algn="l" defTabSz="1828891" rtl="0" eaLnBrk="1" latinLnBrk="0" hangingPunct="1">
              <a:lnSpc>
                <a:spcPct val="90000"/>
              </a:lnSpc>
              <a:spcBef>
                <a:spcPts val="500"/>
              </a:spcBef>
              <a:buFontTx/>
              <a:buNone/>
              <a:defRPr sz="3600" b="0" i="0" kern="1200" baseline="0">
                <a:solidFill>
                  <a:schemeClr val="tx1"/>
                </a:solidFill>
                <a:latin typeface="+mn-lt"/>
                <a:ea typeface="+mn-ea"/>
                <a:cs typeface="+mn-cs"/>
              </a:defRPr>
            </a:lvl2pPr>
            <a:lvl3pPr marL="1828891" indent="0" algn="l" defTabSz="1828891" rtl="0" eaLnBrk="1" latinLnBrk="0" hangingPunct="1">
              <a:lnSpc>
                <a:spcPct val="90000"/>
              </a:lnSpc>
              <a:spcBef>
                <a:spcPts val="500"/>
              </a:spcBef>
              <a:buFontTx/>
              <a:buNone/>
              <a:defRPr sz="3600" b="0" i="0" kern="1200" baseline="0">
                <a:solidFill>
                  <a:schemeClr val="tx1"/>
                </a:solidFill>
                <a:latin typeface="+mn-lt"/>
                <a:ea typeface="+mn-ea"/>
                <a:cs typeface="+mn-cs"/>
              </a:defRPr>
            </a:lvl3pPr>
            <a:lvl4pPr marL="2743337" indent="0" algn="l" defTabSz="1828891" rtl="0" eaLnBrk="1" latinLnBrk="0" hangingPunct="1">
              <a:lnSpc>
                <a:spcPct val="90000"/>
              </a:lnSpc>
              <a:spcBef>
                <a:spcPts val="500"/>
              </a:spcBef>
              <a:buFontTx/>
              <a:buNone/>
              <a:defRPr sz="3600" b="0" i="0" kern="1200" baseline="0">
                <a:solidFill>
                  <a:schemeClr val="tx1"/>
                </a:solidFill>
                <a:latin typeface="+mn-lt"/>
                <a:ea typeface="+mn-ea"/>
                <a:cs typeface="+mn-cs"/>
              </a:defRPr>
            </a:lvl4pPr>
            <a:lvl5pPr marL="3657783" indent="0" algn="l" defTabSz="1828891" rtl="0" eaLnBrk="1" latinLnBrk="0" hangingPunct="1">
              <a:lnSpc>
                <a:spcPct val="90000"/>
              </a:lnSpc>
              <a:spcBef>
                <a:spcPts val="500"/>
              </a:spcBef>
              <a:buFontTx/>
              <a:buNone/>
              <a:defRPr sz="3600" b="0" i="0" kern="1200" baseline="0">
                <a:solidFill>
                  <a:schemeClr val="tx1"/>
                </a:solidFill>
                <a:latin typeface="+mn-lt"/>
                <a:ea typeface="+mn-ea"/>
                <a:cs typeface="+mn-cs"/>
              </a:defRPr>
            </a:lvl5pPr>
            <a:lvl6pPr marL="4572229" indent="-228554" algn="l" defTabSz="1828891"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6pPr>
            <a:lvl7pPr marL="5486674" indent="-228554" algn="l" defTabSz="1828891"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7pPr>
            <a:lvl8pPr marL="6401120" indent="-228554" algn="l" defTabSz="1828891"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8pPr>
            <a:lvl9pPr marL="7315566" indent="-228554" algn="l" defTabSz="1828891"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9pPr>
          </a:lstStyle>
          <a:p>
            <a:pPr>
              <a:spcBef>
                <a:spcPts val="0"/>
              </a:spcBef>
              <a:spcAft>
                <a:spcPts val="600"/>
              </a:spcAft>
            </a:pPr>
            <a:r>
              <a:rPr lang="en-US" sz="4600">
                <a:latin typeface="Community" panose="02000303040000020003" pitchFamily="50" charset="0"/>
              </a:rPr>
              <a:t>Overall MYD RIG Q2 QTD has declined driven by increased share of MYDs upgrading to HEPs and increased use of discounting for renewing MYDs</a:t>
            </a:r>
            <a:endParaRPr lang="en-US" sz="4000">
              <a:latin typeface="Community" panose="02000303040000020003" pitchFamily="50" charset="0"/>
            </a:endParaRPr>
          </a:p>
        </p:txBody>
      </p:sp>
      <p:sp>
        <p:nvSpPr>
          <p:cNvPr id="2" name="Rectangle 1">
            <a:extLst>
              <a:ext uri="{FF2B5EF4-FFF2-40B4-BE49-F238E27FC236}">
                <a16:creationId xmlns:a16="http://schemas.microsoft.com/office/drawing/2014/main" id="{1BF68222-5A2E-F253-7058-9EBD0DC53B2D}"/>
              </a:ext>
            </a:extLst>
          </p:cNvPr>
          <p:cNvSpPr/>
          <p:nvPr/>
        </p:nvSpPr>
        <p:spPr>
          <a:xfrm>
            <a:off x="0" y="0"/>
            <a:ext cx="3429000" cy="4572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US">
                <a:solidFill>
                  <a:srgbClr val="FFFFFF"/>
                </a:solidFill>
                <a:latin typeface="Aptos" panose="02110004020202020204"/>
              </a:rPr>
              <a:t>MYD / Unit Churn</a:t>
            </a: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AA8932CE-1BEE-9ADC-0BB5-7AD544E10966}"/>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400912853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9705B-B552-94A1-6427-E8C71F27BD0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D882C3-A23D-1150-541E-2E6756DC47FD}"/>
              </a:ext>
            </a:extLst>
          </p:cNvPr>
          <p:cNvSpPr>
            <a:spLocks noGrp="1"/>
          </p:cNvSpPr>
          <p:nvPr>
            <p:ph type="body" sz="quarter" idx="10"/>
          </p:nvPr>
        </p:nvSpPr>
        <p:spPr/>
        <p:txBody>
          <a:bodyPr>
            <a:normAutofit lnSpcReduction="10000"/>
          </a:bodyPr>
          <a:lstStyle/>
          <a:p>
            <a:endParaRPr lang="en-US"/>
          </a:p>
        </p:txBody>
      </p:sp>
      <p:sp>
        <p:nvSpPr>
          <p:cNvPr id="3" name="Text Placeholder 2">
            <a:extLst>
              <a:ext uri="{FF2B5EF4-FFF2-40B4-BE49-F238E27FC236}">
                <a16:creationId xmlns:a16="http://schemas.microsoft.com/office/drawing/2014/main" id="{6723E807-9914-E141-47DC-4E571563DF1F}"/>
              </a:ext>
            </a:extLst>
          </p:cNvPr>
          <p:cNvSpPr>
            <a:spLocks noGrp="1"/>
          </p:cNvSpPr>
          <p:nvPr>
            <p:ph type="body" sz="quarter" idx="11"/>
          </p:nvPr>
        </p:nvSpPr>
        <p:spPr/>
        <p:txBody>
          <a:bodyPr>
            <a:normAutofit lnSpcReduction="10000"/>
          </a:bodyPr>
          <a:lstStyle/>
          <a:p>
            <a:endParaRPr lang="en-US"/>
          </a:p>
        </p:txBody>
      </p:sp>
      <p:sp>
        <p:nvSpPr>
          <p:cNvPr id="4" name="Text Placeholder 3">
            <a:extLst>
              <a:ext uri="{FF2B5EF4-FFF2-40B4-BE49-F238E27FC236}">
                <a16:creationId xmlns:a16="http://schemas.microsoft.com/office/drawing/2014/main" id="{55078193-996B-71A0-AD9C-A6E61FFAD295}"/>
              </a:ext>
            </a:extLst>
          </p:cNvPr>
          <p:cNvSpPr>
            <a:spLocks noGrp="1"/>
          </p:cNvSpPr>
          <p:nvPr>
            <p:ph type="body" sz="quarter" idx="12"/>
          </p:nvPr>
        </p:nvSpPr>
        <p:spPr/>
        <p:txBody>
          <a:bodyPr/>
          <a:lstStyle/>
          <a:p>
            <a:r>
              <a:rPr lang="en-US">
                <a:solidFill>
                  <a:schemeClr val="bg2"/>
                </a:solidFill>
              </a:rPr>
              <a:t>HEP</a:t>
            </a:r>
            <a:endParaRPr lang="en-US"/>
          </a:p>
        </p:txBody>
      </p:sp>
      <p:sp>
        <p:nvSpPr>
          <p:cNvPr id="6" name="TextBox 5">
            <a:extLst>
              <a:ext uri="{FF2B5EF4-FFF2-40B4-BE49-F238E27FC236}">
                <a16:creationId xmlns:a16="http://schemas.microsoft.com/office/drawing/2014/main" id="{59544BDB-524E-E2AA-F738-C49CFFC32830}"/>
              </a:ext>
            </a:extLst>
          </p:cNvPr>
          <p:cNvSpPr txBox="1"/>
          <p:nvPr/>
        </p:nvSpPr>
        <p:spPr>
          <a:xfrm>
            <a:off x="6026426" y="5992792"/>
            <a:ext cx="12238382" cy="1200329"/>
          </a:xfrm>
          <a:prstGeom prst="rect">
            <a:avLst/>
          </a:prstGeom>
          <a:noFill/>
        </p:spPr>
        <p:txBody>
          <a:bodyPr wrap="square">
            <a:spAutoFit/>
          </a:bodyPr>
          <a:lstStyle/>
          <a:p>
            <a:r>
              <a:rPr lang="en-US" sz="1800" b="0"/>
              <a:t>MYD Discounting and RIG</a:t>
            </a:r>
          </a:p>
          <a:p>
            <a:r>
              <a:rPr lang="en-US" sz="1800" b="0"/>
              <a:t>Offers Performance</a:t>
            </a:r>
          </a:p>
          <a:p>
            <a:r>
              <a:rPr lang="en-US" sz="1800" b="0"/>
              <a:t>Pilot Performance</a:t>
            </a:r>
          </a:p>
          <a:p>
            <a:r>
              <a:rPr lang="en-US" sz="1800" b="0"/>
              <a:t>Price Change Performance</a:t>
            </a:r>
          </a:p>
        </p:txBody>
      </p:sp>
    </p:spTree>
    <p:extLst>
      <p:ext uri="{BB962C8B-B14F-4D97-AF65-F5344CB8AC3E}">
        <p14:creationId xmlns:p14="http://schemas.microsoft.com/office/powerpoint/2010/main" val="3580346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F1564-76CE-3728-9D4F-865EAA53D367}"/>
            </a:ext>
          </a:extLst>
        </p:cNvPr>
        <p:cNvGrpSpPr/>
        <p:nvPr/>
      </p:nvGrpSpPr>
      <p:grpSpPr>
        <a:xfrm>
          <a:off x="0" y="0"/>
          <a:ext cx="0" cy="0"/>
          <a:chOff x="0" y="0"/>
          <a:chExt cx="0" cy="0"/>
        </a:xfrm>
      </p:grpSpPr>
      <p:sp>
        <p:nvSpPr>
          <p:cNvPr id="8" name="Round Same-side Corner of Rectangle 7">
            <a:extLst>
              <a:ext uri="{FF2B5EF4-FFF2-40B4-BE49-F238E27FC236}">
                <a16:creationId xmlns:a16="http://schemas.microsoft.com/office/drawing/2014/main" id="{97AB583A-4E5C-2C0C-779C-30202DAF1346}"/>
              </a:ext>
            </a:extLst>
          </p:cNvPr>
          <p:cNvSpPr/>
          <p:nvPr/>
        </p:nvSpPr>
        <p:spPr>
          <a:xfrm>
            <a:off x="1436317" y="3298190"/>
            <a:ext cx="4879076" cy="7288536"/>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lang="en-US" sz="7200"/>
          </a:p>
        </p:txBody>
      </p:sp>
      <p:sp>
        <p:nvSpPr>
          <p:cNvPr id="9" name="Round Same-side Corner of Rectangle 8">
            <a:extLst>
              <a:ext uri="{FF2B5EF4-FFF2-40B4-BE49-F238E27FC236}">
                <a16:creationId xmlns:a16="http://schemas.microsoft.com/office/drawing/2014/main" id="{F7F86703-D22D-DC8B-94D7-D77CEDBDA905}"/>
              </a:ext>
            </a:extLst>
          </p:cNvPr>
          <p:cNvSpPr/>
          <p:nvPr/>
        </p:nvSpPr>
        <p:spPr>
          <a:xfrm>
            <a:off x="6900967" y="3298188"/>
            <a:ext cx="4879076" cy="7288536"/>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lang="en-US" sz="7200"/>
          </a:p>
        </p:txBody>
      </p:sp>
      <p:sp>
        <p:nvSpPr>
          <p:cNvPr id="10" name="Round Same-side Corner of Rectangle 9">
            <a:extLst>
              <a:ext uri="{FF2B5EF4-FFF2-40B4-BE49-F238E27FC236}">
                <a16:creationId xmlns:a16="http://schemas.microsoft.com/office/drawing/2014/main" id="{28C948D0-0E6C-A916-8AF0-7B74C36E3E94}"/>
              </a:ext>
            </a:extLst>
          </p:cNvPr>
          <p:cNvSpPr/>
          <p:nvPr/>
        </p:nvSpPr>
        <p:spPr>
          <a:xfrm>
            <a:off x="12478067" y="3298186"/>
            <a:ext cx="4879076" cy="7288536"/>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lang="en-US" sz="7200"/>
          </a:p>
        </p:txBody>
      </p:sp>
      <p:sp>
        <p:nvSpPr>
          <p:cNvPr id="11" name="Round Same-side Corner of Rectangle 10">
            <a:extLst>
              <a:ext uri="{FF2B5EF4-FFF2-40B4-BE49-F238E27FC236}">
                <a16:creationId xmlns:a16="http://schemas.microsoft.com/office/drawing/2014/main" id="{8AC99BAF-95BB-95A7-D920-6B5A16D34D61}"/>
              </a:ext>
            </a:extLst>
          </p:cNvPr>
          <p:cNvSpPr/>
          <p:nvPr/>
        </p:nvSpPr>
        <p:spPr>
          <a:xfrm>
            <a:off x="17942717" y="3298184"/>
            <a:ext cx="4879076" cy="7288536"/>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lang="en-US" sz="7200"/>
          </a:p>
        </p:txBody>
      </p:sp>
      <p:sp>
        <p:nvSpPr>
          <p:cNvPr id="12" name="TextBox 11">
            <a:extLst>
              <a:ext uri="{FF2B5EF4-FFF2-40B4-BE49-F238E27FC236}">
                <a16:creationId xmlns:a16="http://schemas.microsoft.com/office/drawing/2014/main" id="{A9E25994-65CB-91E1-A7BA-F08A80CE1B69}"/>
              </a:ext>
            </a:extLst>
          </p:cNvPr>
          <p:cNvSpPr txBox="1"/>
          <p:nvPr/>
        </p:nvSpPr>
        <p:spPr>
          <a:xfrm>
            <a:off x="1665923" y="4092872"/>
            <a:ext cx="4624600" cy="4031873"/>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457200" indent="-457200">
              <a:buFont typeface="Arial" panose="020B0604020202020204" pitchFamily="34" charset="0"/>
              <a:buChar char="•"/>
            </a:pPr>
            <a:r>
              <a:rPr lang="en-IE" sz="3200">
                <a:solidFill>
                  <a:schemeClr val="bg1"/>
                </a:solidFill>
              </a:rPr>
              <a:t>Strong early utilization when sizing and onboarding are aligned</a:t>
            </a:r>
          </a:p>
          <a:p>
            <a:endParaRPr lang="en-IE" sz="3200">
              <a:solidFill>
                <a:schemeClr val="bg1"/>
              </a:solidFill>
            </a:endParaRPr>
          </a:p>
          <a:p>
            <a:pPr marL="457200" indent="-457200">
              <a:buFont typeface="Arial" panose="020B0604020202020204" pitchFamily="34" charset="0"/>
              <a:buChar char="•"/>
            </a:pPr>
            <a:r>
              <a:rPr lang="en-IE" sz="3200">
                <a:solidFill>
                  <a:schemeClr val="bg1"/>
                </a:solidFill>
              </a:rPr>
              <a:t>Effective at front-loading impact in early customer lifecycle</a:t>
            </a:r>
          </a:p>
          <a:p>
            <a:pPr marL="457200" indent="-457200">
              <a:buFont typeface="Arial" panose="020B0604020202020204" pitchFamily="34" charset="0"/>
              <a:buChar char="•"/>
            </a:pPr>
            <a:endParaRPr lang="en-IE" sz="3200">
              <a:solidFill>
                <a:schemeClr val="bg1"/>
              </a:solidFill>
            </a:endParaRPr>
          </a:p>
        </p:txBody>
      </p:sp>
      <p:sp>
        <p:nvSpPr>
          <p:cNvPr id="13" name="TextBox 12">
            <a:extLst>
              <a:ext uri="{FF2B5EF4-FFF2-40B4-BE49-F238E27FC236}">
                <a16:creationId xmlns:a16="http://schemas.microsoft.com/office/drawing/2014/main" id="{CACF100E-5FE8-7A90-BEB8-76BB7FA1EDD1}"/>
              </a:ext>
            </a:extLst>
          </p:cNvPr>
          <p:cNvSpPr txBox="1"/>
          <p:nvPr/>
        </p:nvSpPr>
        <p:spPr>
          <a:xfrm>
            <a:off x="7325752" y="3994664"/>
            <a:ext cx="4566741" cy="4031873"/>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457200" indent="-457200">
              <a:buFont typeface="Arial" panose="020B0604020202020204" pitchFamily="34" charset="0"/>
              <a:buChar char="•"/>
            </a:pPr>
            <a:r>
              <a:rPr lang="en-IE" sz="3200">
                <a:solidFill>
                  <a:schemeClr val="bg1"/>
                </a:solidFill>
              </a:rPr>
              <a:t>Acquisition EPs often under-utilized at months 1, 3, 6, and 12</a:t>
            </a:r>
          </a:p>
          <a:p>
            <a:pPr marL="1371646" lvl="1" indent="-457200">
              <a:buFont typeface="Arial" panose="020B0604020202020204" pitchFamily="34" charset="0"/>
              <a:buChar char="•"/>
            </a:pPr>
            <a:r>
              <a:rPr lang="en-IE" sz="3200">
                <a:solidFill>
                  <a:schemeClr val="bg1"/>
                </a:solidFill>
              </a:rPr>
              <a:t>Systemic oversizing and weak adoption</a:t>
            </a:r>
          </a:p>
          <a:p>
            <a:pPr marL="1371646" lvl="1" indent="-457200">
              <a:buFont typeface="Arial" panose="020B0604020202020204" pitchFamily="34" charset="0"/>
              <a:buChar char="•"/>
            </a:pPr>
            <a:endParaRPr lang="en-IE" sz="3200">
              <a:solidFill>
                <a:schemeClr val="bg1"/>
              </a:solidFill>
            </a:endParaRPr>
          </a:p>
          <a:p>
            <a:endParaRPr lang="en-IE" sz="3200">
              <a:solidFill>
                <a:schemeClr val="bg1"/>
              </a:solidFill>
            </a:endParaRPr>
          </a:p>
        </p:txBody>
      </p:sp>
      <p:sp>
        <p:nvSpPr>
          <p:cNvPr id="14" name="TextBox 13">
            <a:extLst>
              <a:ext uri="{FF2B5EF4-FFF2-40B4-BE49-F238E27FC236}">
                <a16:creationId xmlns:a16="http://schemas.microsoft.com/office/drawing/2014/main" id="{78DEDD50-987A-5629-98C0-0C86ADA36050}"/>
              </a:ext>
            </a:extLst>
          </p:cNvPr>
          <p:cNvSpPr txBox="1"/>
          <p:nvPr/>
        </p:nvSpPr>
        <p:spPr>
          <a:xfrm>
            <a:off x="12661978" y="4057417"/>
            <a:ext cx="4729350" cy="4524315"/>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457200" indent="-457200">
              <a:buFont typeface="Arial" panose="020B0604020202020204" pitchFamily="34" charset="0"/>
              <a:buChar char="•"/>
            </a:pPr>
            <a:r>
              <a:rPr lang="en-IE" sz="3200">
                <a:solidFill>
                  <a:schemeClr val="bg1"/>
                </a:solidFill>
              </a:rPr>
              <a:t>Enforce structured sizing discipline</a:t>
            </a:r>
          </a:p>
          <a:p>
            <a:pPr marL="457200" indent="-457200">
              <a:buFont typeface="Arial" panose="020B0604020202020204" pitchFamily="34" charset="0"/>
              <a:buChar char="•"/>
            </a:pPr>
            <a:endParaRPr lang="en-IE" sz="3200">
              <a:solidFill>
                <a:schemeClr val="bg1"/>
              </a:solidFill>
            </a:endParaRPr>
          </a:p>
          <a:p>
            <a:pPr marL="457200" indent="-457200">
              <a:buFont typeface="Arial" panose="020B0604020202020204" pitchFamily="34" charset="0"/>
              <a:buChar char="•"/>
            </a:pPr>
            <a:r>
              <a:rPr lang="en-IE" sz="3200">
                <a:solidFill>
                  <a:schemeClr val="bg1"/>
                </a:solidFill>
              </a:rPr>
              <a:t>Share evidence-based success stories</a:t>
            </a:r>
          </a:p>
          <a:p>
            <a:pPr marL="457200" indent="-457200">
              <a:buFont typeface="Arial" panose="020B0604020202020204" pitchFamily="34" charset="0"/>
              <a:buChar char="•"/>
            </a:pPr>
            <a:endParaRPr lang="en-IE" sz="3200">
              <a:solidFill>
                <a:schemeClr val="bg1"/>
              </a:solidFill>
            </a:endParaRPr>
          </a:p>
          <a:p>
            <a:pPr marL="457200" indent="-457200">
              <a:buFont typeface="Arial" panose="020B0604020202020204" pitchFamily="34" charset="0"/>
              <a:buChar char="•"/>
            </a:pPr>
            <a:r>
              <a:rPr lang="en-IE" sz="3200">
                <a:solidFill>
                  <a:schemeClr val="bg1"/>
                </a:solidFill>
              </a:rPr>
              <a:t>Clarify EP terms (e.g., “unlimited”)</a:t>
            </a:r>
          </a:p>
          <a:p>
            <a:pPr marL="571500" indent="-571500">
              <a:buFont typeface="Arial" panose="020B0604020202020204" pitchFamily="34" charset="0"/>
              <a:buChar char="•"/>
            </a:pPr>
            <a:endParaRPr lang="en-US" sz="3200">
              <a:solidFill>
                <a:schemeClr val="bg1"/>
              </a:solidFill>
              <a:latin typeface="Community"/>
            </a:endParaRPr>
          </a:p>
        </p:txBody>
      </p:sp>
      <p:grpSp>
        <p:nvGrpSpPr>
          <p:cNvPr id="16" name="Google Shape;2187;p156">
            <a:extLst>
              <a:ext uri="{FF2B5EF4-FFF2-40B4-BE49-F238E27FC236}">
                <a16:creationId xmlns:a16="http://schemas.microsoft.com/office/drawing/2014/main" id="{C2C03AC0-FC84-C72D-1FD5-346CF9EF184C}"/>
              </a:ext>
            </a:extLst>
          </p:cNvPr>
          <p:cNvGrpSpPr/>
          <p:nvPr/>
        </p:nvGrpSpPr>
        <p:grpSpPr>
          <a:xfrm>
            <a:off x="863969" y="2486473"/>
            <a:ext cx="1468328" cy="1468924"/>
            <a:chOff x="6763459" y="5037517"/>
            <a:chExt cx="1525563" cy="1526181"/>
          </a:xfrm>
        </p:grpSpPr>
        <p:sp>
          <p:nvSpPr>
            <p:cNvPr id="17" name="Google Shape;2188;p156">
              <a:extLst>
                <a:ext uri="{FF2B5EF4-FFF2-40B4-BE49-F238E27FC236}">
                  <a16:creationId xmlns:a16="http://schemas.microsoft.com/office/drawing/2014/main" id="{245F7630-021B-CEB8-5A1C-1595FDAA6C17}"/>
                </a:ext>
              </a:extLst>
            </p:cNvPr>
            <p:cNvSpPr/>
            <p:nvPr/>
          </p:nvSpPr>
          <p:spPr>
            <a:xfrm>
              <a:off x="6763459" y="5037517"/>
              <a:ext cx="1525563" cy="1526181"/>
            </a:xfrm>
            <a:prstGeom prst="ellipse">
              <a:avLst/>
            </a:prstGeom>
            <a:solidFill>
              <a:srgbClr val="F2EDE6"/>
            </a:solidFill>
            <a:ln>
              <a:noFill/>
            </a:ln>
          </p:spPr>
          <p:txBody>
            <a:bodyPr spcFirstLastPara="1" wrap="square" lIns="34266" tIns="17100" rIns="34266" bIns="17100" anchor="ctr" anchorCtr="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sz="1300">
                <a:solidFill>
                  <a:srgbClr val="FFFFFF"/>
                </a:solidFill>
                <a:latin typeface="Arial"/>
                <a:ea typeface="Arial"/>
                <a:cs typeface="Arial"/>
                <a:sym typeface="Arial"/>
              </a:endParaRPr>
            </a:p>
          </p:txBody>
        </p:sp>
        <p:pic>
          <p:nvPicPr>
            <p:cNvPr id="18" name="Google Shape;2189;p156">
              <a:extLst>
                <a:ext uri="{FF2B5EF4-FFF2-40B4-BE49-F238E27FC236}">
                  <a16:creationId xmlns:a16="http://schemas.microsoft.com/office/drawing/2014/main" id="{79E876B5-A7EE-E6F7-96C1-4B2C574E04DD}"/>
                </a:ext>
              </a:extLst>
            </p:cNvPr>
            <p:cNvPicPr preferRelativeResize="0"/>
            <p:nvPr/>
          </p:nvPicPr>
          <p:blipFill rotWithShape="1">
            <a:blip r:embed="rId3">
              <a:alphaModFix/>
            </a:blip>
            <a:srcRect/>
            <a:stretch/>
          </p:blipFill>
          <p:spPr>
            <a:xfrm>
              <a:off x="7333690" y="5222551"/>
              <a:ext cx="385220" cy="1155662"/>
            </a:xfrm>
            <a:prstGeom prst="rect">
              <a:avLst/>
            </a:prstGeom>
            <a:noFill/>
            <a:ln>
              <a:noFill/>
            </a:ln>
          </p:spPr>
        </p:pic>
      </p:grpSp>
      <p:grpSp>
        <p:nvGrpSpPr>
          <p:cNvPr id="19" name="Google Shape;2178;p156">
            <a:extLst>
              <a:ext uri="{FF2B5EF4-FFF2-40B4-BE49-F238E27FC236}">
                <a16:creationId xmlns:a16="http://schemas.microsoft.com/office/drawing/2014/main" id="{308FC429-0508-DC53-C4B1-CECA59826C00}"/>
              </a:ext>
            </a:extLst>
          </p:cNvPr>
          <p:cNvGrpSpPr/>
          <p:nvPr/>
        </p:nvGrpSpPr>
        <p:grpSpPr>
          <a:xfrm>
            <a:off x="12048732" y="2498057"/>
            <a:ext cx="1468328" cy="1468924"/>
            <a:chOff x="9473989" y="2621250"/>
            <a:chExt cx="1525563" cy="1526181"/>
          </a:xfrm>
        </p:grpSpPr>
        <p:sp>
          <p:nvSpPr>
            <p:cNvPr id="20" name="Google Shape;2179;p156">
              <a:extLst>
                <a:ext uri="{FF2B5EF4-FFF2-40B4-BE49-F238E27FC236}">
                  <a16:creationId xmlns:a16="http://schemas.microsoft.com/office/drawing/2014/main" id="{908890E2-7C0C-6F21-E9E2-047EB43A6BE3}"/>
                </a:ext>
              </a:extLst>
            </p:cNvPr>
            <p:cNvSpPr/>
            <p:nvPr/>
          </p:nvSpPr>
          <p:spPr>
            <a:xfrm>
              <a:off x="9473989" y="2621250"/>
              <a:ext cx="1525563" cy="1526181"/>
            </a:xfrm>
            <a:prstGeom prst="ellipse">
              <a:avLst/>
            </a:prstGeom>
            <a:solidFill>
              <a:srgbClr val="F2EDE6"/>
            </a:solidFill>
            <a:ln>
              <a:noFill/>
            </a:ln>
          </p:spPr>
          <p:txBody>
            <a:bodyPr spcFirstLastPara="1" wrap="square" lIns="34266" tIns="17100" rIns="34266" bIns="17100" anchor="ctr" anchorCtr="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sz="1300">
                <a:solidFill>
                  <a:srgbClr val="FFFFFF"/>
                </a:solidFill>
                <a:latin typeface="Arial"/>
                <a:ea typeface="Arial"/>
                <a:cs typeface="Arial"/>
                <a:sym typeface="Arial"/>
              </a:endParaRPr>
            </a:p>
          </p:txBody>
        </p:sp>
        <p:pic>
          <p:nvPicPr>
            <p:cNvPr id="21" name="Google Shape;2180;p156">
              <a:extLst>
                <a:ext uri="{FF2B5EF4-FFF2-40B4-BE49-F238E27FC236}">
                  <a16:creationId xmlns:a16="http://schemas.microsoft.com/office/drawing/2014/main" id="{5EDCD1BF-20B5-A749-C921-F520F39A3338}"/>
                </a:ext>
              </a:extLst>
            </p:cNvPr>
            <p:cNvPicPr preferRelativeResize="0"/>
            <p:nvPr/>
          </p:nvPicPr>
          <p:blipFill rotWithShape="1">
            <a:blip r:embed="rId4">
              <a:alphaModFix/>
            </a:blip>
            <a:srcRect/>
            <a:stretch/>
          </p:blipFill>
          <p:spPr>
            <a:xfrm>
              <a:off x="9734550" y="3016540"/>
              <a:ext cx="1004560" cy="821912"/>
            </a:xfrm>
            <a:prstGeom prst="rect">
              <a:avLst/>
            </a:prstGeom>
            <a:noFill/>
            <a:ln>
              <a:noFill/>
            </a:ln>
          </p:spPr>
        </p:pic>
      </p:grpSp>
      <p:grpSp>
        <p:nvGrpSpPr>
          <p:cNvPr id="22" name="Google Shape;2272;p156">
            <a:extLst>
              <a:ext uri="{FF2B5EF4-FFF2-40B4-BE49-F238E27FC236}">
                <a16:creationId xmlns:a16="http://schemas.microsoft.com/office/drawing/2014/main" id="{4A2ABB56-3379-D912-2804-0760A4D6A96C}"/>
              </a:ext>
            </a:extLst>
          </p:cNvPr>
          <p:cNvGrpSpPr/>
          <p:nvPr/>
        </p:nvGrpSpPr>
        <p:grpSpPr>
          <a:xfrm>
            <a:off x="6438620" y="2437872"/>
            <a:ext cx="1487726" cy="1488328"/>
            <a:chOff x="14974380" y="5037111"/>
            <a:chExt cx="1525307" cy="1525925"/>
          </a:xfrm>
        </p:grpSpPr>
        <p:sp>
          <p:nvSpPr>
            <p:cNvPr id="23" name="Google Shape;2273;p156">
              <a:extLst>
                <a:ext uri="{FF2B5EF4-FFF2-40B4-BE49-F238E27FC236}">
                  <a16:creationId xmlns:a16="http://schemas.microsoft.com/office/drawing/2014/main" id="{D53065CC-8487-3CF9-4511-2D9C945F339D}"/>
                </a:ext>
              </a:extLst>
            </p:cNvPr>
            <p:cNvSpPr/>
            <p:nvPr/>
          </p:nvSpPr>
          <p:spPr>
            <a:xfrm>
              <a:off x="14974380" y="5037111"/>
              <a:ext cx="1525307" cy="1525925"/>
            </a:xfrm>
            <a:prstGeom prst="ellipse">
              <a:avLst/>
            </a:prstGeom>
            <a:solidFill>
              <a:srgbClr val="F2EDE6"/>
            </a:solidFill>
            <a:ln>
              <a:noFill/>
            </a:ln>
          </p:spPr>
          <p:txBody>
            <a:bodyPr spcFirstLastPara="1" wrap="square" lIns="34266" tIns="17100" rIns="34266" bIns="17100" anchor="ctr" anchorCtr="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sz="1300">
                <a:solidFill>
                  <a:srgbClr val="FFFFFF"/>
                </a:solidFill>
                <a:latin typeface="Arial"/>
                <a:ea typeface="Arial"/>
                <a:cs typeface="Arial"/>
                <a:sym typeface="Arial"/>
              </a:endParaRPr>
            </a:p>
          </p:txBody>
        </p:sp>
        <p:pic>
          <p:nvPicPr>
            <p:cNvPr id="24" name="Google Shape;2274;p156">
              <a:extLst>
                <a:ext uri="{FF2B5EF4-FFF2-40B4-BE49-F238E27FC236}">
                  <a16:creationId xmlns:a16="http://schemas.microsoft.com/office/drawing/2014/main" id="{CE2ADA9F-09A3-AEFA-D78A-871D6DEF6486}"/>
                </a:ext>
              </a:extLst>
            </p:cNvPr>
            <p:cNvPicPr preferRelativeResize="0"/>
            <p:nvPr/>
          </p:nvPicPr>
          <p:blipFill rotWithShape="1">
            <a:blip r:embed="rId5">
              <a:alphaModFix/>
            </a:blip>
            <a:srcRect/>
            <a:stretch/>
          </p:blipFill>
          <p:spPr>
            <a:xfrm>
              <a:off x="15099690" y="5318768"/>
              <a:ext cx="1280414" cy="879476"/>
            </a:xfrm>
            <a:prstGeom prst="rect">
              <a:avLst/>
            </a:prstGeom>
            <a:noFill/>
            <a:ln>
              <a:noFill/>
            </a:ln>
          </p:spPr>
        </p:pic>
      </p:grpSp>
      <p:grpSp>
        <p:nvGrpSpPr>
          <p:cNvPr id="25" name="Google Shape;2263;p156">
            <a:extLst>
              <a:ext uri="{FF2B5EF4-FFF2-40B4-BE49-F238E27FC236}">
                <a16:creationId xmlns:a16="http://schemas.microsoft.com/office/drawing/2014/main" id="{2762AC4F-131E-03F2-167F-66A87E66F2F6}"/>
              </a:ext>
            </a:extLst>
          </p:cNvPr>
          <p:cNvGrpSpPr/>
          <p:nvPr/>
        </p:nvGrpSpPr>
        <p:grpSpPr>
          <a:xfrm>
            <a:off x="17391328" y="2522075"/>
            <a:ext cx="1487726" cy="1488328"/>
            <a:chOff x="12255264" y="2628478"/>
            <a:chExt cx="1525307" cy="1525925"/>
          </a:xfrm>
        </p:grpSpPr>
        <p:sp>
          <p:nvSpPr>
            <p:cNvPr id="26" name="Google Shape;2264;p156">
              <a:extLst>
                <a:ext uri="{FF2B5EF4-FFF2-40B4-BE49-F238E27FC236}">
                  <a16:creationId xmlns:a16="http://schemas.microsoft.com/office/drawing/2014/main" id="{38166E41-8D5E-F5E7-CA0D-608E3201FD3B}"/>
                </a:ext>
              </a:extLst>
            </p:cNvPr>
            <p:cNvSpPr/>
            <p:nvPr/>
          </p:nvSpPr>
          <p:spPr>
            <a:xfrm>
              <a:off x="12255264" y="2628478"/>
              <a:ext cx="1525307" cy="1525925"/>
            </a:xfrm>
            <a:prstGeom prst="ellipse">
              <a:avLst/>
            </a:prstGeom>
            <a:solidFill>
              <a:srgbClr val="F2EDE6"/>
            </a:solidFill>
            <a:ln>
              <a:noFill/>
            </a:ln>
          </p:spPr>
          <p:txBody>
            <a:bodyPr spcFirstLastPara="1" wrap="square" lIns="34266" tIns="17100" rIns="34266" bIns="17100" anchor="ctr" anchorCtr="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sz="1300">
                <a:solidFill>
                  <a:srgbClr val="FFFFFF"/>
                </a:solidFill>
                <a:latin typeface="Arial"/>
                <a:ea typeface="Arial"/>
                <a:cs typeface="Arial"/>
                <a:sym typeface="Arial"/>
              </a:endParaRPr>
            </a:p>
          </p:txBody>
        </p:sp>
        <p:pic>
          <p:nvPicPr>
            <p:cNvPr id="27" name="Google Shape;2265;p156">
              <a:extLst>
                <a:ext uri="{FF2B5EF4-FFF2-40B4-BE49-F238E27FC236}">
                  <a16:creationId xmlns:a16="http://schemas.microsoft.com/office/drawing/2014/main" id="{024C1AFC-03D5-4E87-8436-771EA7D76038}"/>
                </a:ext>
              </a:extLst>
            </p:cNvPr>
            <p:cNvPicPr preferRelativeResize="0"/>
            <p:nvPr/>
          </p:nvPicPr>
          <p:blipFill rotWithShape="1">
            <a:blip r:embed="rId6">
              <a:alphaModFix/>
            </a:blip>
            <a:srcRect/>
            <a:stretch/>
          </p:blipFill>
          <p:spPr>
            <a:xfrm>
              <a:off x="12531291" y="2908054"/>
              <a:ext cx="973370" cy="860514"/>
            </a:xfrm>
            <a:prstGeom prst="rect">
              <a:avLst/>
            </a:prstGeom>
            <a:noFill/>
            <a:ln>
              <a:noFill/>
            </a:ln>
          </p:spPr>
        </p:pic>
      </p:grpSp>
      <p:sp>
        <p:nvSpPr>
          <p:cNvPr id="28" name="Google Shape;2969;p177">
            <a:extLst>
              <a:ext uri="{FF2B5EF4-FFF2-40B4-BE49-F238E27FC236}">
                <a16:creationId xmlns:a16="http://schemas.microsoft.com/office/drawing/2014/main" id="{B131B8DC-3042-C20C-0058-212396EB634A}"/>
              </a:ext>
            </a:extLst>
          </p:cNvPr>
          <p:cNvSpPr txBox="1">
            <a:spLocks/>
          </p:cNvSpPr>
          <p:nvPr/>
        </p:nvSpPr>
        <p:spPr>
          <a:xfrm>
            <a:off x="2190091" y="1171759"/>
            <a:ext cx="21185610" cy="923471"/>
          </a:xfrm>
          <a:prstGeom prst="rect">
            <a:avLst/>
          </a:prstGeom>
          <a:noFill/>
          <a:ln>
            <a:noFill/>
          </a:ln>
        </p:spPr>
        <p:txBody>
          <a:bodyPr spcFirstLastPara="1" vert="horz" wrap="square" lIns="121900" tIns="60934" rIns="121900" bIns="60934" rtlCol="0" anchor="t" anchorCtr="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0" indent="0">
              <a:buSzPts val="3700"/>
              <a:buNone/>
            </a:pPr>
            <a:r>
              <a:rPr lang="en-US" sz="5400" b="1">
                <a:solidFill>
                  <a:schemeClr val="accent2"/>
                </a:solidFill>
                <a:latin typeface="Community" panose="02000303040000020003" pitchFamily="2" charset="0"/>
              </a:rPr>
              <a:t>New Business EP</a:t>
            </a:r>
          </a:p>
        </p:txBody>
      </p:sp>
      <p:sp>
        <p:nvSpPr>
          <p:cNvPr id="29" name="TextBox 28">
            <a:extLst>
              <a:ext uri="{FF2B5EF4-FFF2-40B4-BE49-F238E27FC236}">
                <a16:creationId xmlns:a16="http://schemas.microsoft.com/office/drawing/2014/main" id="{CB652A68-8434-49A5-4AF7-2651CE195EF6}"/>
              </a:ext>
            </a:extLst>
          </p:cNvPr>
          <p:cNvSpPr txBox="1"/>
          <p:nvPr/>
        </p:nvSpPr>
        <p:spPr>
          <a:xfrm>
            <a:off x="7980145" y="2687225"/>
            <a:ext cx="3615348" cy="584775"/>
          </a:xfrm>
          <a:prstGeom prst="rect">
            <a:avLst/>
          </a:prstGeom>
          <a:noFill/>
        </p:spPr>
        <p:txBody>
          <a:bodyPr wrap="square" rtlCol="0">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r>
              <a:rPr lang="en-US" sz="3200" b="1">
                <a:solidFill>
                  <a:srgbClr val="002060"/>
                </a:solidFill>
                <a:latin typeface="Community Slab Semibold"/>
              </a:rPr>
              <a:t>Weaknesses</a:t>
            </a:r>
          </a:p>
        </p:txBody>
      </p:sp>
      <p:sp>
        <p:nvSpPr>
          <p:cNvPr id="30" name="TextBox 29">
            <a:extLst>
              <a:ext uri="{FF2B5EF4-FFF2-40B4-BE49-F238E27FC236}">
                <a16:creationId xmlns:a16="http://schemas.microsoft.com/office/drawing/2014/main" id="{7C9BC002-528F-E37D-6589-E385506F5DEE}"/>
              </a:ext>
            </a:extLst>
          </p:cNvPr>
          <p:cNvSpPr txBox="1"/>
          <p:nvPr/>
        </p:nvSpPr>
        <p:spPr>
          <a:xfrm>
            <a:off x="13506868" y="2681464"/>
            <a:ext cx="3615348" cy="584775"/>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r>
              <a:rPr lang="en-US" sz="3200" b="1">
                <a:solidFill>
                  <a:srgbClr val="002060"/>
                </a:solidFill>
                <a:latin typeface="Community Slab Semibold"/>
              </a:rPr>
              <a:t>Opportunities</a:t>
            </a:r>
          </a:p>
        </p:txBody>
      </p:sp>
      <p:sp>
        <p:nvSpPr>
          <p:cNvPr id="31" name="TextBox 30">
            <a:extLst>
              <a:ext uri="{FF2B5EF4-FFF2-40B4-BE49-F238E27FC236}">
                <a16:creationId xmlns:a16="http://schemas.microsoft.com/office/drawing/2014/main" id="{0E164274-F5C0-E9FF-6BFC-0D201BFFB0E2}"/>
              </a:ext>
            </a:extLst>
          </p:cNvPr>
          <p:cNvSpPr txBox="1"/>
          <p:nvPr/>
        </p:nvSpPr>
        <p:spPr>
          <a:xfrm>
            <a:off x="2301235" y="2761423"/>
            <a:ext cx="3615348" cy="584775"/>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r>
              <a:rPr lang="en-US" sz="3200" b="1">
                <a:solidFill>
                  <a:srgbClr val="002060"/>
                </a:solidFill>
                <a:latin typeface="Community Slab Semibold"/>
              </a:rPr>
              <a:t>Strengths</a:t>
            </a:r>
          </a:p>
        </p:txBody>
      </p:sp>
      <p:sp>
        <p:nvSpPr>
          <p:cNvPr id="32" name="TextBox 31">
            <a:extLst>
              <a:ext uri="{FF2B5EF4-FFF2-40B4-BE49-F238E27FC236}">
                <a16:creationId xmlns:a16="http://schemas.microsoft.com/office/drawing/2014/main" id="{2712722A-4169-052E-A055-40AC8509E0A2}"/>
              </a:ext>
            </a:extLst>
          </p:cNvPr>
          <p:cNvSpPr txBox="1"/>
          <p:nvPr/>
        </p:nvSpPr>
        <p:spPr>
          <a:xfrm>
            <a:off x="18998912" y="2704429"/>
            <a:ext cx="3615348" cy="584775"/>
          </a:xfrm>
          <a:prstGeom prst="rect">
            <a:avLst/>
          </a:prstGeom>
          <a:noFill/>
        </p:spPr>
        <p:txBody>
          <a:bodyPr wrap="square" rtlCol="0">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r>
              <a:rPr lang="en-US" sz="3200" b="1">
                <a:solidFill>
                  <a:srgbClr val="002060"/>
                </a:solidFill>
                <a:latin typeface="Community Slab Semibold"/>
              </a:rPr>
              <a:t>Threats</a:t>
            </a:r>
          </a:p>
        </p:txBody>
      </p:sp>
      <p:sp>
        <p:nvSpPr>
          <p:cNvPr id="4" name="Terminator 3">
            <a:extLst>
              <a:ext uri="{FF2B5EF4-FFF2-40B4-BE49-F238E27FC236}">
                <a16:creationId xmlns:a16="http://schemas.microsoft.com/office/drawing/2014/main" id="{017C0CCD-2A37-D6BA-E99F-133D3F5BE460}"/>
              </a:ext>
            </a:extLst>
          </p:cNvPr>
          <p:cNvSpPr/>
          <p:nvPr/>
        </p:nvSpPr>
        <p:spPr>
          <a:xfrm>
            <a:off x="268703" y="113799"/>
            <a:ext cx="2266121" cy="517525"/>
          </a:xfrm>
          <a:prstGeom prst="flowChartTermina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1"/>
                </a:solidFill>
              </a:rPr>
              <a:t>Utilization Feedback </a:t>
            </a:r>
          </a:p>
        </p:txBody>
      </p:sp>
      <p:sp>
        <p:nvSpPr>
          <p:cNvPr id="2" name="TextBox 1">
            <a:extLst>
              <a:ext uri="{FF2B5EF4-FFF2-40B4-BE49-F238E27FC236}">
                <a16:creationId xmlns:a16="http://schemas.microsoft.com/office/drawing/2014/main" id="{AA40A664-8643-F351-23B4-3C15795EE9F4}"/>
              </a:ext>
            </a:extLst>
          </p:cNvPr>
          <p:cNvSpPr txBox="1"/>
          <p:nvPr/>
        </p:nvSpPr>
        <p:spPr>
          <a:xfrm>
            <a:off x="18135191" y="4039275"/>
            <a:ext cx="4729350" cy="3539430"/>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457200" indent="-457200">
              <a:buFont typeface="Arial" panose="020B0604020202020204" pitchFamily="34" charset="0"/>
              <a:buChar char="•"/>
            </a:pPr>
            <a:r>
              <a:rPr lang="en-IE" sz="3200">
                <a:solidFill>
                  <a:schemeClr val="bg1"/>
                </a:solidFill>
              </a:rPr>
              <a:t>Under-sizing increases volatility and renewal risk for AD.</a:t>
            </a:r>
          </a:p>
          <a:p>
            <a:endParaRPr lang="en-IE" sz="3200">
              <a:solidFill>
                <a:schemeClr val="bg1"/>
              </a:solidFill>
            </a:endParaRPr>
          </a:p>
          <a:p>
            <a:pPr marL="457200" indent="-457200">
              <a:buFont typeface="Arial" panose="020B0604020202020204" pitchFamily="34" charset="0"/>
              <a:buChar char="•"/>
            </a:pPr>
            <a:r>
              <a:rPr lang="en-IE" sz="3200">
                <a:solidFill>
                  <a:schemeClr val="bg1"/>
                </a:solidFill>
              </a:rPr>
              <a:t>Acquisition EP used as default close</a:t>
            </a:r>
          </a:p>
          <a:p>
            <a:pPr marL="571500" indent="-571500">
              <a:buFont typeface="Arial" panose="020B0604020202020204" pitchFamily="34" charset="0"/>
              <a:buChar char="•"/>
            </a:pPr>
            <a:endParaRPr lang="en-US" sz="3200">
              <a:solidFill>
                <a:schemeClr val="bg1"/>
              </a:solidFill>
              <a:latin typeface="Community"/>
            </a:endParaRPr>
          </a:p>
        </p:txBody>
      </p:sp>
      <p:sp>
        <p:nvSpPr>
          <p:cNvPr id="5" name="Rectangle 4">
            <a:extLst>
              <a:ext uri="{FF2B5EF4-FFF2-40B4-BE49-F238E27FC236}">
                <a16:creationId xmlns:a16="http://schemas.microsoft.com/office/drawing/2014/main" id="{0D7454FF-D3EC-48F9-BF1E-C2A1F1E4F5B9}"/>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802858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09EAE-92F2-4E5A-8E82-C1F63A3CD612}"/>
            </a:ext>
          </a:extLst>
        </p:cNvPr>
        <p:cNvGrpSpPr/>
        <p:nvPr/>
      </p:nvGrpSpPr>
      <p:grpSpPr>
        <a:xfrm>
          <a:off x="0" y="0"/>
          <a:ext cx="0" cy="0"/>
          <a:chOff x="0" y="0"/>
          <a:chExt cx="0" cy="0"/>
        </a:xfrm>
      </p:grpSpPr>
      <p:sp>
        <p:nvSpPr>
          <p:cNvPr id="8" name="Round Same-side Corner of Rectangle 7">
            <a:extLst>
              <a:ext uri="{FF2B5EF4-FFF2-40B4-BE49-F238E27FC236}">
                <a16:creationId xmlns:a16="http://schemas.microsoft.com/office/drawing/2014/main" id="{EF8EAC82-C905-418E-50E9-D7FCE699D7B7}"/>
              </a:ext>
            </a:extLst>
          </p:cNvPr>
          <p:cNvSpPr/>
          <p:nvPr/>
        </p:nvSpPr>
        <p:spPr>
          <a:xfrm>
            <a:off x="1436317" y="3298190"/>
            <a:ext cx="4879076" cy="7288536"/>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lang="en-US" sz="7200"/>
          </a:p>
        </p:txBody>
      </p:sp>
      <p:sp>
        <p:nvSpPr>
          <p:cNvPr id="9" name="Round Same-side Corner of Rectangle 8">
            <a:extLst>
              <a:ext uri="{FF2B5EF4-FFF2-40B4-BE49-F238E27FC236}">
                <a16:creationId xmlns:a16="http://schemas.microsoft.com/office/drawing/2014/main" id="{937D7086-853D-ADC3-DB97-028C197A4102}"/>
              </a:ext>
            </a:extLst>
          </p:cNvPr>
          <p:cNvSpPr/>
          <p:nvPr/>
        </p:nvSpPr>
        <p:spPr>
          <a:xfrm>
            <a:off x="6900967" y="3298188"/>
            <a:ext cx="4879076" cy="7288536"/>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lang="en-US" sz="7200"/>
          </a:p>
        </p:txBody>
      </p:sp>
      <p:sp>
        <p:nvSpPr>
          <p:cNvPr id="10" name="Round Same-side Corner of Rectangle 9">
            <a:extLst>
              <a:ext uri="{FF2B5EF4-FFF2-40B4-BE49-F238E27FC236}">
                <a16:creationId xmlns:a16="http://schemas.microsoft.com/office/drawing/2014/main" id="{D3EB90ED-D3AC-599E-964C-01534656DC0B}"/>
              </a:ext>
            </a:extLst>
          </p:cNvPr>
          <p:cNvSpPr/>
          <p:nvPr/>
        </p:nvSpPr>
        <p:spPr>
          <a:xfrm>
            <a:off x="12478067" y="3298186"/>
            <a:ext cx="4879076" cy="7288536"/>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lang="en-US" sz="7200"/>
          </a:p>
        </p:txBody>
      </p:sp>
      <p:sp>
        <p:nvSpPr>
          <p:cNvPr id="11" name="Round Same-side Corner of Rectangle 10">
            <a:extLst>
              <a:ext uri="{FF2B5EF4-FFF2-40B4-BE49-F238E27FC236}">
                <a16:creationId xmlns:a16="http://schemas.microsoft.com/office/drawing/2014/main" id="{6EA98438-BFE4-F5C4-BB70-8736C5E928D0}"/>
              </a:ext>
            </a:extLst>
          </p:cNvPr>
          <p:cNvSpPr/>
          <p:nvPr/>
        </p:nvSpPr>
        <p:spPr>
          <a:xfrm>
            <a:off x="17942717" y="3298184"/>
            <a:ext cx="4879076" cy="7288536"/>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lang="en-US" sz="7200"/>
          </a:p>
        </p:txBody>
      </p:sp>
      <p:sp>
        <p:nvSpPr>
          <p:cNvPr id="12" name="TextBox 11">
            <a:extLst>
              <a:ext uri="{FF2B5EF4-FFF2-40B4-BE49-F238E27FC236}">
                <a16:creationId xmlns:a16="http://schemas.microsoft.com/office/drawing/2014/main" id="{7EFBF0E5-42B3-B3F5-DD97-869049205543}"/>
              </a:ext>
            </a:extLst>
          </p:cNvPr>
          <p:cNvSpPr txBox="1"/>
          <p:nvPr/>
        </p:nvSpPr>
        <p:spPr>
          <a:xfrm>
            <a:off x="1665923" y="4092872"/>
            <a:ext cx="4624600" cy="4031873"/>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457200" indent="-457200">
              <a:buFont typeface="Arial" panose="020B0604020202020204" pitchFamily="34" charset="0"/>
              <a:buChar char="•"/>
            </a:pPr>
            <a:r>
              <a:rPr lang="en-IE" sz="3200">
                <a:solidFill>
                  <a:schemeClr val="bg1"/>
                </a:solidFill>
              </a:rPr>
              <a:t>Strong early utilization when sizing and onboarding are aligned</a:t>
            </a:r>
          </a:p>
          <a:p>
            <a:endParaRPr lang="en-IE" sz="3200">
              <a:solidFill>
                <a:schemeClr val="bg1"/>
              </a:solidFill>
            </a:endParaRPr>
          </a:p>
          <a:p>
            <a:pPr marL="457200" indent="-457200">
              <a:buFont typeface="Arial" panose="020B0604020202020204" pitchFamily="34" charset="0"/>
              <a:buChar char="•"/>
            </a:pPr>
            <a:r>
              <a:rPr lang="en-IE" sz="3200">
                <a:solidFill>
                  <a:schemeClr val="bg1"/>
                </a:solidFill>
              </a:rPr>
              <a:t>Effective at front-loading impact in early customer lifecycle</a:t>
            </a:r>
          </a:p>
          <a:p>
            <a:pPr marL="457200" indent="-457200">
              <a:buFont typeface="Arial" panose="020B0604020202020204" pitchFamily="34" charset="0"/>
              <a:buChar char="•"/>
            </a:pPr>
            <a:endParaRPr lang="en-IE" sz="3200">
              <a:solidFill>
                <a:schemeClr val="bg1"/>
              </a:solidFill>
            </a:endParaRPr>
          </a:p>
        </p:txBody>
      </p:sp>
      <p:sp>
        <p:nvSpPr>
          <p:cNvPr id="13" name="TextBox 12">
            <a:extLst>
              <a:ext uri="{FF2B5EF4-FFF2-40B4-BE49-F238E27FC236}">
                <a16:creationId xmlns:a16="http://schemas.microsoft.com/office/drawing/2014/main" id="{7C9B342C-EE56-ABC5-9E40-CC6048DF341A}"/>
              </a:ext>
            </a:extLst>
          </p:cNvPr>
          <p:cNvSpPr txBox="1"/>
          <p:nvPr/>
        </p:nvSpPr>
        <p:spPr>
          <a:xfrm>
            <a:off x="7325752" y="3994664"/>
            <a:ext cx="4566741" cy="4031873"/>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457200" indent="-457200">
              <a:buFont typeface="Arial" panose="020B0604020202020204" pitchFamily="34" charset="0"/>
              <a:buChar char="•"/>
            </a:pPr>
            <a:r>
              <a:rPr lang="en-IE" sz="3200">
                <a:solidFill>
                  <a:schemeClr val="bg1"/>
                </a:solidFill>
              </a:rPr>
              <a:t>Acquisition EPs often under-utilized at months 1, 3, 6, and 12</a:t>
            </a:r>
          </a:p>
          <a:p>
            <a:pPr marL="1371646" lvl="1" indent="-457200">
              <a:buFont typeface="Arial" panose="020B0604020202020204" pitchFamily="34" charset="0"/>
              <a:buChar char="•"/>
            </a:pPr>
            <a:r>
              <a:rPr lang="en-IE" sz="3200">
                <a:solidFill>
                  <a:schemeClr val="bg1"/>
                </a:solidFill>
              </a:rPr>
              <a:t>Systemic oversizing and weak adoption</a:t>
            </a:r>
          </a:p>
          <a:p>
            <a:pPr marL="1371646" lvl="1" indent="-457200">
              <a:buFont typeface="Arial" panose="020B0604020202020204" pitchFamily="34" charset="0"/>
              <a:buChar char="•"/>
            </a:pPr>
            <a:endParaRPr lang="en-IE" sz="3200">
              <a:solidFill>
                <a:schemeClr val="bg1"/>
              </a:solidFill>
            </a:endParaRPr>
          </a:p>
          <a:p>
            <a:endParaRPr lang="en-IE" sz="3200">
              <a:solidFill>
                <a:schemeClr val="bg1"/>
              </a:solidFill>
            </a:endParaRPr>
          </a:p>
        </p:txBody>
      </p:sp>
      <p:sp>
        <p:nvSpPr>
          <p:cNvPr id="14" name="TextBox 13">
            <a:extLst>
              <a:ext uri="{FF2B5EF4-FFF2-40B4-BE49-F238E27FC236}">
                <a16:creationId xmlns:a16="http://schemas.microsoft.com/office/drawing/2014/main" id="{ED4A024F-F21A-B97D-075C-54CD9D8D7343}"/>
              </a:ext>
            </a:extLst>
          </p:cNvPr>
          <p:cNvSpPr txBox="1"/>
          <p:nvPr/>
        </p:nvSpPr>
        <p:spPr>
          <a:xfrm>
            <a:off x="12661978" y="4057417"/>
            <a:ext cx="4729350" cy="4524315"/>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457200" indent="-457200">
              <a:buFont typeface="Arial" panose="020B0604020202020204" pitchFamily="34" charset="0"/>
              <a:buChar char="•"/>
            </a:pPr>
            <a:r>
              <a:rPr lang="en-IE" sz="3200">
                <a:solidFill>
                  <a:schemeClr val="bg1"/>
                </a:solidFill>
              </a:rPr>
              <a:t>Enforce structured sizing discipline</a:t>
            </a:r>
          </a:p>
          <a:p>
            <a:pPr marL="457200" indent="-457200">
              <a:buFont typeface="Arial" panose="020B0604020202020204" pitchFamily="34" charset="0"/>
              <a:buChar char="•"/>
            </a:pPr>
            <a:endParaRPr lang="en-IE" sz="3200">
              <a:solidFill>
                <a:schemeClr val="bg1"/>
              </a:solidFill>
            </a:endParaRPr>
          </a:p>
          <a:p>
            <a:pPr marL="457200" indent="-457200">
              <a:buFont typeface="Arial" panose="020B0604020202020204" pitchFamily="34" charset="0"/>
              <a:buChar char="•"/>
            </a:pPr>
            <a:r>
              <a:rPr lang="en-IE" sz="3200">
                <a:solidFill>
                  <a:schemeClr val="bg1"/>
                </a:solidFill>
              </a:rPr>
              <a:t>Share evidence-based success stories</a:t>
            </a:r>
          </a:p>
          <a:p>
            <a:pPr marL="457200" indent="-457200">
              <a:buFont typeface="Arial" panose="020B0604020202020204" pitchFamily="34" charset="0"/>
              <a:buChar char="•"/>
            </a:pPr>
            <a:endParaRPr lang="en-IE" sz="3200">
              <a:solidFill>
                <a:schemeClr val="bg1"/>
              </a:solidFill>
            </a:endParaRPr>
          </a:p>
          <a:p>
            <a:pPr marL="457200" indent="-457200">
              <a:buFont typeface="Arial" panose="020B0604020202020204" pitchFamily="34" charset="0"/>
              <a:buChar char="•"/>
            </a:pPr>
            <a:r>
              <a:rPr lang="en-IE" sz="3200">
                <a:solidFill>
                  <a:schemeClr val="bg1"/>
                </a:solidFill>
              </a:rPr>
              <a:t>Clarify EP terms (e.g., “unlimited”)</a:t>
            </a:r>
          </a:p>
          <a:p>
            <a:pPr marL="571500" indent="-571500">
              <a:buFont typeface="Arial" panose="020B0604020202020204" pitchFamily="34" charset="0"/>
              <a:buChar char="•"/>
            </a:pPr>
            <a:endParaRPr lang="en-US" sz="3200">
              <a:solidFill>
                <a:schemeClr val="bg1"/>
              </a:solidFill>
              <a:latin typeface="Community"/>
            </a:endParaRPr>
          </a:p>
        </p:txBody>
      </p:sp>
      <p:grpSp>
        <p:nvGrpSpPr>
          <p:cNvPr id="16" name="Google Shape;2187;p156">
            <a:extLst>
              <a:ext uri="{FF2B5EF4-FFF2-40B4-BE49-F238E27FC236}">
                <a16:creationId xmlns:a16="http://schemas.microsoft.com/office/drawing/2014/main" id="{88DFC818-45E5-4E2F-24B2-D2522028B799}"/>
              </a:ext>
            </a:extLst>
          </p:cNvPr>
          <p:cNvGrpSpPr/>
          <p:nvPr/>
        </p:nvGrpSpPr>
        <p:grpSpPr>
          <a:xfrm>
            <a:off x="863969" y="2486473"/>
            <a:ext cx="1468328" cy="1468924"/>
            <a:chOff x="6763459" y="5037517"/>
            <a:chExt cx="1525563" cy="1526181"/>
          </a:xfrm>
        </p:grpSpPr>
        <p:sp>
          <p:nvSpPr>
            <p:cNvPr id="17" name="Google Shape;2188;p156">
              <a:extLst>
                <a:ext uri="{FF2B5EF4-FFF2-40B4-BE49-F238E27FC236}">
                  <a16:creationId xmlns:a16="http://schemas.microsoft.com/office/drawing/2014/main" id="{0F042DA3-FDBD-C8CB-7BC9-28C1D6E7031F}"/>
                </a:ext>
              </a:extLst>
            </p:cNvPr>
            <p:cNvSpPr/>
            <p:nvPr/>
          </p:nvSpPr>
          <p:spPr>
            <a:xfrm>
              <a:off x="6763459" y="5037517"/>
              <a:ext cx="1525563" cy="1526181"/>
            </a:xfrm>
            <a:prstGeom prst="ellipse">
              <a:avLst/>
            </a:prstGeom>
            <a:solidFill>
              <a:srgbClr val="F2EDE6"/>
            </a:solidFill>
            <a:ln>
              <a:noFill/>
            </a:ln>
          </p:spPr>
          <p:txBody>
            <a:bodyPr spcFirstLastPara="1" wrap="square" lIns="34266" tIns="17100" rIns="34266" bIns="17100" anchor="ctr" anchorCtr="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sz="1300">
                <a:solidFill>
                  <a:srgbClr val="FFFFFF"/>
                </a:solidFill>
                <a:latin typeface="Arial"/>
                <a:ea typeface="Arial"/>
                <a:cs typeface="Arial"/>
                <a:sym typeface="Arial"/>
              </a:endParaRPr>
            </a:p>
          </p:txBody>
        </p:sp>
        <p:pic>
          <p:nvPicPr>
            <p:cNvPr id="18" name="Google Shape;2189;p156">
              <a:extLst>
                <a:ext uri="{FF2B5EF4-FFF2-40B4-BE49-F238E27FC236}">
                  <a16:creationId xmlns:a16="http://schemas.microsoft.com/office/drawing/2014/main" id="{911D5B0B-6A36-2591-EFC5-960FECD7FDF2}"/>
                </a:ext>
              </a:extLst>
            </p:cNvPr>
            <p:cNvPicPr preferRelativeResize="0"/>
            <p:nvPr/>
          </p:nvPicPr>
          <p:blipFill rotWithShape="1">
            <a:blip r:embed="rId3">
              <a:alphaModFix/>
            </a:blip>
            <a:srcRect/>
            <a:stretch/>
          </p:blipFill>
          <p:spPr>
            <a:xfrm>
              <a:off x="7333690" y="5222551"/>
              <a:ext cx="385220" cy="1155662"/>
            </a:xfrm>
            <a:prstGeom prst="rect">
              <a:avLst/>
            </a:prstGeom>
            <a:noFill/>
            <a:ln>
              <a:noFill/>
            </a:ln>
          </p:spPr>
        </p:pic>
      </p:grpSp>
      <p:grpSp>
        <p:nvGrpSpPr>
          <p:cNvPr id="19" name="Google Shape;2178;p156">
            <a:extLst>
              <a:ext uri="{FF2B5EF4-FFF2-40B4-BE49-F238E27FC236}">
                <a16:creationId xmlns:a16="http://schemas.microsoft.com/office/drawing/2014/main" id="{5861400C-ECC8-73B2-1167-AF5B2B7D431D}"/>
              </a:ext>
            </a:extLst>
          </p:cNvPr>
          <p:cNvGrpSpPr/>
          <p:nvPr/>
        </p:nvGrpSpPr>
        <p:grpSpPr>
          <a:xfrm>
            <a:off x="12048732" y="2498057"/>
            <a:ext cx="1468328" cy="1468924"/>
            <a:chOff x="9473989" y="2621250"/>
            <a:chExt cx="1525563" cy="1526181"/>
          </a:xfrm>
        </p:grpSpPr>
        <p:sp>
          <p:nvSpPr>
            <p:cNvPr id="20" name="Google Shape;2179;p156">
              <a:extLst>
                <a:ext uri="{FF2B5EF4-FFF2-40B4-BE49-F238E27FC236}">
                  <a16:creationId xmlns:a16="http://schemas.microsoft.com/office/drawing/2014/main" id="{CE34AA5E-2263-DC40-CCFB-812B69CE8A9D}"/>
                </a:ext>
              </a:extLst>
            </p:cNvPr>
            <p:cNvSpPr/>
            <p:nvPr/>
          </p:nvSpPr>
          <p:spPr>
            <a:xfrm>
              <a:off x="9473989" y="2621250"/>
              <a:ext cx="1525563" cy="1526181"/>
            </a:xfrm>
            <a:prstGeom prst="ellipse">
              <a:avLst/>
            </a:prstGeom>
            <a:solidFill>
              <a:srgbClr val="F2EDE6"/>
            </a:solidFill>
            <a:ln>
              <a:noFill/>
            </a:ln>
          </p:spPr>
          <p:txBody>
            <a:bodyPr spcFirstLastPara="1" wrap="square" lIns="34266" tIns="17100" rIns="34266" bIns="17100" anchor="ctr" anchorCtr="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sz="1300">
                <a:solidFill>
                  <a:srgbClr val="FFFFFF"/>
                </a:solidFill>
                <a:latin typeface="Arial"/>
                <a:ea typeface="Arial"/>
                <a:cs typeface="Arial"/>
                <a:sym typeface="Arial"/>
              </a:endParaRPr>
            </a:p>
          </p:txBody>
        </p:sp>
        <p:pic>
          <p:nvPicPr>
            <p:cNvPr id="21" name="Google Shape;2180;p156">
              <a:extLst>
                <a:ext uri="{FF2B5EF4-FFF2-40B4-BE49-F238E27FC236}">
                  <a16:creationId xmlns:a16="http://schemas.microsoft.com/office/drawing/2014/main" id="{7E769965-0BC9-A25D-1547-9A588ACB9183}"/>
                </a:ext>
              </a:extLst>
            </p:cNvPr>
            <p:cNvPicPr preferRelativeResize="0"/>
            <p:nvPr/>
          </p:nvPicPr>
          <p:blipFill rotWithShape="1">
            <a:blip r:embed="rId4">
              <a:alphaModFix/>
            </a:blip>
            <a:srcRect/>
            <a:stretch/>
          </p:blipFill>
          <p:spPr>
            <a:xfrm>
              <a:off x="9734550" y="3016540"/>
              <a:ext cx="1004560" cy="821912"/>
            </a:xfrm>
            <a:prstGeom prst="rect">
              <a:avLst/>
            </a:prstGeom>
            <a:noFill/>
            <a:ln>
              <a:noFill/>
            </a:ln>
          </p:spPr>
        </p:pic>
      </p:grpSp>
      <p:grpSp>
        <p:nvGrpSpPr>
          <p:cNvPr id="22" name="Google Shape;2272;p156">
            <a:extLst>
              <a:ext uri="{FF2B5EF4-FFF2-40B4-BE49-F238E27FC236}">
                <a16:creationId xmlns:a16="http://schemas.microsoft.com/office/drawing/2014/main" id="{44CE3DA2-56AC-6453-3178-62590AD17D96}"/>
              </a:ext>
            </a:extLst>
          </p:cNvPr>
          <p:cNvGrpSpPr/>
          <p:nvPr/>
        </p:nvGrpSpPr>
        <p:grpSpPr>
          <a:xfrm>
            <a:off x="6438620" y="2437872"/>
            <a:ext cx="1487726" cy="1488328"/>
            <a:chOff x="14974380" y="5037111"/>
            <a:chExt cx="1525307" cy="1525925"/>
          </a:xfrm>
        </p:grpSpPr>
        <p:sp>
          <p:nvSpPr>
            <p:cNvPr id="23" name="Google Shape;2273;p156">
              <a:extLst>
                <a:ext uri="{FF2B5EF4-FFF2-40B4-BE49-F238E27FC236}">
                  <a16:creationId xmlns:a16="http://schemas.microsoft.com/office/drawing/2014/main" id="{502B96B0-2E3C-0A18-5C9C-1BD8087CC9F7}"/>
                </a:ext>
              </a:extLst>
            </p:cNvPr>
            <p:cNvSpPr/>
            <p:nvPr/>
          </p:nvSpPr>
          <p:spPr>
            <a:xfrm>
              <a:off x="14974380" y="5037111"/>
              <a:ext cx="1525307" cy="1525925"/>
            </a:xfrm>
            <a:prstGeom prst="ellipse">
              <a:avLst/>
            </a:prstGeom>
            <a:solidFill>
              <a:srgbClr val="F2EDE6"/>
            </a:solidFill>
            <a:ln>
              <a:noFill/>
            </a:ln>
          </p:spPr>
          <p:txBody>
            <a:bodyPr spcFirstLastPara="1" wrap="square" lIns="34266" tIns="17100" rIns="34266" bIns="17100" anchor="ctr" anchorCtr="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sz="1300">
                <a:solidFill>
                  <a:srgbClr val="FFFFFF"/>
                </a:solidFill>
                <a:latin typeface="Arial"/>
                <a:ea typeface="Arial"/>
                <a:cs typeface="Arial"/>
                <a:sym typeface="Arial"/>
              </a:endParaRPr>
            </a:p>
          </p:txBody>
        </p:sp>
        <p:pic>
          <p:nvPicPr>
            <p:cNvPr id="24" name="Google Shape;2274;p156">
              <a:extLst>
                <a:ext uri="{FF2B5EF4-FFF2-40B4-BE49-F238E27FC236}">
                  <a16:creationId xmlns:a16="http://schemas.microsoft.com/office/drawing/2014/main" id="{9A5B885E-3F68-0BB7-2C19-EF0B0AB653E3}"/>
                </a:ext>
              </a:extLst>
            </p:cNvPr>
            <p:cNvPicPr preferRelativeResize="0"/>
            <p:nvPr/>
          </p:nvPicPr>
          <p:blipFill rotWithShape="1">
            <a:blip r:embed="rId5">
              <a:alphaModFix/>
            </a:blip>
            <a:srcRect/>
            <a:stretch/>
          </p:blipFill>
          <p:spPr>
            <a:xfrm>
              <a:off x="15099690" y="5318768"/>
              <a:ext cx="1280414" cy="879476"/>
            </a:xfrm>
            <a:prstGeom prst="rect">
              <a:avLst/>
            </a:prstGeom>
            <a:noFill/>
            <a:ln>
              <a:noFill/>
            </a:ln>
          </p:spPr>
        </p:pic>
      </p:grpSp>
      <p:grpSp>
        <p:nvGrpSpPr>
          <p:cNvPr id="25" name="Google Shape;2263;p156">
            <a:extLst>
              <a:ext uri="{FF2B5EF4-FFF2-40B4-BE49-F238E27FC236}">
                <a16:creationId xmlns:a16="http://schemas.microsoft.com/office/drawing/2014/main" id="{885AB64A-863F-4B09-2D6A-77401C9785E6}"/>
              </a:ext>
            </a:extLst>
          </p:cNvPr>
          <p:cNvGrpSpPr/>
          <p:nvPr/>
        </p:nvGrpSpPr>
        <p:grpSpPr>
          <a:xfrm>
            <a:off x="17391328" y="2522075"/>
            <a:ext cx="1487726" cy="1488328"/>
            <a:chOff x="12255264" y="2628478"/>
            <a:chExt cx="1525307" cy="1525925"/>
          </a:xfrm>
        </p:grpSpPr>
        <p:sp>
          <p:nvSpPr>
            <p:cNvPr id="26" name="Google Shape;2264;p156">
              <a:extLst>
                <a:ext uri="{FF2B5EF4-FFF2-40B4-BE49-F238E27FC236}">
                  <a16:creationId xmlns:a16="http://schemas.microsoft.com/office/drawing/2014/main" id="{82540F9F-0BD6-0570-26E6-528F9659AB2D}"/>
                </a:ext>
              </a:extLst>
            </p:cNvPr>
            <p:cNvSpPr/>
            <p:nvPr/>
          </p:nvSpPr>
          <p:spPr>
            <a:xfrm>
              <a:off x="12255264" y="2628478"/>
              <a:ext cx="1525307" cy="1525925"/>
            </a:xfrm>
            <a:prstGeom prst="ellipse">
              <a:avLst/>
            </a:prstGeom>
            <a:solidFill>
              <a:srgbClr val="F2EDE6"/>
            </a:solidFill>
            <a:ln>
              <a:noFill/>
            </a:ln>
          </p:spPr>
          <p:txBody>
            <a:bodyPr spcFirstLastPara="1" wrap="square" lIns="34266" tIns="17100" rIns="34266" bIns="17100" anchor="ctr" anchorCtr="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algn="ctr"/>
              <a:endParaRPr sz="1300">
                <a:solidFill>
                  <a:srgbClr val="FFFFFF"/>
                </a:solidFill>
                <a:latin typeface="Arial"/>
                <a:ea typeface="Arial"/>
                <a:cs typeface="Arial"/>
                <a:sym typeface="Arial"/>
              </a:endParaRPr>
            </a:p>
          </p:txBody>
        </p:sp>
        <p:pic>
          <p:nvPicPr>
            <p:cNvPr id="27" name="Google Shape;2265;p156">
              <a:extLst>
                <a:ext uri="{FF2B5EF4-FFF2-40B4-BE49-F238E27FC236}">
                  <a16:creationId xmlns:a16="http://schemas.microsoft.com/office/drawing/2014/main" id="{D6578A64-9F7B-1231-85FA-AF6FB4830695}"/>
                </a:ext>
              </a:extLst>
            </p:cNvPr>
            <p:cNvPicPr preferRelativeResize="0"/>
            <p:nvPr/>
          </p:nvPicPr>
          <p:blipFill rotWithShape="1">
            <a:blip r:embed="rId6">
              <a:alphaModFix/>
            </a:blip>
            <a:srcRect/>
            <a:stretch/>
          </p:blipFill>
          <p:spPr>
            <a:xfrm>
              <a:off x="12531291" y="2908054"/>
              <a:ext cx="973370" cy="860514"/>
            </a:xfrm>
            <a:prstGeom prst="rect">
              <a:avLst/>
            </a:prstGeom>
            <a:noFill/>
            <a:ln>
              <a:noFill/>
            </a:ln>
          </p:spPr>
        </p:pic>
      </p:grpSp>
      <p:sp>
        <p:nvSpPr>
          <p:cNvPr id="28" name="Google Shape;2969;p177">
            <a:extLst>
              <a:ext uri="{FF2B5EF4-FFF2-40B4-BE49-F238E27FC236}">
                <a16:creationId xmlns:a16="http://schemas.microsoft.com/office/drawing/2014/main" id="{3C132391-41BD-D66B-E5BE-F70F6928FEA4}"/>
              </a:ext>
            </a:extLst>
          </p:cNvPr>
          <p:cNvSpPr txBox="1">
            <a:spLocks/>
          </p:cNvSpPr>
          <p:nvPr/>
        </p:nvSpPr>
        <p:spPr>
          <a:xfrm>
            <a:off x="2190091" y="1171759"/>
            <a:ext cx="21185610" cy="923471"/>
          </a:xfrm>
          <a:prstGeom prst="rect">
            <a:avLst/>
          </a:prstGeom>
          <a:noFill/>
          <a:ln>
            <a:noFill/>
          </a:ln>
        </p:spPr>
        <p:txBody>
          <a:bodyPr spcFirstLastPara="1" vert="horz" wrap="square" lIns="121900" tIns="60934" rIns="121900" bIns="60934" rtlCol="0" anchor="t" anchorCtr="0">
            <a:no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0" indent="0">
              <a:buSzPts val="3700"/>
              <a:buNone/>
            </a:pPr>
            <a:r>
              <a:rPr lang="en-US" sz="5400" b="1">
                <a:solidFill>
                  <a:schemeClr val="accent2"/>
                </a:solidFill>
                <a:latin typeface="Community" panose="02000303040000020003" pitchFamily="2" charset="0"/>
              </a:rPr>
              <a:t>New Business EP</a:t>
            </a:r>
          </a:p>
        </p:txBody>
      </p:sp>
      <p:sp>
        <p:nvSpPr>
          <p:cNvPr id="29" name="TextBox 28">
            <a:extLst>
              <a:ext uri="{FF2B5EF4-FFF2-40B4-BE49-F238E27FC236}">
                <a16:creationId xmlns:a16="http://schemas.microsoft.com/office/drawing/2014/main" id="{89CDC071-1F37-15EE-3991-127D3AC0FA11}"/>
              </a:ext>
            </a:extLst>
          </p:cNvPr>
          <p:cNvSpPr txBox="1"/>
          <p:nvPr/>
        </p:nvSpPr>
        <p:spPr>
          <a:xfrm>
            <a:off x="7980145" y="2687225"/>
            <a:ext cx="3615348" cy="584775"/>
          </a:xfrm>
          <a:prstGeom prst="rect">
            <a:avLst/>
          </a:prstGeom>
          <a:noFill/>
        </p:spPr>
        <p:txBody>
          <a:bodyPr wrap="square" rtlCol="0">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r>
              <a:rPr lang="en-US" sz="3200" b="1">
                <a:solidFill>
                  <a:srgbClr val="002060"/>
                </a:solidFill>
                <a:latin typeface="Community Slab Semibold"/>
              </a:rPr>
              <a:t>Weaknesses</a:t>
            </a:r>
          </a:p>
        </p:txBody>
      </p:sp>
      <p:sp>
        <p:nvSpPr>
          <p:cNvPr id="30" name="TextBox 29">
            <a:extLst>
              <a:ext uri="{FF2B5EF4-FFF2-40B4-BE49-F238E27FC236}">
                <a16:creationId xmlns:a16="http://schemas.microsoft.com/office/drawing/2014/main" id="{BC16ABFB-7E2B-27FB-8FE9-7E736640331E}"/>
              </a:ext>
            </a:extLst>
          </p:cNvPr>
          <p:cNvSpPr txBox="1"/>
          <p:nvPr/>
        </p:nvSpPr>
        <p:spPr>
          <a:xfrm>
            <a:off x="13506868" y="2681464"/>
            <a:ext cx="3615348" cy="584775"/>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r>
              <a:rPr lang="en-US" sz="3200" b="1">
                <a:solidFill>
                  <a:srgbClr val="002060"/>
                </a:solidFill>
                <a:latin typeface="Community Slab Semibold"/>
              </a:rPr>
              <a:t>Opportunities</a:t>
            </a:r>
          </a:p>
        </p:txBody>
      </p:sp>
      <p:sp>
        <p:nvSpPr>
          <p:cNvPr id="31" name="TextBox 30">
            <a:extLst>
              <a:ext uri="{FF2B5EF4-FFF2-40B4-BE49-F238E27FC236}">
                <a16:creationId xmlns:a16="http://schemas.microsoft.com/office/drawing/2014/main" id="{5F62C50B-9E5E-8B1D-1129-07EB3BBC3715}"/>
              </a:ext>
            </a:extLst>
          </p:cNvPr>
          <p:cNvSpPr txBox="1"/>
          <p:nvPr/>
        </p:nvSpPr>
        <p:spPr>
          <a:xfrm>
            <a:off x="2301235" y="2761423"/>
            <a:ext cx="3615348" cy="584775"/>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r>
              <a:rPr lang="en-US" sz="3200" b="1">
                <a:solidFill>
                  <a:srgbClr val="002060"/>
                </a:solidFill>
                <a:latin typeface="Community Slab Semibold"/>
              </a:rPr>
              <a:t>Strengths</a:t>
            </a:r>
          </a:p>
        </p:txBody>
      </p:sp>
      <p:sp>
        <p:nvSpPr>
          <p:cNvPr id="32" name="TextBox 31">
            <a:extLst>
              <a:ext uri="{FF2B5EF4-FFF2-40B4-BE49-F238E27FC236}">
                <a16:creationId xmlns:a16="http://schemas.microsoft.com/office/drawing/2014/main" id="{8BD0B819-489E-55DC-D2EC-8B6153FC08DD}"/>
              </a:ext>
            </a:extLst>
          </p:cNvPr>
          <p:cNvSpPr txBox="1"/>
          <p:nvPr/>
        </p:nvSpPr>
        <p:spPr>
          <a:xfrm>
            <a:off x="18998912" y="2704429"/>
            <a:ext cx="3615348" cy="584775"/>
          </a:xfrm>
          <a:prstGeom prst="rect">
            <a:avLst/>
          </a:prstGeom>
          <a:noFill/>
        </p:spPr>
        <p:txBody>
          <a:bodyPr wrap="square" rtlCol="0">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r>
              <a:rPr lang="en-US" sz="3200" b="1">
                <a:solidFill>
                  <a:srgbClr val="002060"/>
                </a:solidFill>
                <a:latin typeface="Community Slab Semibold"/>
              </a:rPr>
              <a:t>Threats</a:t>
            </a:r>
          </a:p>
        </p:txBody>
      </p:sp>
      <p:sp>
        <p:nvSpPr>
          <p:cNvPr id="4" name="Terminator 3">
            <a:extLst>
              <a:ext uri="{FF2B5EF4-FFF2-40B4-BE49-F238E27FC236}">
                <a16:creationId xmlns:a16="http://schemas.microsoft.com/office/drawing/2014/main" id="{D0E94031-0B41-1241-3469-F903820B3EF7}"/>
              </a:ext>
            </a:extLst>
          </p:cNvPr>
          <p:cNvSpPr/>
          <p:nvPr/>
        </p:nvSpPr>
        <p:spPr>
          <a:xfrm>
            <a:off x="268703" y="113799"/>
            <a:ext cx="2266121" cy="517525"/>
          </a:xfrm>
          <a:prstGeom prst="flowChartTermina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1"/>
                </a:solidFill>
              </a:rPr>
              <a:t>Utilization Feedback </a:t>
            </a:r>
          </a:p>
        </p:txBody>
      </p:sp>
      <p:sp>
        <p:nvSpPr>
          <p:cNvPr id="2" name="TextBox 1">
            <a:extLst>
              <a:ext uri="{FF2B5EF4-FFF2-40B4-BE49-F238E27FC236}">
                <a16:creationId xmlns:a16="http://schemas.microsoft.com/office/drawing/2014/main" id="{2784C838-ABE0-42E6-0C9C-9664700B9890}"/>
              </a:ext>
            </a:extLst>
          </p:cNvPr>
          <p:cNvSpPr txBox="1"/>
          <p:nvPr/>
        </p:nvSpPr>
        <p:spPr>
          <a:xfrm>
            <a:off x="18135191" y="4039275"/>
            <a:ext cx="4729350" cy="3539430"/>
          </a:xfrm>
          <a:prstGeom prst="rect">
            <a:avLst/>
          </a:prstGeom>
          <a:noFill/>
        </p:spPr>
        <p:txBody>
          <a:bodyPr wrap="square" lIns="91440" tIns="45720" rIns="91440" bIns="45720" rtlCol="0" anchor="t">
            <a:spAutoFit/>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457200" indent="-457200">
              <a:buFont typeface="Arial" panose="020B0604020202020204" pitchFamily="34" charset="0"/>
              <a:buChar char="•"/>
            </a:pPr>
            <a:r>
              <a:rPr lang="en-IE" sz="3200">
                <a:solidFill>
                  <a:schemeClr val="bg1"/>
                </a:solidFill>
              </a:rPr>
              <a:t>Under-sizing increases volatility and renewal risk for AD.</a:t>
            </a:r>
          </a:p>
          <a:p>
            <a:endParaRPr lang="en-IE" sz="3200">
              <a:solidFill>
                <a:schemeClr val="bg1"/>
              </a:solidFill>
            </a:endParaRPr>
          </a:p>
          <a:p>
            <a:pPr marL="457200" indent="-457200">
              <a:buFont typeface="Arial" panose="020B0604020202020204" pitchFamily="34" charset="0"/>
              <a:buChar char="•"/>
            </a:pPr>
            <a:r>
              <a:rPr lang="en-IE" sz="3200">
                <a:solidFill>
                  <a:schemeClr val="bg1"/>
                </a:solidFill>
              </a:rPr>
              <a:t>Acquisition EP used as default close</a:t>
            </a:r>
          </a:p>
          <a:p>
            <a:pPr marL="571500" indent="-571500">
              <a:buFont typeface="Arial" panose="020B0604020202020204" pitchFamily="34" charset="0"/>
              <a:buChar char="•"/>
            </a:pPr>
            <a:endParaRPr lang="en-US" sz="3200">
              <a:solidFill>
                <a:schemeClr val="bg1"/>
              </a:solidFill>
              <a:latin typeface="Community"/>
            </a:endParaRPr>
          </a:p>
        </p:txBody>
      </p:sp>
      <p:sp>
        <p:nvSpPr>
          <p:cNvPr id="5" name="Rectangle 4">
            <a:extLst>
              <a:ext uri="{FF2B5EF4-FFF2-40B4-BE49-F238E27FC236}">
                <a16:creationId xmlns:a16="http://schemas.microsoft.com/office/drawing/2014/main" id="{4FEC5A05-3369-4209-7905-55432D52AED5}"/>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668537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1F13E-EB67-34B3-E54B-0F1AE3ABA863}"/>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54D8DD9D-9C10-649E-F9F8-C8EF77A26F6E}"/>
              </a:ext>
            </a:extLst>
          </p:cNvPr>
          <p:cNvGraphicFramePr>
            <a:graphicFrameLocks noChangeAspect="1"/>
          </p:cNvGraphicFramePr>
          <p:nvPr>
            <p:custDataLst>
              <p:tags r:id="rId1"/>
            </p:custDataLst>
            <p:extLst>
              <p:ext uri="{D42A27DB-BD31-4B8C-83A1-F6EECF244321}">
                <p14:modId xmlns:p14="http://schemas.microsoft.com/office/powerpoint/2010/main" val="4190193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3" imgH="503" progId="TCLayout.ActiveDocument.1">
                  <p:embed/>
                </p:oleObj>
              </mc:Choice>
              <mc:Fallback>
                <p:oleObj name="think-cell Slide" r:id="rId4" imgW="503" imgH="503" progId="TCLayout.ActiveDocument.1">
                  <p:embed/>
                  <p:pic>
                    <p:nvPicPr>
                      <p:cNvPr id="15" name="think-cell data - do not delete" hidden="1">
                        <a:extLst>
                          <a:ext uri="{FF2B5EF4-FFF2-40B4-BE49-F238E27FC236}">
                            <a16:creationId xmlns:a16="http://schemas.microsoft.com/office/drawing/2014/main" id="{54D8DD9D-9C10-649E-F9F8-C8EF77A26F6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8FDA2213-0D0C-7616-0A69-1FDB6120F331}"/>
              </a:ext>
            </a:extLst>
          </p:cNvPr>
          <p:cNvSpPr>
            <a:spLocks noGrp="1"/>
          </p:cNvSpPr>
          <p:nvPr>
            <p:ph type="sldNum" sz="quarter" idx="12"/>
          </p:nvPr>
        </p:nvSpPr>
        <p:spPr/>
        <p:txBody>
          <a:bodyPr/>
          <a:lstStyle/>
          <a:p>
            <a:fld id="{9386954D-29FB-504B-A61A-AC325EBF3697}" type="slidenum">
              <a:rPr lang="en-US" smtClean="0"/>
              <a:pPr/>
              <a:t>26</a:t>
            </a:fld>
            <a:endParaRPr lang="en-US"/>
          </a:p>
        </p:txBody>
      </p:sp>
      <p:sp>
        <p:nvSpPr>
          <p:cNvPr id="12" name="Rectangle 11">
            <a:extLst>
              <a:ext uri="{FF2B5EF4-FFF2-40B4-BE49-F238E27FC236}">
                <a16:creationId xmlns:a16="http://schemas.microsoft.com/office/drawing/2014/main" id="{76E94174-899E-2D05-1E7E-32233EC1609B}"/>
              </a:ext>
            </a:extLst>
          </p:cNvPr>
          <p:cNvSpPr/>
          <p:nvPr/>
        </p:nvSpPr>
        <p:spPr>
          <a:xfrm>
            <a:off x="2022798" y="8567221"/>
            <a:ext cx="3271454" cy="203132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a:t>Non Pilot EPs underperform due to structural mis-sizing</a:t>
            </a: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4" name="Text Placeholder 11">
            <a:extLst>
              <a:ext uri="{FF2B5EF4-FFF2-40B4-BE49-F238E27FC236}">
                <a16:creationId xmlns:a16="http://schemas.microsoft.com/office/drawing/2014/main" id="{6330BAC0-68E4-8CF1-416D-6A05B523570C}"/>
              </a:ext>
            </a:extLst>
          </p:cNvPr>
          <p:cNvSpPr txBox="1">
            <a:spLocks/>
          </p:cNvSpPr>
          <p:nvPr/>
        </p:nvSpPr>
        <p:spPr>
          <a:xfrm>
            <a:off x="5859999" y="2518126"/>
            <a:ext cx="4005933" cy="666096"/>
          </a:xfrm>
          <a:prstGeom prst="rect">
            <a:avLst/>
          </a:prstGeom>
        </p:spPr>
        <p:txBody>
          <a:bodyPr lIns="0">
            <a:no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b="0" i="0" kern="1200">
                <a:solidFill>
                  <a:schemeClr val="accent6"/>
                </a:solidFill>
                <a:latin typeface="Community" panose="02000303040000020003" pitchFamily="2" charset="0"/>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b="0" i="0" kern="1200">
                <a:solidFill>
                  <a:schemeClr val="accent6"/>
                </a:solidFill>
                <a:latin typeface="Community" panose="02000303040000020003" pitchFamily="2" charset="0"/>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b="0" i="0" kern="1200">
                <a:solidFill>
                  <a:schemeClr val="accent6"/>
                </a:solidFill>
                <a:latin typeface="Community" panose="02000303040000020003" pitchFamily="2" charset="0"/>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defTabSz="3657600">
              <a:spcBef>
                <a:spcPts val="0"/>
              </a:spcBef>
              <a:buNone/>
            </a:pPr>
            <a:r>
              <a:rPr lang="en-US" sz="3200" b="1">
                <a:solidFill>
                  <a:srgbClr val="5B696B"/>
                </a:solidFill>
              </a:rPr>
              <a:t>What the Data Shows</a:t>
            </a:r>
          </a:p>
        </p:txBody>
      </p:sp>
      <p:sp>
        <p:nvSpPr>
          <p:cNvPr id="20" name="Text Placeholder 11">
            <a:extLst>
              <a:ext uri="{FF2B5EF4-FFF2-40B4-BE49-F238E27FC236}">
                <a16:creationId xmlns:a16="http://schemas.microsoft.com/office/drawing/2014/main" id="{C5B08A0B-089E-4A92-E1AC-85B4DDF37AEC}"/>
              </a:ext>
            </a:extLst>
          </p:cNvPr>
          <p:cNvSpPr txBox="1">
            <a:spLocks/>
          </p:cNvSpPr>
          <p:nvPr/>
        </p:nvSpPr>
        <p:spPr>
          <a:xfrm>
            <a:off x="11664155" y="2533219"/>
            <a:ext cx="5395770" cy="666096"/>
          </a:xfrm>
          <a:prstGeom prst="rect">
            <a:avLst/>
          </a:prstGeom>
        </p:spPr>
        <p:txBody>
          <a:bodyPr lIns="0">
            <a:no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b="0" i="0" kern="1200">
                <a:solidFill>
                  <a:schemeClr val="accent6"/>
                </a:solidFill>
                <a:latin typeface="Community" panose="02000303040000020003" pitchFamily="2" charset="0"/>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b="0" i="0" kern="1200">
                <a:solidFill>
                  <a:schemeClr val="accent6"/>
                </a:solidFill>
                <a:latin typeface="Community" panose="02000303040000020003" pitchFamily="2" charset="0"/>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b="0" i="0" kern="1200">
                <a:solidFill>
                  <a:schemeClr val="accent6"/>
                </a:solidFill>
                <a:latin typeface="Community" panose="02000303040000020003" pitchFamily="2" charset="0"/>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defTabSz="3657600">
              <a:spcBef>
                <a:spcPts val="0"/>
              </a:spcBef>
              <a:buNone/>
            </a:pPr>
            <a:r>
              <a:rPr lang="en-US" sz="3200" b="1">
                <a:solidFill>
                  <a:srgbClr val="5B696B"/>
                </a:solidFill>
              </a:rPr>
              <a:t>What the Field are saying</a:t>
            </a:r>
          </a:p>
        </p:txBody>
      </p:sp>
      <p:cxnSp>
        <p:nvCxnSpPr>
          <p:cNvPr id="21" name="Straight Connector 20">
            <a:extLst>
              <a:ext uri="{FF2B5EF4-FFF2-40B4-BE49-F238E27FC236}">
                <a16:creationId xmlns:a16="http://schemas.microsoft.com/office/drawing/2014/main" id="{C225BF8A-45C8-CD10-6835-A024216C9ACA}"/>
              </a:ext>
            </a:extLst>
          </p:cNvPr>
          <p:cNvCxnSpPr>
            <a:cxnSpLocks/>
          </p:cNvCxnSpPr>
          <p:nvPr/>
        </p:nvCxnSpPr>
        <p:spPr>
          <a:xfrm flipV="1">
            <a:off x="5859999" y="3237978"/>
            <a:ext cx="4072787" cy="861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A2EAD239-C5C5-981D-2318-F108993D2593}"/>
              </a:ext>
            </a:extLst>
          </p:cNvPr>
          <p:cNvSpPr/>
          <p:nvPr/>
        </p:nvSpPr>
        <p:spPr>
          <a:xfrm>
            <a:off x="2006184" y="10911173"/>
            <a:ext cx="3271454" cy="20313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a:t>Early calibration and decision simplicity reduce long-term friction</a:t>
            </a: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18EC7BED-5855-8E06-3DAF-FF6AECC1370C}"/>
              </a:ext>
            </a:extLst>
          </p:cNvPr>
          <p:cNvSpPr/>
          <p:nvPr/>
        </p:nvSpPr>
        <p:spPr>
          <a:xfrm>
            <a:off x="2022798" y="5970069"/>
            <a:ext cx="3271454" cy="20892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a:t>Data-backed sizing (Merlin) separates strong from weak EP outcomes</a:t>
            </a: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24" name="Text Placeholder 11">
            <a:extLst>
              <a:ext uri="{FF2B5EF4-FFF2-40B4-BE49-F238E27FC236}">
                <a16:creationId xmlns:a16="http://schemas.microsoft.com/office/drawing/2014/main" id="{B661D5A4-6611-C1A0-5775-EDA6ACC686D5}"/>
              </a:ext>
            </a:extLst>
          </p:cNvPr>
          <p:cNvSpPr txBox="1">
            <a:spLocks/>
          </p:cNvSpPr>
          <p:nvPr/>
        </p:nvSpPr>
        <p:spPr>
          <a:xfrm>
            <a:off x="5652319" y="6573930"/>
            <a:ext cx="8427226" cy="1831442"/>
          </a:xfrm>
          <a:prstGeom prst="rect">
            <a:avLst/>
          </a:prstGeom>
        </p:spPr>
        <p:txBody>
          <a:bodyPr lIns="0">
            <a:no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b="0" i="0" kern="1200">
                <a:solidFill>
                  <a:schemeClr val="accent6"/>
                </a:solidFill>
                <a:latin typeface="Community" panose="02000303040000020003" pitchFamily="2" charset="0"/>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b="0" i="0" kern="1200">
                <a:solidFill>
                  <a:schemeClr val="accent6"/>
                </a:solidFill>
                <a:latin typeface="Community" panose="02000303040000020003" pitchFamily="2" charset="0"/>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b="0" i="0" kern="1200">
                <a:solidFill>
                  <a:schemeClr val="accent6"/>
                </a:solidFill>
                <a:latin typeface="Community" panose="02000303040000020003" pitchFamily="2" charset="0"/>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defTabSz="3657600">
              <a:spcBef>
                <a:spcPts val="600"/>
              </a:spcBef>
            </a:pPr>
            <a:endParaRPr lang="en-US" sz="2800">
              <a:solidFill>
                <a:schemeClr val="tx1"/>
              </a:solidFill>
            </a:endParaRPr>
          </a:p>
        </p:txBody>
      </p:sp>
      <p:sp>
        <p:nvSpPr>
          <p:cNvPr id="28" name="Text Placeholder 11">
            <a:extLst>
              <a:ext uri="{FF2B5EF4-FFF2-40B4-BE49-F238E27FC236}">
                <a16:creationId xmlns:a16="http://schemas.microsoft.com/office/drawing/2014/main" id="{68858B43-6ABE-E2A3-4CBA-48688A86EEB5}"/>
              </a:ext>
            </a:extLst>
          </p:cNvPr>
          <p:cNvSpPr txBox="1">
            <a:spLocks/>
          </p:cNvSpPr>
          <p:nvPr/>
        </p:nvSpPr>
        <p:spPr>
          <a:xfrm>
            <a:off x="5719173" y="8573304"/>
            <a:ext cx="8427226" cy="666096"/>
          </a:xfrm>
          <a:prstGeom prst="rect">
            <a:avLst/>
          </a:prstGeom>
        </p:spPr>
        <p:txBody>
          <a:bodyPr lIns="0">
            <a:no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b="0" i="0" kern="1200">
                <a:solidFill>
                  <a:schemeClr val="accent6"/>
                </a:solidFill>
                <a:latin typeface="Community" panose="02000303040000020003" pitchFamily="2" charset="0"/>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b="0" i="0" kern="1200">
                <a:solidFill>
                  <a:schemeClr val="accent6"/>
                </a:solidFill>
                <a:latin typeface="Community" panose="02000303040000020003" pitchFamily="2" charset="0"/>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b="0" i="0" kern="1200">
                <a:solidFill>
                  <a:schemeClr val="accent6"/>
                </a:solidFill>
                <a:latin typeface="Community" panose="02000303040000020003" pitchFamily="2" charset="0"/>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defTabSz="3657600">
              <a:spcBef>
                <a:spcPts val="600"/>
              </a:spcBef>
            </a:pPr>
            <a:endParaRPr lang="en-US" sz="2800">
              <a:solidFill>
                <a:schemeClr val="tx1"/>
              </a:solidFill>
            </a:endParaRPr>
          </a:p>
        </p:txBody>
      </p:sp>
      <p:sp>
        <p:nvSpPr>
          <p:cNvPr id="29" name="Text Placeholder 11">
            <a:extLst>
              <a:ext uri="{FF2B5EF4-FFF2-40B4-BE49-F238E27FC236}">
                <a16:creationId xmlns:a16="http://schemas.microsoft.com/office/drawing/2014/main" id="{D33493B2-9458-2BF4-CDA2-DBF6BAEBC911}"/>
              </a:ext>
            </a:extLst>
          </p:cNvPr>
          <p:cNvSpPr txBox="1">
            <a:spLocks/>
          </p:cNvSpPr>
          <p:nvPr/>
        </p:nvSpPr>
        <p:spPr>
          <a:xfrm>
            <a:off x="14922094" y="8771555"/>
            <a:ext cx="8427226" cy="666096"/>
          </a:xfrm>
          <a:prstGeom prst="rect">
            <a:avLst/>
          </a:prstGeom>
        </p:spPr>
        <p:txBody>
          <a:bodyPr lIns="0">
            <a:no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b="0" i="0" kern="1200">
                <a:solidFill>
                  <a:schemeClr val="accent6"/>
                </a:solidFill>
                <a:latin typeface="Community" panose="02000303040000020003" pitchFamily="2" charset="0"/>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b="0" i="0" kern="1200">
                <a:solidFill>
                  <a:schemeClr val="accent6"/>
                </a:solidFill>
                <a:latin typeface="Community" panose="02000303040000020003" pitchFamily="2" charset="0"/>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b="0" i="0" kern="1200">
                <a:solidFill>
                  <a:schemeClr val="accent6"/>
                </a:solidFill>
                <a:latin typeface="Community" panose="02000303040000020003" pitchFamily="2" charset="0"/>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defTabSz="3657600">
              <a:spcBef>
                <a:spcPts val="600"/>
              </a:spcBef>
            </a:pPr>
            <a:endParaRPr lang="en-US" sz="2800">
              <a:solidFill>
                <a:schemeClr val="tx1"/>
              </a:solidFill>
            </a:endParaRPr>
          </a:p>
        </p:txBody>
      </p:sp>
      <p:sp>
        <p:nvSpPr>
          <p:cNvPr id="30" name="Text Placeholder 11">
            <a:extLst>
              <a:ext uri="{FF2B5EF4-FFF2-40B4-BE49-F238E27FC236}">
                <a16:creationId xmlns:a16="http://schemas.microsoft.com/office/drawing/2014/main" id="{EC71BE71-C532-A0F2-9587-61A2B48BC879}"/>
              </a:ext>
            </a:extLst>
          </p:cNvPr>
          <p:cNvSpPr txBox="1">
            <a:spLocks/>
          </p:cNvSpPr>
          <p:nvPr/>
        </p:nvSpPr>
        <p:spPr>
          <a:xfrm>
            <a:off x="5652319" y="11470275"/>
            <a:ext cx="8427226" cy="666096"/>
          </a:xfrm>
          <a:prstGeom prst="rect">
            <a:avLst/>
          </a:prstGeom>
        </p:spPr>
        <p:txBody>
          <a:bodyPr lIns="0">
            <a:no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b="0" i="0" kern="1200">
                <a:solidFill>
                  <a:schemeClr val="accent6"/>
                </a:solidFill>
                <a:latin typeface="Community" panose="02000303040000020003" pitchFamily="2" charset="0"/>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b="0" i="0" kern="1200">
                <a:solidFill>
                  <a:schemeClr val="accent6"/>
                </a:solidFill>
                <a:latin typeface="Community" panose="02000303040000020003" pitchFamily="2" charset="0"/>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b="0" i="0" kern="1200">
                <a:solidFill>
                  <a:schemeClr val="accent6"/>
                </a:solidFill>
                <a:latin typeface="Community" panose="02000303040000020003" pitchFamily="2" charset="0"/>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defTabSz="3657600">
              <a:spcBef>
                <a:spcPts val="600"/>
              </a:spcBef>
            </a:pPr>
            <a:endParaRPr lang="en-US" sz="2800">
              <a:solidFill>
                <a:schemeClr val="tx1"/>
              </a:solidFill>
            </a:endParaRPr>
          </a:p>
        </p:txBody>
      </p:sp>
      <p:cxnSp>
        <p:nvCxnSpPr>
          <p:cNvPr id="32" name="Straight Connector 31">
            <a:extLst>
              <a:ext uri="{FF2B5EF4-FFF2-40B4-BE49-F238E27FC236}">
                <a16:creationId xmlns:a16="http://schemas.microsoft.com/office/drawing/2014/main" id="{895A89A2-1399-A97C-E31C-1769F96B20FE}"/>
              </a:ext>
            </a:extLst>
          </p:cNvPr>
          <p:cNvCxnSpPr>
            <a:cxnSpLocks/>
          </p:cNvCxnSpPr>
          <p:nvPr/>
        </p:nvCxnSpPr>
        <p:spPr>
          <a:xfrm flipH="1">
            <a:off x="4893679" y="5542111"/>
            <a:ext cx="18592695"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43C9920-03A5-301F-978A-9402AB68A11E}"/>
              </a:ext>
            </a:extLst>
          </p:cNvPr>
          <p:cNvCxnSpPr>
            <a:cxnSpLocks/>
          </p:cNvCxnSpPr>
          <p:nvPr/>
        </p:nvCxnSpPr>
        <p:spPr>
          <a:xfrm flipH="1">
            <a:off x="4893679" y="8219936"/>
            <a:ext cx="18592695"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60BB611-0B08-3C0E-55C8-09343BDD8633}"/>
              </a:ext>
            </a:extLst>
          </p:cNvPr>
          <p:cNvCxnSpPr>
            <a:cxnSpLocks/>
          </p:cNvCxnSpPr>
          <p:nvPr/>
        </p:nvCxnSpPr>
        <p:spPr>
          <a:xfrm flipH="1">
            <a:off x="4893679" y="10672486"/>
            <a:ext cx="18592695"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8DBA70B2-4D1A-8203-5912-0B974A98B83F}"/>
              </a:ext>
            </a:extLst>
          </p:cNvPr>
          <p:cNvSpPr/>
          <p:nvPr/>
        </p:nvSpPr>
        <p:spPr>
          <a:xfrm>
            <a:off x="1851647" y="5773070"/>
            <a:ext cx="612840" cy="612840"/>
          </a:xfrm>
          <a:prstGeom prst="ellipse">
            <a:avLst/>
          </a:prstGeom>
          <a:solidFill>
            <a:schemeClr val="tx2">
              <a:lumMod val="50000"/>
            </a:schemeClr>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146304" tIns="146304" rIns="146304" bIns="146304" rtlCol="0" anchor="ctr"/>
          <a:lstStyle/>
          <a:p>
            <a:pPr algn="ctr" defTabSz="1828800">
              <a:defRPr/>
            </a:pPr>
            <a:r>
              <a:rPr lang="pt-BR" sz="2800" b="1" kern="0">
                <a:solidFill>
                  <a:srgbClr val="FDFAF5"/>
                </a:solidFill>
                <a:latin typeface="Arial"/>
              </a:rPr>
              <a:t>B</a:t>
            </a:r>
          </a:p>
        </p:txBody>
      </p:sp>
      <p:sp>
        <p:nvSpPr>
          <p:cNvPr id="39" name="Oval 38">
            <a:extLst>
              <a:ext uri="{FF2B5EF4-FFF2-40B4-BE49-F238E27FC236}">
                <a16:creationId xmlns:a16="http://schemas.microsoft.com/office/drawing/2014/main" id="{116BE2F3-B80C-F538-9F75-E5313AED7922}"/>
              </a:ext>
            </a:extLst>
          </p:cNvPr>
          <p:cNvSpPr/>
          <p:nvPr/>
        </p:nvSpPr>
        <p:spPr>
          <a:xfrm>
            <a:off x="1847590" y="8408935"/>
            <a:ext cx="612840" cy="612840"/>
          </a:xfrm>
          <a:prstGeom prst="ellipse">
            <a:avLst/>
          </a:prstGeom>
          <a:solidFill>
            <a:schemeClr val="tx2">
              <a:lumMod val="50000"/>
            </a:schemeClr>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146304" tIns="146304" rIns="146304" bIns="146304" rtlCol="0" anchor="ctr"/>
          <a:lstStyle/>
          <a:p>
            <a:pPr algn="ctr" defTabSz="1828800">
              <a:defRPr/>
            </a:pPr>
            <a:r>
              <a:rPr lang="pt-BR" sz="2800" b="1" kern="0">
                <a:solidFill>
                  <a:srgbClr val="FDFAF5"/>
                </a:solidFill>
                <a:latin typeface="Arial"/>
              </a:rPr>
              <a:t>C</a:t>
            </a:r>
          </a:p>
        </p:txBody>
      </p:sp>
      <p:sp>
        <p:nvSpPr>
          <p:cNvPr id="40" name="Oval 39">
            <a:extLst>
              <a:ext uri="{FF2B5EF4-FFF2-40B4-BE49-F238E27FC236}">
                <a16:creationId xmlns:a16="http://schemas.microsoft.com/office/drawing/2014/main" id="{9510DC38-D6B6-D357-CEE3-9E5206BF7DAB}"/>
              </a:ext>
            </a:extLst>
          </p:cNvPr>
          <p:cNvSpPr/>
          <p:nvPr/>
        </p:nvSpPr>
        <p:spPr>
          <a:xfrm>
            <a:off x="1830976" y="10795808"/>
            <a:ext cx="612840" cy="612840"/>
          </a:xfrm>
          <a:prstGeom prst="ellipse">
            <a:avLst/>
          </a:prstGeom>
          <a:solidFill>
            <a:schemeClr val="tx2">
              <a:lumMod val="50000"/>
            </a:schemeClr>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146304" tIns="146304" rIns="146304" bIns="146304" rtlCol="0" anchor="ctr"/>
          <a:lstStyle/>
          <a:p>
            <a:pPr algn="ctr" defTabSz="1828800">
              <a:defRPr/>
            </a:pPr>
            <a:r>
              <a:rPr lang="pt-BR" sz="2800" b="1" kern="0" err="1">
                <a:solidFill>
                  <a:srgbClr val="FDFAF5"/>
                </a:solidFill>
                <a:latin typeface="Arial"/>
              </a:rPr>
              <a:t>D</a:t>
            </a:r>
            <a:endParaRPr lang="pt-BR" sz="2800" b="1" kern="0">
              <a:solidFill>
                <a:srgbClr val="FDFAF5"/>
              </a:solidFill>
              <a:latin typeface="Arial"/>
            </a:endParaRPr>
          </a:p>
        </p:txBody>
      </p:sp>
      <p:sp>
        <p:nvSpPr>
          <p:cNvPr id="10" name="Rectangle 9">
            <a:extLst>
              <a:ext uri="{FF2B5EF4-FFF2-40B4-BE49-F238E27FC236}">
                <a16:creationId xmlns:a16="http://schemas.microsoft.com/office/drawing/2014/main" id="{CAAAEF87-9CE5-9BFE-0434-4B2A9CC65B5C}"/>
              </a:ext>
            </a:extLst>
          </p:cNvPr>
          <p:cNvSpPr/>
          <p:nvPr/>
        </p:nvSpPr>
        <p:spPr>
          <a:xfrm>
            <a:off x="2006184" y="3544581"/>
            <a:ext cx="3271454" cy="175432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a:t>Pilots are the strongest lever for correct EP sizing</a:t>
            </a: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33" name="Oval 32">
            <a:extLst>
              <a:ext uri="{FF2B5EF4-FFF2-40B4-BE49-F238E27FC236}">
                <a16:creationId xmlns:a16="http://schemas.microsoft.com/office/drawing/2014/main" id="{4469AE0A-5F5E-9723-EF37-094874E9136E}"/>
              </a:ext>
            </a:extLst>
          </p:cNvPr>
          <p:cNvSpPr/>
          <p:nvPr/>
        </p:nvSpPr>
        <p:spPr>
          <a:xfrm>
            <a:off x="1830976" y="3298136"/>
            <a:ext cx="612840" cy="612840"/>
          </a:xfrm>
          <a:prstGeom prst="ellipse">
            <a:avLst/>
          </a:prstGeom>
          <a:solidFill>
            <a:schemeClr val="tx2">
              <a:lumMod val="50000"/>
            </a:schemeClr>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146304" tIns="146304" rIns="146304" bIns="146304" rtlCol="0" anchor="ctr"/>
          <a:lstStyle/>
          <a:p>
            <a:pPr algn="ctr" defTabSz="1828800">
              <a:defRPr/>
            </a:pPr>
            <a:r>
              <a:rPr lang="pt-BR" sz="2800" b="1" kern="0">
                <a:solidFill>
                  <a:srgbClr val="FDFAF5"/>
                </a:solidFill>
                <a:latin typeface="Arial"/>
              </a:rPr>
              <a:t>A</a:t>
            </a:r>
          </a:p>
        </p:txBody>
      </p:sp>
      <p:sp>
        <p:nvSpPr>
          <p:cNvPr id="19" name="Text Placeholder 11">
            <a:extLst>
              <a:ext uri="{FF2B5EF4-FFF2-40B4-BE49-F238E27FC236}">
                <a16:creationId xmlns:a16="http://schemas.microsoft.com/office/drawing/2014/main" id="{E5F3CD6A-F0BD-735D-05E0-0EF05C6BDB52}"/>
              </a:ext>
            </a:extLst>
          </p:cNvPr>
          <p:cNvSpPr txBox="1">
            <a:spLocks/>
          </p:cNvSpPr>
          <p:nvPr/>
        </p:nvSpPr>
        <p:spPr>
          <a:xfrm>
            <a:off x="18361538" y="2511753"/>
            <a:ext cx="5395770" cy="666096"/>
          </a:xfrm>
          <a:prstGeom prst="rect">
            <a:avLst/>
          </a:prstGeom>
        </p:spPr>
        <p:txBody>
          <a:bodyPr lIns="0">
            <a:no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b="0" i="0" kern="1200">
                <a:solidFill>
                  <a:schemeClr val="accent6"/>
                </a:solidFill>
                <a:latin typeface="Community" panose="02000303040000020003" pitchFamily="2" charset="0"/>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b="0" i="0" kern="1200">
                <a:solidFill>
                  <a:schemeClr val="accent6"/>
                </a:solidFill>
                <a:latin typeface="Community" panose="02000303040000020003" pitchFamily="2" charset="0"/>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b="0" i="0" kern="1200">
                <a:solidFill>
                  <a:schemeClr val="accent6"/>
                </a:solidFill>
                <a:latin typeface="Community" panose="02000303040000020003" pitchFamily="2" charset="0"/>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b="0" i="0" kern="1200">
                <a:solidFill>
                  <a:schemeClr val="accent6"/>
                </a:solidFill>
                <a:latin typeface="Community" panose="02000303040000020003" pitchFamily="2"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defTabSz="3657600">
              <a:spcBef>
                <a:spcPts val="0"/>
              </a:spcBef>
              <a:buNone/>
            </a:pPr>
            <a:r>
              <a:rPr lang="en-US" sz="3200" b="1">
                <a:solidFill>
                  <a:srgbClr val="5B696B"/>
                </a:solidFill>
              </a:rPr>
              <a:t>Why does this matter</a:t>
            </a:r>
          </a:p>
        </p:txBody>
      </p:sp>
      <p:cxnSp>
        <p:nvCxnSpPr>
          <p:cNvPr id="35" name="Straight Connector 34">
            <a:extLst>
              <a:ext uri="{FF2B5EF4-FFF2-40B4-BE49-F238E27FC236}">
                <a16:creationId xmlns:a16="http://schemas.microsoft.com/office/drawing/2014/main" id="{1964AFDE-9542-3B31-F153-820FAFC56841}"/>
              </a:ext>
            </a:extLst>
          </p:cNvPr>
          <p:cNvCxnSpPr>
            <a:cxnSpLocks/>
          </p:cNvCxnSpPr>
          <p:nvPr/>
        </p:nvCxnSpPr>
        <p:spPr>
          <a:xfrm flipV="1">
            <a:off x="11706754" y="3276960"/>
            <a:ext cx="4072787" cy="861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BC50FCF-C7C7-822D-E131-CC78B43C9D4E}"/>
              </a:ext>
            </a:extLst>
          </p:cNvPr>
          <p:cNvCxnSpPr>
            <a:cxnSpLocks/>
          </p:cNvCxnSpPr>
          <p:nvPr/>
        </p:nvCxnSpPr>
        <p:spPr>
          <a:xfrm flipV="1">
            <a:off x="18361538" y="3204581"/>
            <a:ext cx="4072787" cy="861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D7E84EA9-F7E4-89DE-7BCD-E826CEF4E7B9}"/>
              </a:ext>
            </a:extLst>
          </p:cNvPr>
          <p:cNvSpPr txBox="1"/>
          <p:nvPr/>
        </p:nvSpPr>
        <p:spPr>
          <a:xfrm>
            <a:off x="5859999" y="3544580"/>
            <a:ext cx="4221586" cy="1938992"/>
          </a:xfrm>
          <a:prstGeom prst="rect">
            <a:avLst/>
          </a:prstGeom>
          <a:noFill/>
        </p:spPr>
        <p:txBody>
          <a:bodyPr wrap="square" rtlCol="0">
            <a:spAutoFit/>
          </a:bodyPr>
          <a:lstStyle/>
          <a:p>
            <a:pPr marL="342900" indent="-342900">
              <a:buFont typeface="Arial" panose="020B0604020202020204" pitchFamily="34" charset="0"/>
              <a:buChar char="•"/>
            </a:pPr>
            <a:r>
              <a:rPr lang="en-IE" sz="2000"/>
              <a:t>Pilot Renewals cluster in </a:t>
            </a:r>
            <a:r>
              <a:rPr lang="en-IE" sz="2000" b="1"/>
              <a:t>healthy utilisation</a:t>
            </a:r>
            <a:endParaRPr lang="en-IE" sz="2000"/>
          </a:p>
          <a:p>
            <a:pPr marL="342900" indent="-342900">
              <a:buFont typeface="Arial" panose="020B0604020202020204" pitchFamily="34" charset="0"/>
              <a:buChar char="•"/>
            </a:pPr>
            <a:r>
              <a:rPr lang="en-IE" sz="2000"/>
              <a:t>Acquisition EPs are largely </a:t>
            </a:r>
            <a:r>
              <a:rPr lang="en-IE" sz="2000" b="1"/>
              <a:t>under-utilised</a:t>
            </a:r>
            <a:endParaRPr lang="en-IE" sz="2000"/>
          </a:p>
          <a:p>
            <a:pPr marL="342900" indent="-342900">
              <a:buFont typeface="Arial" panose="020B0604020202020204" pitchFamily="34" charset="0"/>
              <a:buChar char="•"/>
            </a:pPr>
            <a:r>
              <a:rPr lang="en-IE" sz="2000"/>
              <a:t>Pilots drive more accurate sizing</a:t>
            </a:r>
          </a:p>
          <a:p>
            <a:endParaRPr lang="en-IE" sz="2000"/>
          </a:p>
        </p:txBody>
      </p:sp>
      <p:sp>
        <p:nvSpPr>
          <p:cNvPr id="43" name="TextBox 42">
            <a:extLst>
              <a:ext uri="{FF2B5EF4-FFF2-40B4-BE49-F238E27FC236}">
                <a16:creationId xmlns:a16="http://schemas.microsoft.com/office/drawing/2014/main" id="{FBB59704-BEB6-E485-29C4-BCAABEFD26B9}"/>
              </a:ext>
            </a:extLst>
          </p:cNvPr>
          <p:cNvSpPr txBox="1"/>
          <p:nvPr/>
        </p:nvSpPr>
        <p:spPr>
          <a:xfrm>
            <a:off x="11593427" y="3527995"/>
            <a:ext cx="5216585" cy="2031325"/>
          </a:xfrm>
          <a:prstGeom prst="rect">
            <a:avLst/>
          </a:prstGeom>
          <a:noFill/>
        </p:spPr>
        <p:txBody>
          <a:bodyPr wrap="square" rtlCol="0">
            <a:spAutoFit/>
          </a:bodyPr>
          <a:lstStyle/>
          <a:p>
            <a:pPr marL="285750" indent="-285750">
              <a:buFont typeface="Arial" panose="020B0604020202020204" pitchFamily="34" charset="0"/>
              <a:buChar char="•"/>
            </a:pPr>
            <a:r>
              <a:rPr lang="en-IE"/>
              <a:t>Top reps use pilots primarily as a </a:t>
            </a:r>
            <a:r>
              <a:rPr lang="en-IE" b="1"/>
              <a:t>learning and calibration mechanism</a:t>
            </a:r>
            <a:r>
              <a:rPr lang="en-IE"/>
              <a:t>, not just value proof</a:t>
            </a:r>
          </a:p>
          <a:p>
            <a:pPr marL="285750" indent="-285750">
              <a:buFont typeface="Arial" panose="020B0604020202020204" pitchFamily="34" charset="0"/>
              <a:buChar char="•"/>
            </a:pPr>
            <a:r>
              <a:rPr lang="en-IE"/>
              <a:t>Pilots enable observation of real usage, expectation-setting, and confident EP sizing at renewal</a:t>
            </a:r>
          </a:p>
          <a:p>
            <a:pPr marL="285750" indent="-285750">
              <a:buFont typeface="Arial" panose="020B0604020202020204" pitchFamily="34" charset="0"/>
              <a:buChar char="•"/>
            </a:pPr>
            <a:r>
              <a:rPr lang="en-IE"/>
              <a:t>Pilots underperform when </a:t>
            </a:r>
            <a:r>
              <a:rPr lang="en-IE" b="1"/>
              <a:t>success criteria, conversion pricing, or timelines</a:t>
            </a:r>
            <a:r>
              <a:rPr lang="en-IE"/>
              <a:t> are unclear upfront</a:t>
            </a:r>
          </a:p>
          <a:p>
            <a:pPr marL="285750" indent="-285750">
              <a:buFont typeface="Arial" panose="020B0604020202020204" pitchFamily="34" charset="0"/>
              <a:buChar char="•"/>
            </a:pPr>
            <a:endParaRPr lang="en-IE"/>
          </a:p>
        </p:txBody>
      </p:sp>
      <p:sp>
        <p:nvSpPr>
          <p:cNvPr id="44" name="TextBox 43">
            <a:extLst>
              <a:ext uri="{FF2B5EF4-FFF2-40B4-BE49-F238E27FC236}">
                <a16:creationId xmlns:a16="http://schemas.microsoft.com/office/drawing/2014/main" id="{A1350476-1B6D-2BB6-9289-8483DE93DC18}"/>
              </a:ext>
            </a:extLst>
          </p:cNvPr>
          <p:cNvSpPr txBox="1"/>
          <p:nvPr/>
        </p:nvSpPr>
        <p:spPr>
          <a:xfrm>
            <a:off x="18173738" y="3545426"/>
            <a:ext cx="4987783" cy="2031325"/>
          </a:xfrm>
          <a:prstGeom prst="rect">
            <a:avLst/>
          </a:prstGeom>
          <a:noFill/>
        </p:spPr>
        <p:txBody>
          <a:bodyPr wrap="square" rtlCol="0">
            <a:spAutoFit/>
          </a:bodyPr>
          <a:lstStyle/>
          <a:p>
            <a:pPr marL="285750" indent="-285750">
              <a:buFont typeface="Arial" panose="020B0604020202020204" pitchFamily="34" charset="0"/>
              <a:buChar char="•"/>
            </a:pPr>
            <a:r>
              <a:rPr lang="en-IE"/>
              <a:t>Pilot-renewal EPs are healthier because they are sized on </a:t>
            </a:r>
            <a:r>
              <a:rPr lang="en-IE" b="1"/>
              <a:t>evidence, not assumptions</a:t>
            </a:r>
            <a:endParaRPr lang="en-IE"/>
          </a:p>
          <a:p>
            <a:pPr marL="285750" indent="-285750">
              <a:buFont typeface="Arial" panose="020B0604020202020204" pitchFamily="34" charset="0"/>
              <a:buChar char="•"/>
            </a:pPr>
            <a:r>
              <a:rPr lang="en-IE"/>
              <a:t>Without usage evidence, acquisition EPs default to </a:t>
            </a:r>
            <a:r>
              <a:rPr lang="en-IE" b="1"/>
              <a:t>conservative sizing</a:t>
            </a:r>
            <a:r>
              <a:rPr lang="en-IE"/>
              <a:t> to win the deal</a:t>
            </a:r>
          </a:p>
          <a:p>
            <a:pPr marL="285750" indent="-285750">
              <a:buFont typeface="Arial" panose="020B0604020202020204" pitchFamily="34" charset="0"/>
              <a:buChar char="•"/>
            </a:pPr>
            <a:r>
              <a:rPr lang="en-IE"/>
              <a:t>Conservative sizing leads to </a:t>
            </a:r>
            <a:r>
              <a:rPr lang="en-IE" b="1"/>
              <a:t>utilization instability</a:t>
            </a:r>
            <a:r>
              <a:rPr lang="en-IE"/>
              <a:t> over time</a:t>
            </a:r>
          </a:p>
          <a:p>
            <a:endParaRPr lang="en-IE"/>
          </a:p>
        </p:txBody>
      </p:sp>
      <p:sp>
        <p:nvSpPr>
          <p:cNvPr id="45" name="TextBox 44">
            <a:extLst>
              <a:ext uri="{FF2B5EF4-FFF2-40B4-BE49-F238E27FC236}">
                <a16:creationId xmlns:a16="http://schemas.microsoft.com/office/drawing/2014/main" id="{0EE2F757-64BB-CDC4-1F8E-7AB83C2BBBF2}"/>
              </a:ext>
            </a:extLst>
          </p:cNvPr>
          <p:cNvSpPr txBox="1"/>
          <p:nvPr/>
        </p:nvSpPr>
        <p:spPr>
          <a:xfrm>
            <a:off x="5859999" y="5898765"/>
            <a:ext cx="4213613" cy="2308324"/>
          </a:xfrm>
          <a:prstGeom prst="rect">
            <a:avLst/>
          </a:prstGeom>
          <a:noFill/>
        </p:spPr>
        <p:txBody>
          <a:bodyPr wrap="square" rtlCol="0">
            <a:spAutoFit/>
          </a:bodyPr>
          <a:lstStyle/>
          <a:p>
            <a:pPr marL="285750" indent="-285750">
              <a:buFont typeface="Arial" panose="020B0604020202020204" pitchFamily="34" charset="0"/>
              <a:buChar char="•"/>
            </a:pPr>
            <a:r>
              <a:rPr lang="en-IE"/>
              <a:t>Utilisation outcomes vary widely across EPs, with </a:t>
            </a:r>
            <a:r>
              <a:rPr lang="en-IE" b="1"/>
              <a:t>significant shelfware in acquisition deals</a:t>
            </a:r>
            <a:endParaRPr lang="en-IE"/>
          </a:p>
          <a:p>
            <a:pPr marL="285750" indent="-285750">
              <a:buFont typeface="Arial" panose="020B0604020202020204" pitchFamily="34" charset="0"/>
              <a:buChar char="•"/>
            </a:pPr>
            <a:r>
              <a:rPr lang="en-IE"/>
              <a:t>This variance indicates </a:t>
            </a:r>
            <a:r>
              <a:rPr lang="en-IE" b="1"/>
              <a:t>inconsistent sizing discipline</a:t>
            </a:r>
            <a:endParaRPr lang="en-IE"/>
          </a:p>
          <a:p>
            <a:pPr marL="285750" indent="-285750">
              <a:buFont typeface="Arial" panose="020B0604020202020204" pitchFamily="34" charset="0"/>
              <a:buChar char="•"/>
            </a:pPr>
            <a:r>
              <a:rPr lang="en-IE"/>
              <a:t>Sold packages are often misaligned with </a:t>
            </a:r>
            <a:r>
              <a:rPr lang="en-IE" b="1"/>
              <a:t>actual hiring activity</a:t>
            </a:r>
            <a:endParaRPr lang="en-IE"/>
          </a:p>
          <a:p>
            <a:endParaRPr lang="en-IE"/>
          </a:p>
        </p:txBody>
      </p:sp>
      <p:sp>
        <p:nvSpPr>
          <p:cNvPr id="46" name="TextBox 45">
            <a:extLst>
              <a:ext uri="{FF2B5EF4-FFF2-40B4-BE49-F238E27FC236}">
                <a16:creationId xmlns:a16="http://schemas.microsoft.com/office/drawing/2014/main" id="{63DCEAA4-5D4A-5EDD-0E23-0F8C4E316C2E}"/>
              </a:ext>
            </a:extLst>
          </p:cNvPr>
          <p:cNvSpPr txBox="1"/>
          <p:nvPr/>
        </p:nvSpPr>
        <p:spPr>
          <a:xfrm>
            <a:off x="11706754" y="6002323"/>
            <a:ext cx="5216585" cy="2031325"/>
          </a:xfrm>
          <a:prstGeom prst="rect">
            <a:avLst/>
          </a:prstGeom>
          <a:noFill/>
        </p:spPr>
        <p:txBody>
          <a:bodyPr wrap="square" rtlCol="0">
            <a:spAutoFit/>
          </a:bodyPr>
          <a:lstStyle/>
          <a:p>
            <a:pPr marL="285750" indent="-285750">
              <a:buFont typeface="Arial" panose="020B0604020202020204" pitchFamily="34" charset="0"/>
              <a:buChar char="•"/>
            </a:pPr>
            <a:r>
              <a:rPr lang="en-IE"/>
              <a:t>Reps rely on </a:t>
            </a:r>
            <a:r>
              <a:rPr lang="en-IE" b="1"/>
              <a:t>Merlin job reports</a:t>
            </a:r>
            <a:r>
              <a:rPr lang="en-IE"/>
              <a:t> to validate job volume, growth, and ROI</a:t>
            </a:r>
          </a:p>
          <a:p>
            <a:pPr marL="285750" indent="-285750">
              <a:buFont typeface="Arial" panose="020B0604020202020204" pitchFamily="34" charset="0"/>
              <a:buChar char="•"/>
            </a:pPr>
            <a:r>
              <a:rPr lang="en-IE"/>
              <a:t>Merlin is one of the few </a:t>
            </a:r>
            <a:r>
              <a:rPr lang="en-IE" b="1"/>
              <a:t>trusted, objective inputs</a:t>
            </a:r>
            <a:r>
              <a:rPr lang="en-IE"/>
              <a:t> for EP sizing</a:t>
            </a:r>
          </a:p>
          <a:p>
            <a:pPr marL="285750" indent="-285750">
              <a:buFont typeface="Arial" panose="020B0604020202020204" pitchFamily="34" charset="0"/>
              <a:buChar char="•"/>
            </a:pPr>
            <a:r>
              <a:rPr lang="en-IE"/>
              <a:t>Without a structured sizing methodology, inputs vary by rep confidence, leading to </a:t>
            </a:r>
            <a:r>
              <a:rPr lang="en-IE" b="1"/>
              <a:t>over- or under-selling</a:t>
            </a:r>
            <a:endParaRPr lang="en-IE"/>
          </a:p>
          <a:p>
            <a:endParaRPr lang="en-IE"/>
          </a:p>
        </p:txBody>
      </p:sp>
      <p:sp>
        <p:nvSpPr>
          <p:cNvPr id="47" name="TextBox 46">
            <a:extLst>
              <a:ext uri="{FF2B5EF4-FFF2-40B4-BE49-F238E27FC236}">
                <a16:creationId xmlns:a16="http://schemas.microsoft.com/office/drawing/2014/main" id="{B1AF68A5-B4D0-4ECF-1C27-DF0E3D633A86}"/>
              </a:ext>
            </a:extLst>
          </p:cNvPr>
          <p:cNvSpPr txBox="1"/>
          <p:nvPr/>
        </p:nvSpPr>
        <p:spPr>
          <a:xfrm>
            <a:off x="18169139" y="5985077"/>
            <a:ext cx="4819628" cy="2031325"/>
          </a:xfrm>
          <a:prstGeom prst="rect">
            <a:avLst/>
          </a:prstGeom>
          <a:noFill/>
        </p:spPr>
        <p:txBody>
          <a:bodyPr wrap="square" rtlCol="0">
            <a:spAutoFit/>
          </a:bodyPr>
          <a:lstStyle/>
          <a:p>
            <a:pPr marL="285750" indent="-285750">
              <a:buFont typeface="Arial" panose="020B0604020202020204" pitchFamily="34" charset="0"/>
              <a:buChar char="•"/>
            </a:pPr>
            <a:r>
              <a:rPr lang="en-IE"/>
              <a:t>Merlin connects </a:t>
            </a:r>
            <a:r>
              <a:rPr lang="en-IE" b="1"/>
              <a:t>pricing discussions</a:t>
            </a:r>
            <a:r>
              <a:rPr lang="en-IE"/>
              <a:t> to </a:t>
            </a:r>
            <a:r>
              <a:rPr lang="en-IE" b="1"/>
              <a:t>real-world usage</a:t>
            </a:r>
            <a:endParaRPr lang="en-IE"/>
          </a:p>
          <a:p>
            <a:pPr marL="285750" indent="-285750">
              <a:buFont typeface="Arial" panose="020B0604020202020204" pitchFamily="34" charset="0"/>
              <a:buChar char="•"/>
            </a:pPr>
            <a:r>
              <a:rPr lang="en-IE"/>
              <a:t>Provides a </a:t>
            </a:r>
            <a:r>
              <a:rPr lang="en-IE" b="1"/>
              <a:t>defensible, customer-facing rationale</a:t>
            </a:r>
            <a:r>
              <a:rPr lang="en-IE"/>
              <a:t> for EP size and buffer</a:t>
            </a:r>
          </a:p>
          <a:p>
            <a:pPr marL="285750" indent="-285750">
              <a:buFont typeface="Arial" panose="020B0604020202020204" pitchFamily="34" charset="0"/>
              <a:buChar char="•"/>
            </a:pPr>
            <a:r>
              <a:rPr lang="en-IE"/>
              <a:t>Without Merlin, EP sizing becomes </a:t>
            </a:r>
            <a:r>
              <a:rPr lang="en-IE" b="1"/>
              <a:t>subjective and incentive-driven</a:t>
            </a:r>
            <a:endParaRPr lang="en-IE"/>
          </a:p>
          <a:p>
            <a:endParaRPr lang="en-IE"/>
          </a:p>
        </p:txBody>
      </p:sp>
      <p:sp>
        <p:nvSpPr>
          <p:cNvPr id="48" name="TextBox 47">
            <a:extLst>
              <a:ext uri="{FF2B5EF4-FFF2-40B4-BE49-F238E27FC236}">
                <a16:creationId xmlns:a16="http://schemas.microsoft.com/office/drawing/2014/main" id="{7C200B4D-1073-CEBA-06D2-EECE973C8039}"/>
              </a:ext>
            </a:extLst>
          </p:cNvPr>
          <p:cNvSpPr txBox="1"/>
          <p:nvPr/>
        </p:nvSpPr>
        <p:spPr>
          <a:xfrm>
            <a:off x="5859999" y="8460737"/>
            <a:ext cx="4407853" cy="2031325"/>
          </a:xfrm>
          <a:prstGeom prst="rect">
            <a:avLst/>
          </a:prstGeom>
          <a:noFill/>
        </p:spPr>
        <p:txBody>
          <a:bodyPr wrap="square" rtlCol="0">
            <a:spAutoFit/>
          </a:bodyPr>
          <a:lstStyle/>
          <a:p>
            <a:pPr marL="285750" indent="-285750">
              <a:buFont typeface="Arial" panose="020B0604020202020204" pitchFamily="34" charset="0"/>
              <a:buChar char="•"/>
            </a:pPr>
            <a:r>
              <a:rPr lang="en-IE"/>
              <a:t>Acquisition EPs are heavily </a:t>
            </a:r>
            <a:r>
              <a:rPr lang="en-IE" b="1"/>
              <a:t>under-utilised at Month 1, 3, 6, and 12</a:t>
            </a:r>
            <a:endParaRPr lang="en-IE"/>
          </a:p>
          <a:p>
            <a:pPr marL="285750" indent="-285750">
              <a:buFont typeface="Arial" panose="020B0604020202020204" pitchFamily="34" charset="0"/>
              <a:buChar char="•"/>
            </a:pPr>
            <a:r>
              <a:rPr lang="en-IE"/>
              <a:t>This pattern indicates </a:t>
            </a:r>
            <a:r>
              <a:rPr lang="en-IE" b="1"/>
              <a:t>systemic oversizing or weak adoption</a:t>
            </a:r>
            <a:endParaRPr lang="en-IE"/>
          </a:p>
          <a:p>
            <a:pPr marL="285750" indent="-285750">
              <a:buFont typeface="Arial" panose="020B0604020202020204" pitchFamily="34" charset="0"/>
              <a:buChar char="•"/>
            </a:pPr>
            <a:r>
              <a:rPr lang="en-IE"/>
              <a:t>Underperformance is </a:t>
            </a:r>
            <a:r>
              <a:rPr lang="en-IE" b="1"/>
              <a:t>structural, not isolated</a:t>
            </a:r>
            <a:endParaRPr lang="en-IE"/>
          </a:p>
          <a:p>
            <a:endParaRPr lang="en-IE"/>
          </a:p>
        </p:txBody>
      </p:sp>
      <p:sp>
        <p:nvSpPr>
          <p:cNvPr id="49" name="TextBox 48">
            <a:extLst>
              <a:ext uri="{FF2B5EF4-FFF2-40B4-BE49-F238E27FC236}">
                <a16:creationId xmlns:a16="http://schemas.microsoft.com/office/drawing/2014/main" id="{91A86226-AD34-24C8-9BDD-7ABA661F37EE}"/>
              </a:ext>
            </a:extLst>
          </p:cNvPr>
          <p:cNvSpPr txBox="1"/>
          <p:nvPr/>
        </p:nvSpPr>
        <p:spPr>
          <a:xfrm>
            <a:off x="11721902" y="8440048"/>
            <a:ext cx="5173986" cy="2308324"/>
          </a:xfrm>
          <a:prstGeom prst="rect">
            <a:avLst/>
          </a:prstGeom>
          <a:noFill/>
        </p:spPr>
        <p:txBody>
          <a:bodyPr wrap="square" rtlCol="0">
            <a:spAutoFit/>
          </a:bodyPr>
          <a:lstStyle/>
          <a:p>
            <a:pPr marL="285750" indent="-285750">
              <a:buFont typeface="Arial" panose="020B0604020202020204" pitchFamily="34" charset="0"/>
              <a:buChar char="•"/>
            </a:pPr>
            <a:r>
              <a:rPr lang="en-IE"/>
              <a:t>Reps face strong pressure to close </a:t>
            </a:r>
            <a:r>
              <a:rPr lang="en-IE" b="1"/>
              <a:t>multi-year EPs at acquisition</a:t>
            </a:r>
            <a:endParaRPr lang="en-IE"/>
          </a:p>
          <a:p>
            <a:pPr marL="285750" indent="-285750">
              <a:buFont typeface="Arial" panose="020B0604020202020204" pitchFamily="34" charset="0"/>
              <a:buChar char="•"/>
            </a:pPr>
            <a:r>
              <a:rPr lang="en-IE"/>
              <a:t>EPs are often positioned as a </a:t>
            </a:r>
            <a:r>
              <a:rPr lang="en-IE" b="1"/>
              <a:t>cost-reduction lever</a:t>
            </a:r>
            <a:r>
              <a:rPr lang="en-IE"/>
              <a:t> to overcome buyer hesitation</a:t>
            </a:r>
          </a:p>
          <a:p>
            <a:pPr marL="285750" indent="-285750">
              <a:buFont typeface="Arial" panose="020B0604020202020204" pitchFamily="34" charset="0"/>
              <a:buChar char="•"/>
            </a:pPr>
            <a:r>
              <a:rPr lang="en-IE"/>
              <a:t>Enablement gaps, pricing complexity, and approval friction push reps toward </a:t>
            </a:r>
            <a:r>
              <a:rPr lang="en-IE" b="1"/>
              <a:t>price-led packages</a:t>
            </a:r>
            <a:r>
              <a:rPr lang="en-IE"/>
              <a:t> that are easier to sell but harder to sustain</a:t>
            </a:r>
          </a:p>
          <a:p>
            <a:endParaRPr lang="en-IE"/>
          </a:p>
        </p:txBody>
      </p:sp>
      <p:sp>
        <p:nvSpPr>
          <p:cNvPr id="50" name="TextBox 49">
            <a:extLst>
              <a:ext uri="{FF2B5EF4-FFF2-40B4-BE49-F238E27FC236}">
                <a16:creationId xmlns:a16="http://schemas.microsoft.com/office/drawing/2014/main" id="{ACFC218F-0AA3-CEC1-7E11-4C1001A84CC9}"/>
              </a:ext>
            </a:extLst>
          </p:cNvPr>
          <p:cNvSpPr txBox="1"/>
          <p:nvPr/>
        </p:nvSpPr>
        <p:spPr>
          <a:xfrm>
            <a:off x="18361538" y="8422803"/>
            <a:ext cx="4437450" cy="2308324"/>
          </a:xfrm>
          <a:prstGeom prst="rect">
            <a:avLst/>
          </a:prstGeom>
          <a:noFill/>
        </p:spPr>
        <p:txBody>
          <a:bodyPr wrap="square" rtlCol="0">
            <a:spAutoFit/>
          </a:bodyPr>
          <a:lstStyle/>
          <a:p>
            <a:pPr marL="285750" indent="-285750">
              <a:buFont typeface="Arial" panose="020B0604020202020204" pitchFamily="34" charset="0"/>
              <a:buChar char="•"/>
            </a:pPr>
            <a:r>
              <a:rPr lang="en-IE"/>
              <a:t>Underperformance is </a:t>
            </a:r>
            <a:r>
              <a:rPr lang="en-IE" b="1"/>
              <a:t>not driven by rep error</a:t>
            </a:r>
            <a:endParaRPr lang="en-IE"/>
          </a:p>
          <a:p>
            <a:pPr marL="285750" indent="-285750">
              <a:buFont typeface="Arial" panose="020B0604020202020204" pitchFamily="34" charset="0"/>
              <a:buChar char="•"/>
            </a:pPr>
            <a:r>
              <a:rPr lang="en-IE"/>
              <a:t>It is the predictable outcome of selling </a:t>
            </a:r>
            <a:r>
              <a:rPr lang="en-IE" b="1"/>
              <a:t>long-term EPs without usage confidence</a:t>
            </a:r>
            <a:endParaRPr lang="en-IE"/>
          </a:p>
          <a:p>
            <a:pPr marL="285750" indent="-285750">
              <a:buFont typeface="Arial" panose="020B0604020202020204" pitchFamily="34" charset="0"/>
              <a:buChar char="•"/>
            </a:pPr>
            <a:r>
              <a:rPr lang="en-IE"/>
              <a:t>Treating acquisition EP as the </a:t>
            </a:r>
            <a:r>
              <a:rPr lang="en-IE" b="1"/>
              <a:t>default close</a:t>
            </a:r>
            <a:r>
              <a:rPr lang="en-IE"/>
              <a:t>, rather than a gated motion, increases downstream risk</a:t>
            </a:r>
          </a:p>
          <a:p>
            <a:endParaRPr lang="en-IE"/>
          </a:p>
        </p:txBody>
      </p:sp>
      <p:sp>
        <p:nvSpPr>
          <p:cNvPr id="51" name="TextBox 50">
            <a:extLst>
              <a:ext uri="{FF2B5EF4-FFF2-40B4-BE49-F238E27FC236}">
                <a16:creationId xmlns:a16="http://schemas.microsoft.com/office/drawing/2014/main" id="{05DCD83C-03FB-9C2F-E568-CE8C795F6FBA}"/>
              </a:ext>
            </a:extLst>
          </p:cNvPr>
          <p:cNvSpPr txBox="1"/>
          <p:nvPr/>
        </p:nvSpPr>
        <p:spPr>
          <a:xfrm>
            <a:off x="5859999" y="10913286"/>
            <a:ext cx="3623733" cy="2031325"/>
          </a:xfrm>
          <a:prstGeom prst="rect">
            <a:avLst/>
          </a:prstGeom>
          <a:noFill/>
        </p:spPr>
        <p:txBody>
          <a:bodyPr wrap="square" rtlCol="0">
            <a:spAutoFit/>
          </a:bodyPr>
          <a:lstStyle/>
          <a:p>
            <a:pPr marL="285750" indent="-285750">
              <a:buFont typeface="Arial" panose="020B0604020202020204" pitchFamily="34" charset="0"/>
              <a:buChar char="•"/>
            </a:pPr>
            <a:r>
              <a:rPr lang="en-IE"/>
              <a:t>Early over-utilisation appears in </a:t>
            </a:r>
            <a:r>
              <a:rPr lang="en-IE" b="1"/>
              <a:t>Month 1/3</a:t>
            </a:r>
            <a:r>
              <a:rPr lang="en-IE"/>
              <a:t> across some cohorts</a:t>
            </a:r>
          </a:p>
          <a:p>
            <a:pPr marL="285750" indent="-285750">
              <a:buFont typeface="Arial" panose="020B0604020202020204" pitchFamily="34" charset="0"/>
              <a:buChar char="•"/>
            </a:pPr>
            <a:r>
              <a:rPr lang="en-IE"/>
              <a:t>Signals </a:t>
            </a:r>
            <a:r>
              <a:rPr lang="en-IE" b="1"/>
              <a:t>tight sizing or unclear expectations</a:t>
            </a:r>
            <a:r>
              <a:rPr lang="en-IE"/>
              <a:t> at close</a:t>
            </a:r>
          </a:p>
          <a:p>
            <a:pPr marL="285750" indent="-285750">
              <a:buFont typeface="Arial" panose="020B0604020202020204" pitchFamily="34" charset="0"/>
              <a:buChar char="•"/>
            </a:pPr>
            <a:r>
              <a:rPr lang="en-IE"/>
              <a:t>Early misalignment increases downstream friction</a:t>
            </a:r>
          </a:p>
          <a:p>
            <a:endParaRPr lang="en-IE"/>
          </a:p>
        </p:txBody>
      </p:sp>
      <p:sp>
        <p:nvSpPr>
          <p:cNvPr id="52" name="TextBox 51">
            <a:extLst>
              <a:ext uri="{FF2B5EF4-FFF2-40B4-BE49-F238E27FC236}">
                <a16:creationId xmlns:a16="http://schemas.microsoft.com/office/drawing/2014/main" id="{30921B07-4583-EF07-E96A-D7E0FFD31531}"/>
              </a:ext>
            </a:extLst>
          </p:cNvPr>
          <p:cNvSpPr txBox="1"/>
          <p:nvPr/>
        </p:nvSpPr>
        <p:spPr>
          <a:xfrm>
            <a:off x="11721902" y="10880330"/>
            <a:ext cx="5659314" cy="2585323"/>
          </a:xfrm>
          <a:prstGeom prst="rect">
            <a:avLst/>
          </a:prstGeom>
          <a:noFill/>
        </p:spPr>
        <p:txBody>
          <a:bodyPr wrap="square" rtlCol="0">
            <a:spAutoFit/>
          </a:bodyPr>
          <a:lstStyle/>
          <a:p>
            <a:pPr marL="285750" indent="-285750">
              <a:buFont typeface="Arial" panose="020B0604020202020204" pitchFamily="34" charset="0"/>
              <a:buChar char="•"/>
            </a:pPr>
            <a:r>
              <a:rPr lang="en-IE"/>
              <a:t>Top reps size EPs to </a:t>
            </a:r>
            <a:r>
              <a:rPr lang="en-IE" b="1"/>
              <a:t>expected growth plus buffer</a:t>
            </a:r>
            <a:r>
              <a:rPr lang="en-IE"/>
              <a:t> and set clear expectations at close</a:t>
            </a:r>
          </a:p>
          <a:p>
            <a:pPr marL="285750" indent="-285750">
              <a:buFont typeface="Arial" panose="020B0604020202020204" pitchFamily="34" charset="0"/>
              <a:buChar char="•"/>
            </a:pPr>
            <a:r>
              <a:rPr lang="en-IE"/>
              <a:t>Clear communication of </a:t>
            </a:r>
            <a:r>
              <a:rPr lang="en-IE" b="1"/>
              <a:t>limits, renewal implications, and expansion mechanics</a:t>
            </a:r>
            <a:r>
              <a:rPr lang="en-IE"/>
              <a:t> reduces friction</a:t>
            </a:r>
          </a:p>
          <a:p>
            <a:pPr marL="285750" indent="-285750">
              <a:buFont typeface="Arial" panose="020B0604020202020204" pitchFamily="34" charset="0"/>
              <a:buChar char="•"/>
            </a:pPr>
            <a:r>
              <a:rPr lang="en-IE"/>
              <a:t>Too many options (pilot, EP, a la carte) overwhelm buyers and stall decisions</a:t>
            </a:r>
          </a:p>
          <a:p>
            <a:pPr marL="285750" indent="-285750">
              <a:buFont typeface="Arial" panose="020B0604020202020204" pitchFamily="34" charset="0"/>
              <a:buChar char="•"/>
            </a:pPr>
            <a:r>
              <a:rPr lang="en-IE"/>
              <a:t>Confusing HEPU terminology, especially </a:t>
            </a:r>
            <a:r>
              <a:rPr lang="en-IE" b="1"/>
              <a:t>“unlimited,”</a:t>
            </a:r>
            <a:r>
              <a:rPr lang="en-IE"/>
              <a:t> drives misalignment</a:t>
            </a:r>
          </a:p>
          <a:p>
            <a:endParaRPr lang="en-IE"/>
          </a:p>
        </p:txBody>
      </p:sp>
      <p:sp>
        <p:nvSpPr>
          <p:cNvPr id="53" name="TextBox 52">
            <a:extLst>
              <a:ext uri="{FF2B5EF4-FFF2-40B4-BE49-F238E27FC236}">
                <a16:creationId xmlns:a16="http://schemas.microsoft.com/office/drawing/2014/main" id="{22493946-E230-04AB-5AA2-BAD142138949}"/>
              </a:ext>
            </a:extLst>
          </p:cNvPr>
          <p:cNvSpPr txBox="1"/>
          <p:nvPr/>
        </p:nvSpPr>
        <p:spPr>
          <a:xfrm>
            <a:off x="18428419" y="10886349"/>
            <a:ext cx="4301068" cy="2031325"/>
          </a:xfrm>
          <a:prstGeom prst="rect">
            <a:avLst/>
          </a:prstGeom>
          <a:noFill/>
        </p:spPr>
        <p:txBody>
          <a:bodyPr wrap="square" rtlCol="0">
            <a:spAutoFit/>
          </a:bodyPr>
          <a:lstStyle/>
          <a:p>
            <a:pPr marL="285750" indent="-285750">
              <a:buFont typeface="Arial" panose="020B0604020202020204" pitchFamily="34" charset="0"/>
              <a:buChar char="•"/>
            </a:pPr>
            <a:r>
              <a:rPr lang="en-IE"/>
              <a:t>Utilisation volatility—both </a:t>
            </a:r>
            <a:r>
              <a:rPr lang="en-IE" b="1"/>
              <a:t>under and over</a:t>
            </a:r>
            <a:r>
              <a:rPr lang="en-IE"/>
              <a:t>—is often set at the </a:t>
            </a:r>
            <a:r>
              <a:rPr lang="en-IE" b="1"/>
              <a:t>point of sale</a:t>
            </a:r>
            <a:endParaRPr lang="en-IE"/>
          </a:p>
          <a:p>
            <a:pPr marL="285750" indent="-285750">
              <a:buFont typeface="Arial" panose="020B0604020202020204" pitchFamily="34" charset="0"/>
              <a:buChar char="•"/>
            </a:pPr>
            <a:r>
              <a:rPr lang="en-IE"/>
              <a:t>Early calibration of expectations reduces </a:t>
            </a:r>
            <a:r>
              <a:rPr lang="en-IE" b="1"/>
              <a:t>renegotiation and dissatisfaction</a:t>
            </a:r>
            <a:endParaRPr lang="en-IE"/>
          </a:p>
          <a:p>
            <a:pPr marL="285750" indent="-285750">
              <a:buFont typeface="Arial" panose="020B0604020202020204" pitchFamily="34" charset="0"/>
              <a:buChar char="•"/>
            </a:pPr>
            <a:r>
              <a:rPr lang="en-IE"/>
              <a:t>Simplifying the decision path lowers </a:t>
            </a:r>
            <a:r>
              <a:rPr lang="en-IE" b="1"/>
              <a:t>surprise at renewal</a:t>
            </a:r>
            <a:endParaRPr lang="en-IE"/>
          </a:p>
          <a:p>
            <a:endParaRPr lang="en-IE"/>
          </a:p>
        </p:txBody>
      </p:sp>
      <p:sp>
        <p:nvSpPr>
          <p:cNvPr id="56" name="Text Placeholder 1">
            <a:extLst>
              <a:ext uri="{FF2B5EF4-FFF2-40B4-BE49-F238E27FC236}">
                <a16:creationId xmlns:a16="http://schemas.microsoft.com/office/drawing/2014/main" id="{450B3BB6-97A5-843E-03B8-B46231626FC0}"/>
              </a:ext>
            </a:extLst>
          </p:cNvPr>
          <p:cNvSpPr txBox="1">
            <a:spLocks/>
          </p:cNvSpPr>
          <p:nvPr/>
        </p:nvSpPr>
        <p:spPr>
          <a:xfrm>
            <a:off x="1164639" y="974081"/>
            <a:ext cx="22057895" cy="907416"/>
          </a:xfr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E" sz="4800">
                <a:solidFill>
                  <a:schemeClr val="accent2"/>
                </a:solidFill>
              </a:rPr>
              <a:t>Pilots and data drive correct EP sizing—and better outcomes</a:t>
            </a:r>
            <a:endParaRPr lang="en-IE" sz="4800" b="1">
              <a:solidFill>
                <a:schemeClr val="accent2"/>
              </a:solidFill>
              <a:latin typeface="Community" panose="02000303040000020003" pitchFamily="2" charset="0"/>
            </a:endParaRPr>
          </a:p>
        </p:txBody>
      </p:sp>
      <p:sp>
        <p:nvSpPr>
          <p:cNvPr id="57" name="Rectangle 56">
            <a:extLst>
              <a:ext uri="{FF2B5EF4-FFF2-40B4-BE49-F238E27FC236}">
                <a16:creationId xmlns:a16="http://schemas.microsoft.com/office/drawing/2014/main" id="{C990891F-AF10-B5F0-F5A0-3FC7F59C9626}"/>
              </a:ext>
            </a:extLst>
          </p:cNvPr>
          <p:cNvSpPr/>
          <p:nvPr/>
        </p:nvSpPr>
        <p:spPr>
          <a:xfrm>
            <a:off x="18153303" y="193155"/>
            <a:ext cx="5934265" cy="192451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a:t>WIP</a:t>
            </a:r>
          </a:p>
        </p:txBody>
      </p:sp>
      <p:sp>
        <p:nvSpPr>
          <p:cNvPr id="3" name="Rectangle 2">
            <a:extLst>
              <a:ext uri="{FF2B5EF4-FFF2-40B4-BE49-F238E27FC236}">
                <a16:creationId xmlns:a16="http://schemas.microsoft.com/office/drawing/2014/main" id="{0F4E4140-4877-8C96-FEEE-34C1F70273C3}"/>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4502960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07833-948E-7E3A-80F0-3E3FF75AE74E}"/>
            </a:ext>
          </a:extLst>
        </p:cNvPr>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092F7E70-AEF4-81EB-FE23-75AC72B1DDD6}"/>
              </a:ext>
            </a:extLst>
          </p:cNvPr>
          <p:cNvGraphicFramePr>
            <a:graphicFrameLocks noChangeAspect="1"/>
          </p:cNvGraphicFramePr>
          <p:nvPr>
            <p:custDataLst>
              <p:tags r:id="rId1"/>
            </p:custDataLst>
            <p:extLst>
              <p:ext uri="{D42A27DB-BD31-4B8C-83A1-F6EECF244321}">
                <p14:modId xmlns:p14="http://schemas.microsoft.com/office/powerpoint/2010/main" val="12066660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8" imgW="503" imgH="503" progId="TCLayout.ActiveDocument.1">
                  <p:embed/>
                </p:oleObj>
              </mc:Choice>
              <mc:Fallback>
                <p:oleObj name="think-cell Slide" r:id="rId28" imgW="503" imgH="503" progId="TCLayout.ActiveDocument.1">
                  <p:embed/>
                  <p:pic>
                    <p:nvPicPr>
                      <p:cNvPr id="22" name="think-cell data - do not delete" hidden="1">
                        <a:extLst>
                          <a:ext uri="{FF2B5EF4-FFF2-40B4-BE49-F238E27FC236}">
                            <a16:creationId xmlns:a16="http://schemas.microsoft.com/office/drawing/2014/main" id="{092F7E70-AEF4-81EB-FE23-75AC72B1DDD6}"/>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0D59628D-4E5B-19AD-D902-BC6C806A2258}"/>
              </a:ext>
            </a:extLst>
          </p:cNvPr>
          <p:cNvSpPr>
            <a:spLocks noGrp="1"/>
          </p:cNvSpPr>
          <p:nvPr>
            <p:ph type="body" sz="quarter" idx="10"/>
          </p:nvPr>
        </p:nvSpPr>
        <p:spPr>
          <a:xfrm>
            <a:off x="1340852" y="663575"/>
            <a:ext cx="22057895" cy="907416"/>
          </a:xfrm>
        </p:spPr>
        <p:txBody>
          <a:bodyPr vert="horz" lIns="0" tIns="45720" rIns="91440" bIns="45720" rtlCol="0" anchor="t">
            <a:noAutofit/>
          </a:bodyPr>
          <a:lstStyle/>
          <a:p>
            <a:r>
              <a:rPr lang="en-IE" sz="4800" b="1">
                <a:latin typeface="Community"/>
              </a:rPr>
              <a:t>Time Stamp: August 2025, ( After 6 Months Jan’26)</a:t>
            </a:r>
          </a:p>
        </p:txBody>
      </p:sp>
      <p:sp>
        <p:nvSpPr>
          <p:cNvPr id="29" name="TextBox 28">
            <a:extLst>
              <a:ext uri="{FF2B5EF4-FFF2-40B4-BE49-F238E27FC236}">
                <a16:creationId xmlns:a16="http://schemas.microsoft.com/office/drawing/2014/main" id="{C3A15824-29A6-7A52-86FF-B05F1DED9B77}"/>
              </a:ext>
            </a:extLst>
          </p:cNvPr>
          <p:cNvSpPr txBox="1"/>
          <p:nvPr/>
        </p:nvSpPr>
        <p:spPr>
          <a:xfrm>
            <a:off x="5874891" y="6666667"/>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53" name="TextBox 52">
            <a:extLst>
              <a:ext uri="{FF2B5EF4-FFF2-40B4-BE49-F238E27FC236}">
                <a16:creationId xmlns:a16="http://schemas.microsoft.com/office/drawing/2014/main" id="{FDCEF052-0A55-FA3B-00EA-58DDF4E118CD}"/>
              </a:ext>
            </a:extLst>
          </p:cNvPr>
          <p:cNvSpPr txBox="1"/>
          <p:nvPr/>
        </p:nvSpPr>
        <p:spPr>
          <a:xfrm>
            <a:off x="8327578" y="8127167"/>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56" name="TextBox 55">
            <a:extLst>
              <a:ext uri="{FF2B5EF4-FFF2-40B4-BE49-F238E27FC236}">
                <a16:creationId xmlns:a16="http://schemas.microsoft.com/office/drawing/2014/main" id="{9E4862FA-DF40-5D25-F34C-428554E96FF1}"/>
              </a:ext>
            </a:extLst>
          </p:cNvPr>
          <p:cNvSpPr txBox="1"/>
          <p:nvPr/>
        </p:nvSpPr>
        <p:spPr>
          <a:xfrm>
            <a:off x="12005816" y="8127167"/>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59" name="TextBox 58">
            <a:extLst>
              <a:ext uri="{FF2B5EF4-FFF2-40B4-BE49-F238E27FC236}">
                <a16:creationId xmlns:a16="http://schemas.microsoft.com/office/drawing/2014/main" id="{914034D7-FD10-C789-2EE3-92831988E25F}"/>
              </a:ext>
            </a:extLst>
          </p:cNvPr>
          <p:cNvSpPr txBox="1"/>
          <p:nvPr/>
        </p:nvSpPr>
        <p:spPr>
          <a:xfrm>
            <a:off x="15853916" y="8149392"/>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554" name="TextBox 553">
            <a:extLst>
              <a:ext uri="{FF2B5EF4-FFF2-40B4-BE49-F238E27FC236}">
                <a16:creationId xmlns:a16="http://schemas.microsoft.com/office/drawing/2014/main" id="{F070581B-E08E-94CA-0FD6-E0B6FAC08D81}"/>
              </a:ext>
            </a:extLst>
          </p:cNvPr>
          <p:cNvSpPr txBox="1"/>
          <p:nvPr/>
        </p:nvSpPr>
        <p:spPr>
          <a:xfrm>
            <a:off x="-6432997" y="13502057"/>
            <a:ext cx="12750800" cy="307777"/>
          </a:xfrm>
          <a:prstGeom prst="rect">
            <a:avLst/>
          </a:prstGeom>
          <a:noFill/>
        </p:spPr>
        <p:txBody>
          <a:bodyPr wrap="square" rtlCol="0">
            <a:spAutoFit/>
          </a:bodyPr>
          <a:lstStyle/>
          <a:p>
            <a:r>
              <a:rPr lang="en-IE" sz="1400"/>
              <a:t>Findings are directional and will be validated as additional cohorts mature</a:t>
            </a:r>
          </a:p>
        </p:txBody>
      </p:sp>
      <p:sp>
        <p:nvSpPr>
          <p:cNvPr id="17" name="Rectangle 16">
            <a:extLst>
              <a:ext uri="{FF2B5EF4-FFF2-40B4-BE49-F238E27FC236}">
                <a16:creationId xmlns:a16="http://schemas.microsoft.com/office/drawing/2014/main" id="{51103CE7-4777-F19F-AB12-118189AE1D14}"/>
              </a:ext>
            </a:extLst>
          </p:cNvPr>
          <p:cNvSpPr/>
          <p:nvPr/>
        </p:nvSpPr>
        <p:spPr>
          <a:xfrm>
            <a:off x="5874891" y="1929567"/>
            <a:ext cx="10360025" cy="4181545"/>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endParaRPr kumimoji="0" lang="en-IE" sz="1800"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21" name="Rectangle 20">
            <a:extLst>
              <a:ext uri="{FF2B5EF4-FFF2-40B4-BE49-F238E27FC236}">
                <a16:creationId xmlns:a16="http://schemas.microsoft.com/office/drawing/2014/main" id="{EE882FAB-A589-54E0-7621-524F0F99A62F}"/>
              </a:ext>
            </a:extLst>
          </p:cNvPr>
          <p:cNvSpPr/>
          <p:nvPr/>
        </p:nvSpPr>
        <p:spPr>
          <a:xfrm>
            <a:off x="5892353" y="1929567"/>
            <a:ext cx="2470150" cy="4181545"/>
          </a:xfrm>
          <a:prstGeom prst="rect">
            <a:avLst/>
          </a:prstGeom>
          <a:solidFill>
            <a:schemeClr val="accent5">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IE" sz="3200">
                <a:solidFill>
                  <a:schemeClr val="tx1"/>
                </a:solidFill>
                <a:latin typeface="Community" panose="02000303040000020003" pitchFamily="2" charset="0"/>
              </a:rPr>
              <a:t>After </a:t>
            </a:r>
          </a:p>
          <a:p>
            <a:pPr marL="0" marR="0" indent="0" algn="ctr" defTabSz="457200" rtl="0" eaLnBrk="1" fontAlgn="auto" latinLnBrk="0" hangingPunct="1">
              <a:lnSpc>
                <a:spcPct val="100000"/>
              </a:lnSpc>
              <a:spcBef>
                <a:spcPts val="0"/>
              </a:spcBef>
              <a:spcAft>
                <a:spcPts val="0"/>
              </a:spcAft>
              <a:buClrTx/>
              <a:buSzTx/>
              <a:buFontTx/>
              <a:buNone/>
              <a:tabLst/>
            </a:pPr>
            <a:r>
              <a:rPr lang="en-IE" sz="3200">
                <a:solidFill>
                  <a:schemeClr val="tx1"/>
                </a:solidFill>
                <a:latin typeface="Community" panose="02000303040000020003" pitchFamily="2" charset="0"/>
              </a:rPr>
              <a:t>6 Months</a:t>
            </a:r>
          </a:p>
          <a:p>
            <a:pPr marL="0" marR="0" indent="0" algn="ctr" defTabSz="457200" rtl="0" eaLnBrk="1" fontAlgn="auto" latinLnBrk="0" hangingPunct="1">
              <a:lnSpc>
                <a:spcPct val="100000"/>
              </a:lnSpc>
              <a:spcBef>
                <a:spcPts val="0"/>
              </a:spcBef>
              <a:spcAft>
                <a:spcPts val="0"/>
              </a:spcAft>
              <a:buClrTx/>
              <a:buSzTx/>
              <a:buFontTx/>
              <a:buNone/>
              <a:tabLst/>
            </a:pPr>
            <a:endParaRPr lang="en-IE" sz="2000">
              <a:solidFill>
                <a:schemeClr val="tx1"/>
              </a:solidFill>
              <a:latin typeface="Community" panose="02000303040000020003" pitchFamily="2" charset="0"/>
            </a:endParaRPr>
          </a:p>
        </p:txBody>
      </p:sp>
      <p:sp>
        <p:nvSpPr>
          <p:cNvPr id="24" name="TextBox 23">
            <a:extLst>
              <a:ext uri="{FF2B5EF4-FFF2-40B4-BE49-F238E27FC236}">
                <a16:creationId xmlns:a16="http://schemas.microsoft.com/office/drawing/2014/main" id="{6D2194D1-48C6-D85E-2066-A175A324A868}"/>
              </a:ext>
            </a:extLst>
          </p:cNvPr>
          <p:cNvSpPr txBox="1"/>
          <p:nvPr/>
        </p:nvSpPr>
        <p:spPr>
          <a:xfrm>
            <a:off x="10054778" y="6801604"/>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25" name="TextBox 24">
            <a:extLst>
              <a:ext uri="{FF2B5EF4-FFF2-40B4-BE49-F238E27FC236}">
                <a16:creationId xmlns:a16="http://schemas.microsoft.com/office/drawing/2014/main" id="{5F3556CA-7C49-2BDC-9F1C-52E694F343A5}"/>
              </a:ext>
            </a:extLst>
          </p:cNvPr>
          <p:cNvSpPr txBox="1"/>
          <p:nvPr/>
        </p:nvSpPr>
        <p:spPr>
          <a:xfrm>
            <a:off x="10116691" y="6666667"/>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27" name="TextBox 26">
            <a:extLst>
              <a:ext uri="{FF2B5EF4-FFF2-40B4-BE49-F238E27FC236}">
                <a16:creationId xmlns:a16="http://schemas.microsoft.com/office/drawing/2014/main" id="{327D3E53-61D5-C77B-717A-8AD0E5C60216}"/>
              </a:ext>
            </a:extLst>
          </p:cNvPr>
          <p:cNvSpPr txBox="1"/>
          <p:nvPr/>
        </p:nvSpPr>
        <p:spPr>
          <a:xfrm>
            <a:off x="13756828" y="6666667"/>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graphicFrame>
        <p:nvGraphicFramePr>
          <p:cNvPr id="708" name="Chart 707">
            <a:extLst>
              <a:ext uri="{FF2B5EF4-FFF2-40B4-BE49-F238E27FC236}">
                <a16:creationId xmlns:a16="http://schemas.microsoft.com/office/drawing/2014/main" id="{318D0093-FADB-8E09-054E-A7B3091D33F8}"/>
              </a:ext>
            </a:extLst>
          </p:cNvPr>
          <p:cNvGraphicFramePr/>
          <p:nvPr>
            <p:custDataLst>
              <p:tags r:id="rId2"/>
            </p:custDataLst>
            <p:extLst>
              <p:ext uri="{D42A27DB-BD31-4B8C-83A1-F6EECF244321}">
                <p14:modId xmlns:p14="http://schemas.microsoft.com/office/powerpoint/2010/main" val="2282089965"/>
              </p:ext>
            </p:extLst>
          </p:nvPr>
        </p:nvGraphicFramePr>
        <p:xfrm>
          <a:off x="9303891" y="2269292"/>
          <a:ext cx="7013575" cy="3257550"/>
        </p:xfrm>
        <a:graphic>
          <a:graphicData uri="http://schemas.openxmlformats.org/drawingml/2006/chart">
            <c:chart xmlns:c="http://schemas.openxmlformats.org/drawingml/2006/chart" xmlns:r="http://schemas.openxmlformats.org/officeDocument/2006/relationships" r:id="rId30"/>
          </a:graphicData>
        </a:graphic>
      </p:graphicFrame>
      <p:sp>
        <p:nvSpPr>
          <p:cNvPr id="30" name="Text Placeholder 2">
            <a:extLst>
              <a:ext uri="{FF2B5EF4-FFF2-40B4-BE49-F238E27FC236}">
                <a16:creationId xmlns:a16="http://schemas.microsoft.com/office/drawing/2014/main" id="{A6C9B7DD-C30E-3B65-B038-6B6EE015CFBD}"/>
              </a:ext>
            </a:extLst>
          </p:cNvPr>
          <p:cNvSpPr txBox="1">
            <a:spLocks/>
          </p:cNvSpPr>
          <p:nvPr>
            <p:custDataLst>
              <p:tags r:id="rId3"/>
            </p:custDataLst>
          </p:nvPr>
        </p:nvSpPr>
        <p:spPr bwMode="auto">
          <a:xfrm>
            <a:off x="12140753" y="5503029"/>
            <a:ext cx="1339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5F7F5D6D-C724-4838-8AB7-C7E68D348D54}" type="datetime'Av''erag''''e'''' ''Ut''''''''ili''''s''a''''''''t''i''o''''n'">
              <a:rPr lang="en-IE" altLang="en-US" sz="1400" smtClean="0"/>
              <a:pPr marL="0" indent="0" algn="ctr">
                <a:spcBef>
                  <a:spcPct val="0"/>
                </a:spcBef>
                <a:spcAft>
                  <a:spcPct val="0"/>
                </a:spcAft>
                <a:buNone/>
              </a:pPr>
              <a:t>Average Utilisation</a:t>
            </a:fld>
            <a:endParaRPr lang="en-IE" sz="1400"/>
          </a:p>
        </p:txBody>
      </p:sp>
      <p:sp>
        <p:nvSpPr>
          <p:cNvPr id="31" name="Text Placeholder 2">
            <a:extLst>
              <a:ext uri="{FF2B5EF4-FFF2-40B4-BE49-F238E27FC236}">
                <a16:creationId xmlns:a16="http://schemas.microsoft.com/office/drawing/2014/main" id="{85134C58-E8FD-91A5-7A78-D5B93442C137}"/>
              </a:ext>
            </a:extLst>
          </p:cNvPr>
          <p:cNvSpPr txBox="1">
            <a:spLocks/>
          </p:cNvSpPr>
          <p:nvPr>
            <p:custDataLst>
              <p:tags r:id="rId4"/>
            </p:custDataLst>
          </p:nvPr>
        </p:nvSpPr>
        <p:spPr bwMode="auto">
          <a:xfrm>
            <a:off x="14547403" y="5503029"/>
            <a:ext cx="10937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A3B826F9-AABC-4086-A7D3-1C7FCC44EBD0}" type="datetime'O''''''ve''''''r'' ''U''''t''i''''''lisai''''t''o''''n'''''''">
              <a:rPr lang="en-IE" altLang="en-US" sz="1400" smtClean="0"/>
              <a:pPr marL="0" indent="0" algn="ctr">
                <a:spcBef>
                  <a:spcPct val="0"/>
                </a:spcBef>
                <a:spcAft>
                  <a:spcPct val="0"/>
                </a:spcAft>
                <a:buNone/>
              </a:pPr>
              <a:t>Over Utilisaiton</a:t>
            </a:fld>
            <a:endParaRPr lang="en-IE" sz="1400"/>
          </a:p>
        </p:txBody>
      </p:sp>
      <p:sp>
        <p:nvSpPr>
          <p:cNvPr id="702" name="Text Placeholder 2">
            <a:extLst>
              <a:ext uri="{FF2B5EF4-FFF2-40B4-BE49-F238E27FC236}">
                <a16:creationId xmlns:a16="http://schemas.microsoft.com/office/drawing/2014/main" id="{B0224B28-4660-BC7A-533B-CC4EE48E5638}"/>
              </a:ext>
            </a:extLst>
          </p:cNvPr>
          <p:cNvSpPr txBox="1">
            <a:spLocks/>
          </p:cNvSpPr>
          <p:nvPr>
            <p:custDataLst>
              <p:tags r:id="rId5"/>
            </p:custDataLst>
          </p:nvPr>
        </p:nvSpPr>
        <p:spPr bwMode="gray">
          <a:xfrm>
            <a:off x="9940478" y="2113717"/>
            <a:ext cx="3587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3A6E7114-EDA9-40A6-A45D-A384078E16C7}" type="datetime'''''''''''6''''''''''''2''''''''''''''''%'''''''''''''">
              <a:rPr lang="en-IE" altLang="en-US" sz="1400" smtClean="0">
                <a:effectLst/>
              </a:rPr>
              <a:pPr marL="0" indent="0" algn="ctr">
                <a:spcBef>
                  <a:spcPct val="0"/>
                </a:spcBef>
                <a:spcAft>
                  <a:spcPct val="0"/>
                </a:spcAft>
                <a:buNone/>
              </a:pPr>
              <a:t>62%</a:t>
            </a:fld>
            <a:endParaRPr lang="en-IE" sz="1400"/>
          </a:p>
        </p:txBody>
      </p:sp>
      <p:sp>
        <p:nvSpPr>
          <p:cNvPr id="703" name="Text Placeholder 2">
            <a:extLst>
              <a:ext uri="{FF2B5EF4-FFF2-40B4-BE49-F238E27FC236}">
                <a16:creationId xmlns:a16="http://schemas.microsoft.com/office/drawing/2014/main" id="{8E813810-8F71-5492-D945-96B6E4D84884}"/>
              </a:ext>
            </a:extLst>
          </p:cNvPr>
          <p:cNvSpPr txBox="1">
            <a:spLocks/>
          </p:cNvSpPr>
          <p:nvPr>
            <p:custDataLst>
              <p:tags r:id="rId6"/>
            </p:custDataLst>
          </p:nvPr>
        </p:nvSpPr>
        <p:spPr bwMode="gray">
          <a:xfrm>
            <a:off x="10756453" y="3261479"/>
            <a:ext cx="3603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E8F800E4-8FBF-4635-ADDD-AFA5C9B69CC5}" type="datetime'''''3''''''''''''''9%'''''''''''''''''''''''''''''''''''''''''">
              <a:rPr lang="en-IE" altLang="en-US" sz="1400" smtClean="0">
                <a:effectLst/>
              </a:rPr>
              <a:pPr marL="0" indent="0" algn="ctr">
                <a:spcBef>
                  <a:spcPct val="0"/>
                </a:spcBef>
                <a:spcAft>
                  <a:spcPct val="0"/>
                </a:spcAft>
                <a:buNone/>
              </a:pPr>
              <a:t>39%</a:t>
            </a:fld>
            <a:endParaRPr lang="en-IE" sz="1400"/>
          </a:p>
        </p:txBody>
      </p:sp>
      <p:sp>
        <p:nvSpPr>
          <p:cNvPr id="34" name="Text Placeholder 2">
            <a:extLst>
              <a:ext uri="{FF2B5EF4-FFF2-40B4-BE49-F238E27FC236}">
                <a16:creationId xmlns:a16="http://schemas.microsoft.com/office/drawing/2014/main" id="{0AEA49DD-D3DB-F87C-7B6A-4BCC051CEB88}"/>
              </a:ext>
            </a:extLst>
          </p:cNvPr>
          <p:cNvSpPr txBox="1">
            <a:spLocks/>
          </p:cNvSpPr>
          <p:nvPr>
            <p:custDataLst>
              <p:tags r:id="rId7"/>
            </p:custDataLst>
          </p:nvPr>
        </p:nvSpPr>
        <p:spPr bwMode="auto">
          <a:xfrm>
            <a:off x="9943653" y="5503029"/>
            <a:ext cx="11699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F0A906E2-40CB-4878-A39C-DD35D5E2DB4B}" type="datetime'''''U''''''n''''de''''r ''U''''''t''''''''''il''i''sa''''iton'">
              <a:rPr lang="en-IE" altLang="en-US" sz="1400" smtClean="0"/>
              <a:pPr marL="0" indent="0" algn="ctr">
                <a:spcBef>
                  <a:spcPct val="0"/>
                </a:spcBef>
                <a:spcAft>
                  <a:spcPct val="0"/>
                </a:spcAft>
                <a:buNone/>
              </a:pPr>
              <a:t>Under Utilisaiton</a:t>
            </a:fld>
            <a:endParaRPr lang="en-IE" sz="1400"/>
          </a:p>
        </p:txBody>
      </p:sp>
      <p:sp>
        <p:nvSpPr>
          <p:cNvPr id="705" name="Text Placeholder 2">
            <a:extLst>
              <a:ext uri="{FF2B5EF4-FFF2-40B4-BE49-F238E27FC236}">
                <a16:creationId xmlns:a16="http://schemas.microsoft.com/office/drawing/2014/main" id="{B053B5E7-8AC4-DB3E-D498-D73BA9F3C84F}"/>
              </a:ext>
            </a:extLst>
          </p:cNvPr>
          <p:cNvSpPr txBox="1">
            <a:spLocks/>
          </p:cNvSpPr>
          <p:nvPr>
            <p:custDataLst>
              <p:tags r:id="rId8"/>
            </p:custDataLst>
          </p:nvPr>
        </p:nvSpPr>
        <p:spPr bwMode="gray">
          <a:xfrm>
            <a:off x="13037691" y="3210679"/>
            <a:ext cx="3635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904DF6BF-BB6A-429B-B4A3-459DA41BDD8B}" type="datetime'4''0''''''''''''''''''%'''''''''''''''''''''''''''">
              <a:rPr lang="en-IE" altLang="en-US" sz="1400" smtClean="0">
                <a:effectLst/>
              </a:rPr>
              <a:pPr marL="0" indent="0" algn="ctr">
                <a:spcBef>
                  <a:spcPct val="0"/>
                </a:spcBef>
                <a:spcAft>
                  <a:spcPct val="0"/>
                </a:spcAft>
                <a:buNone/>
              </a:pPr>
              <a:t>40%</a:t>
            </a:fld>
            <a:endParaRPr lang="en-IE" sz="1400"/>
          </a:p>
        </p:txBody>
      </p:sp>
      <p:sp>
        <p:nvSpPr>
          <p:cNvPr id="706" name="Text Placeholder 2">
            <a:extLst>
              <a:ext uri="{FF2B5EF4-FFF2-40B4-BE49-F238E27FC236}">
                <a16:creationId xmlns:a16="http://schemas.microsoft.com/office/drawing/2014/main" id="{FC1D8F33-EAA3-7EF7-9349-F6C593D319A9}"/>
              </a:ext>
            </a:extLst>
          </p:cNvPr>
          <p:cNvSpPr txBox="1">
            <a:spLocks/>
          </p:cNvSpPr>
          <p:nvPr>
            <p:custDataLst>
              <p:tags r:id="rId9"/>
            </p:custDataLst>
          </p:nvPr>
        </p:nvSpPr>
        <p:spPr bwMode="gray">
          <a:xfrm>
            <a:off x="14507716" y="3959979"/>
            <a:ext cx="3556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9AA27109-F3C3-491E-B044-C65C151BAB74}" type="datetime'''2''''''''''''''''''''''''5''''''%'''''''''''''''">
              <a:rPr lang="en-IE" altLang="en-US" sz="1400" smtClean="0">
                <a:effectLst/>
              </a:rPr>
              <a:pPr marL="0" indent="0" algn="ctr">
                <a:spcBef>
                  <a:spcPct val="0"/>
                </a:spcBef>
                <a:spcAft>
                  <a:spcPct val="0"/>
                </a:spcAft>
                <a:buNone/>
              </a:pPr>
              <a:t>25%</a:t>
            </a:fld>
            <a:endParaRPr lang="en-IE" sz="1400"/>
          </a:p>
        </p:txBody>
      </p:sp>
      <p:sp>
        <p:nvSpPr>
          <p:cNvPr id="707" name="Text Placeholder 2">
            <a:extLst>
              <a:ext uri="{FF2B5EF4-FFF2-40B4-BE49-F238E27FC236}">
                <a16:creationId xmlns:a16="http://schemas.microsoft.com/office/drawing/2014/main" id="{B49E3BB2-5795-2D3B-7D25-D038687D7CBB}"/>
              </a:ext>
            </a:extLst>
          </p:cNvPr>
          <p:cNvSpPr txBox="1">
            <a:spLocks/>
          </p:cNvSpPr>
          <p:nvPr>
            <p:custDataLst>
              <p:tags r:id="rId10"/>
            </p:custDataLst>
          </p:nvPr>
        </p:nvSpPr>
        <p:spPr bwMode="gray">
          <a:xfrm>
            <a:off x="15333216" y="4158417"/>
            <a:ext cx="3381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78435F92-7F5F-4E6E-A53E-457262305F80}" type="datetime'''''''''''''''''''''2''''''''''''''1''''''''''''''''%'">
              <a:rPr lang="en-IE" altLang="en-US" sz="1400" smtClean="0">
                <a:effectLst/>
              </a:rPr>
              <a:pPr marL="0" indent="0" algn="ctr">
                <a:spcBef>
                  <a:spcPct val="0"/>
                </a:spcBef>
                <a:spcAft>
                  <a:spcPct val="0"/>
                </a:spcAft>
                <a:buNone/>
              </a:pPr>
              <a:t>21%</a:t>
            </a:fld>
            <a:endParaRPr lang="en-IE" sz="1400"/>
          </a:p>
        </p:txBody>
      </p:sp>
      <p:sp>
        <p:nvSpPr>
          <p:cNvPr id="704" name="Text Placeholder 2">
            <a:extLst>
              <a:ext uri="{FF2B5EF4-FFF2-40B4-BE49-F238E27FC236}">
                <a16:creationId xmlns:a16="http://schemas.microsoft.com/office/drawing/2014/main" id="{F8FEBC2F-1354-EFB0-06EB-3F15FBE1CD44}"/>
              </a:ext>
            </a:extLst>
          </p:cNvPr>
          <p:cNvSpPr txBox="1">
            <a:spLocks/>
          </p:cNvSpPr>
          <p:nvPr>
            <p:custDataLst>
              <p:tags r:id="rId11"/>
            </p:custDataLst>
          </p:nvPr>
        </p:nvSpPr>
        <p:spPr bwMode="gray">
          <a:xfrm>
            <a:off x="12232828" y="4558467"/>
            <a:ext cx="3397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A6CE2606-788D-4467-BD0A-A99F92689752}" type="datetime'''''1''3''''''''''''''''''''''''''''''''''''%'">
              <a:rPr lang="en-IE" altLang="en-US" sz="1400" smtClean="0">
                <a:effectLst/>
              </a:rPr>
              <a:pPr marL="0" indent="0" algn="ctr">
                <a:spcBef>
                  <a:spcPct val="0"/>
                </a:spcBef>
                <a:spcAft>
                  <a:spcPct val="0"/>
                </a:spcAft>
                <a:buNone/>
              </a:pPr>
              <a:t>13%</a:t>
            </a:fld>
            <a:endParaRPr lang="en-IE" sz="1400"/>
          </a:p>
        </p:txBody>
      </p:sp>
      <p:sp>
        <p:nvSpPr>
          <p:cNvPr id="460" name="Rounded Rectangle 459">
            <a:extLst>
              <a:ext uri="{FF2B5EF4-FFF2-40B4-BE49-F238E27FC236}">
                <a16:creationId xmlns:a16="http://schemas.microsoft.com/office/drawing/2014/main" id="{85551B22-D7E6-D6D6-080B-1B644B9DA0FD}"/>
              </a:ext>
            </a:extLst>
          </p:cNvPr>
          <p:cNvSpPr/>
          <p:nvPr/>
        </p:nvSpPr>
        <p:spPr>
          <a:xfrm rot="16200000">
            <a:off x="3517428" y="3690541"/>
            <a:ext cx="3506219" cy="878510"/>
          </a:xfrm>
          <a:prstGeom prst="roundRect">
            <a:avLst/>
          </a:prstGeom>
          <a:solidFill>
            <a:srgbClr val="D9F2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b="1">
                <a:solidFill>
                  <a:schemeClr val="accent6"/>
                </a:solidFill>
              </a:rPr>
              <a:t>GSA NAMER</a:t>
            </a:r>
          </a:p>
        </p:txBody>
      </p:sp>
      <p:sp>
        <p:nvSpPr>
          <p:cNvPr id="475" name="TextBox 474">
            <a:extLst>
              <a:ext uri="{FF2B5EF4-FFF2-40B4-BE49-F238E27FC236}">
                <a16:creationId xmlns:a16="http://schemas.microsoft.com/office/drawing/2014/main" id="{02CAD174-0C6D-15D7-B7D5-BE7C8CC8FC12}"/>
              </a:ext>
            </a:extLst>
          </p:cNvPr>
          <p:cNvSpPr txBox="1"/>
          <p:nvPr/>
        </p:nvSpPr>
        <p:spPr>
          <a:xfrm>
            <a:off x="5874891" y="12478504"/>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492" name="TextBox 491">
            <a:extLst>
              <a:ext uri="{FF2B5EF4-FFF2-40B4-BE49-F238E27FC236}">
                <a16:creationId xmlns:a16="http://schemas.microsoft.com/office/drawing/2014/main" id="{279BFFF5-25DA-0E0E-143D-AD0AA5EAC492}"/>
              </a:ext>
            </a:extLst>
          </p:cNvPr>
          <p:cNvSpPr txBox="1"/>
          <p:nvPr/>
        </p:nvSpPr>
        <p:spPr>
          <a:xfrm>
            <a:off x="15894050" y="13798550"/>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493" name="TextBox 492">
            <a:extLst>
              <a:ext uri="{FF2B5EF4-FFF2-40B4-BE49-F238E27FC236}">
                <a16:creationId xmlns:a16="http://schemas.microsoft.com/office/drawing/2014/main" id="{906A1D60-0F02-FAE7-122C-8D05E0612CD8}"/>
              </a:ext>
            </a:extLst>
          </p:cNvPr>
          <p:cNvSpPr txBox="1"/>
          <p:nvPr/>
        </p:nvSpPr>
        <p:spPr>
          <a:xfrm>
            <a:off x="19572288" y="13798550"/>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494" name="TextBox 493">
            <a:extLst>
              <a:ext uri="{FF2B5EF4-FFF2-40B4-BE49-F238E27FC236}">
                <a16:creationId xmlns:a16="http://schemas.microsoft.com/office/drawing/2014/main" id="{3ED74230-ACFE-CEDA-6F2D-5437975F6B7E}"/>
              </a:ext>
            </a:extLst>
          </p:cNvPr>
          <p:cNvSpPr txBox="1"/>
          <p:nvPr/>
        </p:nvSpPr>
        <p:spPr>
          <a:xfrm>
            <a:off x="23420388" y="13820775"/>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517" name="Rectangle 516">
            <a:extLst>
              <a:ext uri="{FF2B5EF4-FFF2-40B4-BE49-F238E27FC236}">
                <a16:creationId xmlns:a16="http://schemas.microsoft.com/office/drawing/2014/main" id="{5904B224-A537-6AA3-0AC1-00054363DCDD}"/>
              </a:ext>
            </a:extLst>
          </p:cNvPr>
          <p:cNvSpPr/>
          <p:nvPr/>
        </p:nvSpPr>
        <p:spPr>
          <a:xfrm>
            <a:off x="5874891" y="7741404"/>
            <a:ext cx="10360025" cy="4200181"/>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endParaRPr kumimoji="0" lang="en-IE" sz="1800" b="0" i="0" u="none" strike="noStrike" kern="1200" cap="none" spc="0" normalizeH="0" baseline="0" noProof="0">
              <a:ln>
                <a:noFill/>
              </a:ln>
              <a:solidFill>
                <a:srgbClr val="FFFFFF"/>
              </a:solidFill>
              <a:effectLst/>
              <a:uLnTx/>
              <a:uFillTx/>
              <a:latin typeface="Community" panose="02000303040000020003" pitchFamily="2" charset="0"/>
            </a:endParaRPr>
          </a:p>
        </p:txBody>
      </p:sp>
      <p:sp>
        <p:nvSpPr>
          <p:cNvPr id="518" name="Rectangle 517">
            <a:extLst>
              <a:ext uri="{FF2B5EF4-FFF2-40B4-BE49-F238E27FC236}">
                <a16:creationId xmlns:a16="http://schemas.microsoft.com/office/drawing/2014/main" id="{299AC5B2-B0F3-A21D-F075-ABA03E8BBFE2}"/>
              </a:ext>
            </a:extLst>
          </p:cNvPr>
          <p:cNvSpPr/>
          <p:nvPr/>
        </p:nvSpPr>
        <p:spPr>
          <a:xfrm>
            <a:off x="5892353" y="7741404"/>
            <a:ext cx="2470150" cy="4200181"/>
          </a:xfrm>
          <a:prstGeom prst="rect">
            <a:avLst/>
          </a:prstGeom>
          <a:solidFill>
            <a:schemeClr val="accent5">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457200" rtl="0" eaLnBrk="1" fontAlgn="auto" latinLnBrk="0" hangingPunct="1">
              <a:lnSpc>
                <a:spcPct val="100000"/>
              </a:lnSpc>
              <a:spcBef>
                <a:spcPts val="0"/>
              </a:spcBef>
              <a:spcAft>
                <a:spcPts val="0"/>
              </a:spcAft>
              <a:buClrTx/>
              <a:buSzTx/>
              <a:buFontTx/>
              <a:buNone/>
              <a:tabLst/>
            </a:pPr>
            <a:r>
              <a:rPr lang="en-IE" sz="3200">
                <a:solidFill>
                  <a:schemeClr val="tx1"/>
                </a:solidFill>
                <a:latin typeface="Community" panose="02000303040000020003" pitchFamily="2" charset="0"/>
              </a:rPr>
              <a:t>After </a:t>
            </a:r>
          </a:p>
          <a:p>
            <a:pPr marL="0" marR="0" indent="0" algn="ctr" defTabSz="457200" rtl="0" eaLnBrk="1" fontAlgn="auto" latinLnBrk="0" hangingPunct="1">
              <a:lnSpc>
                <a:spcPct val="100000"/>
              </a:lnSpc>
              <a:spcBef>
                <a:spcPts val="0"/>
              </a:spcBef>
              <a:spcAft>
                <a:spcPts val="0"/>
              </a:spcAft>
              <a:buClrTx/>
              <a:buSzTx/>
              <a:buFontTx/>
              <a:buNone/>
              <a:tabLst/>
            </a:pPr>
            <a:r>
              <a:rPr lang="en-IE" sz="3200">
                <a:solidFill>
                  <a:schemeClr val="tx1"/>
                </a:solidFill>
                <a:latin typeface="Community" panose="02000303040000020003" pitchFamily="2" charset="0"/>
              </a:rPr>
              <a:t>6 Months</a:t>
            </a:r>
            <a:endParaRPr lang="en-IE" sz="2000">
              <a:solidFill>
                <a:schemeClr val="tx1"/>
              </a:solidFill>
              <a:latin typeface="Community" panose="02000303040000020003" pitchFamily="2" charset="0"/>
            </a:endParaRPr>
          </a:p>
        </p:txBody>
      </p:sp>
      <p:sp>
        <p:nvSpPr>
          <p:cNvPr id="525" name="TextBox 524">
            <a:extLst>
              <a:ext uri="{FF2B5EF4-FFF2-40B4-BE49-F238E27FC236}">
                <a16:creationId xmlns:a16="http://schemas.microsoft.com/office/drawing/2014/main" id="{21E38C41-1AB8-0315-A158-F0A76C27E71B}"/>
              </a:ext>
            </a:extLst>
          </p:cNvPr>
          <p:cNvSpPr txBox="1"/>
          <p:nvPr/>
        </p:nvSpPr>
        <p:spPr>
          <a:xfrm>
            <a:off x="10054778" y="12613442"/>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526" name="TextBox 525">
            <a:extLst>
              <a:ext uri="{FF2B5EF4-FFF2-40B4-BE49-F238E27FC236}">
                <a16:creationId xmlns:a16="http://schemas.microsoft.com/office/drawing/2014/main" id="{D704A133-D278-AA09-C4E7-E713278F47E3}"/>
              </a:ext>
            </a:extLst>
          </p:cNvPr>
          <p:cNvSpPr txBox="1"/>
          <p:nvPr/>
        </p:nvSpPr>
        <p:spPr>
          <a:xfrm>
            <a:off x="10116691" y="12478504"/>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sp>
        <p:nvSpPr>
          <p:cNvPr id="527" name="TextBox 526">
            <a:extLst>
              <a:ext uri="{FF2B5EF4-FFF2-40B4-BE49-F238E27FC236}">
                <a16:creationId xmlns:a16="http://schemas.microsoft.com/office/drawing/2014/main" id="{FD3F2B58-6AF7-C127-04A2-241BA39035F1}"/>
              </a:ext>
            </a:extLst>
          </p:cNvPr>
          <p:cNvSpPr txBox="1"/>
          <p:nvPr/>
        </p:nvSpPr>
        <p:spPr>
          <a:xfrm>
            <a:off x="13756828" y="12478504"/>
            <a:ext cx="0" cy="0"/>
          </a:xfrm>
          <a:prstGeom prst="rect">
            <a:avLst/>
          </a:prstGeom>
          <a:noFill/>
        </p:spPr>
        <p:txBody>
          <a:bodyPr wrap="none" lIns="0" tIns="0" rIns="0" bIns="0" rtlCol="0">
            <a:no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3C4345"/>
              </a:solidFill>
              <a:effectLst/>
              <a:uLnTx/>
              <a:uFillTx/>
              <a:latin typeface="LKN Sans" panose="02000503040000020003" pitchFamily="2" charset="0"/>
              <a:ea typeface="+mn-ea"/>
              <a:cs typeface="+mn-cs"/>
            </a:endParaRPr>
          </a:p>
        </p:txBody>
      </p:sp>
      <p:graphicFrame>
        <p:nvGraphicFramePr>
          <p:cNvPr id="644" name="Chart 643">
            <a:extLst>
              <a:ext uri="{FF2B5EF4-FFF2-40B4-BE49-F238E27FC236}">
                <a16:creationId xmlns:a16="http://schemas.microsoft.com/office/drawing/2014/main" id="{6203C2BD-A9B2-27F1-3887-06CBB4A8AAA6}"/>
              </a:ext>
            </a:extLst>
          </p:cNvPr>
          <p:cNvGraphicFramePr/>
          <p:nvPr>
            <p:custDataLst>
              <p:tags r:id="rId12"/>
            </p:custDataLst>
            <p:extLst>
              <p:ext uri="{D42A27DB-BD31-4B8C-83A1-F6EECF244321}">
                <p14:modId xmlns:p14="http://schemas.microsoft.com/office/powerpoint/2010/main" val="2849352418"/>
              </p:ext>
            </p:extLst>
          </p:nvPr>
        </p:nvGraphicFramePr>
        <p:xfrm>
          <a:off x="9303891" y="8081129"/>
          <a:ext cx="7013575" cy="3257550"/>
        </p:xfrm>
        <a:graphic>
          <a:graphicData uri="http://schemas.openxmlformats.org/drawingml/2006/chart">
            <c:chart xmlns:c="http://schemas.openxmlformats.org/drawingml/2006/chart" xmlns:r="http://schemas.openxmlformats.org/officeDocument/2006/relationships" r:id="rId31"/>
          </a:graphicData>
        </a:graphic>
      </p:graphicFrame>
      <p:sp>
        <p:nvSpPr>
          <p:cNvPr id="529" name="Text Placeholder 2">
            <a:extLst>
              <a:ext uri="{FF2B5EF4-FFF2-40B4-BE49-F238E27FC236}">
                <a16:creationId xmlns:a16="http://schemas.microsoft.com/office/drawing/2014/main" id="{A2D97E7B-1957-E253-DFD3-4503BDBF618F}"/>
              </a:ext>
            </a:extLst>
          </p:cNvPr>
          <p:cNvSpPr txBox="1">
            <a:spLocks/>
          </p:cNvSpPr>
          <p:nvPr>
            <p:custDataLst>
              <p:tags r:id="rId13"/>
            </p:custDataLst>
          </p:nvPr>
        </p:nvSpPr>
        <p:spPr bwMode="auto">
          <a:xfrm>
            <a:off x="12140753" y="11314867"/>
            <a:ext cx="1339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7D993063-5453-4662-8A25-109E2A2B279E}" type="datetime'Av''''er''''age ''Uti''lis''''a''''''ti''o''''''''''''n'''''''">
              <a:rPr lang="en-IE" altLang="en-US" sz="1400" smtClean="0"/>
              <a:pPr marL="0" indent="0" algn="ctr">
                <a:spcBef>
                  <a:spcPct val="0"/>
                </a:spcBef>
                <a:spcAft>
                  <a:spcPct val="0"/>
                </a:spcAft>
                <a:buNone/>
              </a:pPr>
              <a:t>Average Utilisation</a:t>
            </a:fld>
            <a:endParaRPr lang="en-IE" sz="1400"/>
          </a:p>
        </p:txBody>
      </p:sp>
      <p:sp>
        <p:nvSpPr>
          <p:cNvPr id="530" name="Text Placeholder 2">
            <a:extLst>
              <a:ext uri="{FF2B5EF4-FFF2-40B4-BE49-F238E27FC236}">
                <a16:creationId xmlns:a16="http://schemas.microsoft.com/office/drawing/2014/main" id="{38149766-C62C-3C20-6299-CDC615083131}"/>
              </a:ext>
            </a:extLst>
          </p:cNvPr>
          <p:cNvSpPr txBox="1">
            <a:spLocks/>
          </p:cNvSpPr>
          <p:nvPr>
            <p:custDataLst>
              <p:tags r:id="rId14"/>
            </p:custDataLst>
          </p:nvPr>
        </p:nvSpPr>
        <p:spPr bwMode="auto">
          <a:xfrm>
            <a:off x="14547403" y="11314867"/>
            <a:ext cx="10937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3E30269F-E2F0-4756-936C-C74B92EC9B0A}" type="datetime'Over ''''''''''''U''''t''il''i''''sa''i''''''t''''o''''''''n'">
              <a:rPr lang="en-IE" altLang="en-US" sz="1400" smtClean="0"/>
              <a:pPr marL="0" indent="0" algn="ctr">
                <a:spcBef>
                  <a:spcPct val="0"/>
                </a:spcBef>
                <a:spcAft>
                  <a:spcPct val="0"/>
                </a:spcAft>
                <a:buNone/>
              </a:pPr>
              <a:t>Over Utilisaiton</a:t>
            </a:fld>
            <a:endParaRPr lang="en-IE" sz="1400"/>
          </a:p>
        </p:txBody>
      </p:sp>
      <p:sp>
        <p:nvSpPr>
          <p:cNvPr id="625" name="Text Placeholder 2">
            <a:extLst>
              <a:ext uri="{FF2B5EF4-FFF2-40B4-BE49-F238E27FC236}">
                <a16:creationId xmlns:a16="http://schemas.microsoft.com/office/drawing/2014/main" id="{D282F5B4-95B4-B576-6408-B1DA594EC278}"/>
              </a:ext>
            </a:extLst>
          </p:cNvPr>
          <p:cNvSpPr txBox="1">
            <a:spLocks/>
          </p:cNvSpPr>
          <p:nvPr>
            <p:custDataLst>
              <p:tags r:id="rId15"/>
            </p:custDataLst>
          </p:nvPr>
        </p:nvSpPr>
        <p:spPr bwMode="gray">
          <a:xfrm>
            <a:off x="12267753" y="11018004"/>
            <a:ext cx="2714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C635EE11-FD92-4FD9-8B97-3BEEAB1AA171}" type="datetime'''''''''''0''''''''''''''''''''''''%'''''''''''">
              <a:rPr lang="en-IE" altLang="en-US" sz="1400" smtClean="0"/>
              <a:pPr marL="0" indent="0" algn="ctr">
                <a:spcBef>
                  <a:spcPct val="0"/>
                </a:spcBef>
                <a:spcAft>
                  <a:spcPct val="0"/>
                </a:spcAft>
                <a:buNone/>
              </a:pPr>
              <a:t>0%</a:t>
            </a:fld>
            <a:endParaRPr lang="en-IE" sz="1400"/>
          </a:p>
        </p:txBody>
      </p:sp>
      <p:sp>
        <p:nvSpPr>
          <p:cNvPr id="639" name="Text Placeholder 2">
            <a:extLst>
              <a:ext uri="{FF2B5EF4-FFF2-40B4-BE49-F238E27FC236}">
                <a16:creationId xmlns:a16="http://schemas.microsoft.com/office/drawing/2014/main" id="{1E7C45C0-D9F3-B12F-FDDC-980BF3EDDF3B}"/>
              </a:ext>
            </a:extLst>
          </p:cNvPr>
          <p:cNvSpPr txBox="1">
            <a:spLocks/>
          </p:cNvSpPr>
          <p:nvPr>
            <p:custDataLst>
              <p:tags r:id="rId16"/>
            </p:custDataLst>
          </p:nvPr>
        </p:nvSpPr>
        <p:spPr bwMode="gray">
          <a:xfrm>
            <a:off x="9940478" y="9424154"/>
            <a:ext cx="3587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261702D6-F30F-4985-AAB5-4F8D3324BB19}" type="datetime'''''3''''''''''''''''3''''''''''''''''''''''''''''%'''''">
              <a:rPr lang="en-IE" altLang="en-US" sz="1400" smtClean="0">
                <a:effectLst/>
              </a:rPr>
              <a:pPr marL="0" indent="0" algn="ctr">
                <a:spcBef>
                  <a:spcPct val="0"/>
                </a:spcBef>
                <a:spcAft>
                  <a:spcPct val="0"/>
                </a:spcAft>
                <a:buNone/>
              </a:pPr>
              <a:t>33%</a:t>
            </a:fld>
            <a:endParaRPr lang="en-IE" sz="1400"/>
          </a:p>
        </p:txBody>
      </p:sp>
      <p:sp>
        <p:nvSpPr>
          <p:cNvPr id="533" name="Text Placeholder 2">
            <a:extLst>
              <a:ext uri="{FF2B5EF4-FFF2-40B4-BE49-F238E27FC236}">
                <a16:creationId xmlns:a16="http://schemas.microsoft.com/office/drawing/2014/main" id="{CF21BC5F-4633-8E00-18A6-9D8D362E3371}"/>
              </a:ext>
            </a:extLst>
          </p:cNvPr>
          <p:cNvSpPr txBox="1">
            <a:spLocks/>
          </p:cNvSpPr>
          <p:nvPr>
            <p:custDataLst>
              <p:tags r:id="rId17"/>
            </p:custDataLst>
          </p:nvPr>
        </p:nvSpPr>
        <p:spPr bwMode="auto">
          <a:xfrm>
            <a:off x="9943653" y="11314867"/>
            <a:ext cx="11699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8D1FCD97-3938-4FD5-A357-C7D6CD13A3B8}" type="datetime'''''''''''U''''''nd''e''''r Uti''''li''''sa''''i''t''''''''on'">
              <a:rPr lang="en-IE" altLang="en-US" sz="1400" smtClean="0"/>
              <a:pPr marL="0" indent="0" algn="ctr">
                <a:spcBef>
                  <a:spcPct val="0"/>
                </a:spcBef>
                <a:spcAft>
                  <a:spcPct val="0"/>
                </a:spcAft>
                <a:buNone/>
              </a:pPr>
              <a:t>Under Utilisaiton</a:t>
            </a:fld>
            <a:endParaRPr lang="en-IE" sz="1400"/>
          </a:p>
        </p:txBody>
      </p:sp>
      <p:sp>
        <p:nvSpPr>
          <p:cNvPr id="641" name="Text Placeholder 2">
            <a:extLst>
              <a:ext uri="{FF2B5EF4-FFF2-40B4-BE49-F238E27FC236}">
                <a16:creationId xmlns:a16="http://schemas.microsoft.com/office/drawing/2014/main" id="{F4680C0E-A1BA-1672-E56C-6790E491BC3E}"/>
              </a:ext>
            </a:extLst>
          </p:cNvPr>
          <p:cNvSpPr txBox="1">
            <a:spLocks/>
          </p:cNvSpPr>
          <p:nvPr>
            <p:custDataLst>
              <p:tags r:id="rId18"/>
            </p:custDataLst>
          </p:nvPr>
        </p:nvSpPr>
        <p:spPr bwMode="gray">
          <a:xfrm>
            <a:off x="13036103" y="9181267"/>
            <a:ext cx="3651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D244AB37-31ED-4C45-9245-B4825050A7D0}" type="datetime'''''''''''''''''''''''3''''''''''''''''''''''''8%'''''''">
              <a:rPr lang="en-IE" altLang="en-US" sz="1400" smtClean="0">
                <a:effectLst/>
              </a:rPr>
              <a:pPr marL="0" indent="0" algn="ctr">
                <a:spcBef>
                  <a:spcPct val="0"/>
                </a:spcBef>
                <a:spcAft>
                  <a:spcPct val="0"/>
                </a:spcAft>
                <a:buNone/>
              </a:pPr>
              <a:t>38%</a:t>
            </a:fld>
            <a:endParaRPr lang="en-IE" sz="1400"/>
          </a:p>
        </p:txBody>
      </p:sp>
      <p:sp>
        <p:nvSpPr>
          <p:cNvPr id="642" name="Text Placeholder 2">
            <a:extLst>
              <a:ext uri="{FF2B5EF4-FFF2-40B4-BE49-F238E27FC236}">
                <a16:creationId xmlns:a16="http://schemas.microsoft.com/office/drawing/2014/main" id="{38CCAE42-1D46-D215-BEB7-0A89ECC2C3EA}"/>
              </a:ext>
            </a:extLst>
          </p:cNvPr>
          <p:cNvSpPr txBox="1">
            <a:spLocks/>
          </p:cNvSpPr>
          <p:nvPr>
            <p:custDataLst>
              <p:tags r:id="rId19"/>
            </p:custDataLst>
          </p:nvPr>
        </p:nvSpPr>
        <p:spPr bwMode="gray">
          <a:xfrm>
            <a:off x="14506128" y="7925554"/>
            <a:ext cx="3603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E70123DA-875B-40CD-9777-001C07757658}" type="datetime'''6''''4''''''''''''''''''%'''''''''''''''''''''''''''''''''">
              <a:rPr lang="en-IE" altLang="en-US" sz="1400" smtClean="0">
                <a:effectLst/>
              </a:rPr>
              <a:pPr marL="0" indent="0" algn="ctr">
                <a:spcBef>
                  <a:spcPct val="0"/>
                </a:spcBef>
                <a:spcAft>
                  <a:spcPct val="0"/>
                </a:spcAft>
                <a:buNone/>
              </a:pPr>
              <a:t>64%</a:t>
            </a:fld>
            <a:endParaRPr lang="en-IE" sz="1400"/>
          </a:p>
        </p:txBody>
      </p:sp>
      <p:sp>
        <p:nvSpPr>
          <p:cNvPr id="643" name="Text Placeholder 2">
            <a:extLst>
              <a:ext uri="{FF2B5EF4-FFF2-40B4-BE49-F238E27FC236}">
                <a16:creationId xmlns:a16="http://schemas.microsoft.com/office/drawing/2014/main" id="{03E5BE1A-98B9-245E-5EDF-A764E9AB1C20}"/>
              </a:ext>
            </a:extLst>
          </p:cNvPr>
          <p:cNvSpPr txBox="1">
            <a:spLocks/>
          </p:cNvSpPr>
          <p:nvPr>
            <p:custDataLst>
              <p:tags r:id="rId20"/>
            </p:custDataLst>
          </p:nvPr>
        </p:nvSpPr>
        <p:spPr bwMode="gray">
          <a:xfrm>
            <a:off x="15322103" y="9616242"/>
            <a:ext cx="3587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6DDEC8E1-801E-405F-89C0-B0119D11BAFB}" type="datetime'''''''''''''''''''''''''''''''''''''''''2''''''9''''''%'''">
              <a:rPr lang="en-IE" altLang="en-US" sz="1400" smtClean="0">
                <a:effectLst/>
              </a:rPr>
              <a:pPr marL="0" indent="0" algn="ctr">
                <a:spcBef>
                  <a:spcPct val="0"/>
                </a:spcBef>
                <a:spcAft>
                  <a:spcPct val="0"/>
                </a:spcAft>
                <a:buNone/>
              </a:pPr>
              <a:t>29%</a:t>
            </a:fld>
            <a:endParaRPr lang="en-IE" sz="1400"/>
          </a:p>
        </p:txBody>
      </p:sp>
      <p:sp>
        <p:nvSpPr>
          <p:cNvPr id="640" name="Text Placeholder 2">
            <a:extLst>
              <a:ext uri="{FF2B5EF4-FFF2-40B4-BE49-F238E27FC236}">
                <a16:creationId xmlns:a16="http://schemas.microsoft.com/office/drawing/2014/main" id="{064AED24-BEEA-F8E1-A4BA-DB27E2B01B4E}"/>
              </a:ext>
            </a:extLst>
          </p:cNvPr>
          <p:cNvSpPr txBox="1">
            <a:spLocks/>
          </p:cNvSpPr>
          <p:nvPr>
            <p:custDataLst>
              <p:tags r:id="rId21"/>
            </p:custDataLst>
          </p:nvPr>
        </p:nvSpPr>
        <p:spPr bwMode="gray">
          <a:xfrm>
            <a:off x="10756453" y="9424154"/>
            <a:ext cx="3587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lgn="ctr">
              <a:spcBef>
                <a:spcPct val="0"/>
              </a:spcBef>
              <a:spcAft>
                <a:spcPct val="0"/>
              </a:spcAft>
              <a:buNone/>
            </a:pPr>
            <a:fld id="{E56CB673-0C97-4EA6-80F5-9FC03EC4640B}" type="datetime'''''''''33''''''''''''''%'''''''''''''''''''''''">
              <a:rPr lang="en-IE" altLang="en-US" sz="1400" smtClean="0">
                <a:effectLst/>
              </a:rPr>
              <a:pPr marL="0" indent="0" algn="ctr">
                <a:spcBef>
                  <a:spcPct val="0"/>
                </a:spcBef>
                <a:spcAft>
                  <a:spcPct val="0"/>
                </a:spcAft>
                <a:buNone/>
              </a:pPr>
              <a:t>33%</a:t>
            </a:fld>
            <a:endParaRPr lang="en-IE" sz="1400"/>
          </a:p>
        </p:txBody>
      </p:sp>
      <p:sp>
        <p:nvSpPr>
          <p:cNvPr id="385" name="Rounded Rectangle 384">
            <a:extLst>
              <a:ext uri="{FF2B5EF4-FFF2-40B4-BE49-F238E27FC236}">
                <a16:creationId xmlns:a16="http://schemas.microsoft.com/office/drawing/2014/main" id="{5E8FB086-0EF7-45B2-5248-9210F0FF950D}"/>
              </a:ext>
            </a:extLst>
          </p:cNvPr>
          <p:cNvSpPr/>
          <p:nvPr/>
        </p:nvSpPr>
        <p:spPr>
          <a:xfrm rot="16200000">
            <a:off x="3601297" y="9437148"/>
            <a:ext cx="3310526" cy="906463"/>
          </a:xfrm>
          <a:prstGeom prst="roundRect">
            <a:avLst/>
          </a:prstGeom>
          <a:solidFill>
            <a:srgbClr val="BA4EFF">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b="1">
                <a:solidFill>
                  <a:schemeClr val="accent6"/>
                </a:solidFill>
              </a:rPr>
              <a:t>GSA EMEA</a:t>
            </a:r>
          </a:p>
        </p:txBody>
      </p:sp>
      <p:sp>
        <p:nvSpPr>
          <p:cNvPr id="682" name="Rectangle 681">
            <a:extLst>
              <a:ext uri="{FF2B5EF4-FFF2-40B4-BE49-F238E27FC236}">
                <a16:creationId xmlns:a16="http://schemas.microsoft.com/office/drawing/2014/main" id="{AD140A05-C9CA-BBE4-DF08-4CFF7AC0286D}"/>
              </a:ext>
            </a:extLst>
          </p:cNvPr>
          <p:cNvSpPr/>
          <p:nvPr>
            <p:custDataLst>
              <p:tags r:id="rId22"/>
            </p:custDataLst>
          </p:nvPr>
        </p:nvSpPr>
        <p:spPr bwMode="auto">
          <a:xfrm>
            <a:off x="22550438" y="282575"/>
            <a:ext cx="250825" cy="187325"/>
          </a:xfrm>
          <a:prstGeom prst="rect">
            <a:avLst/>
          </a:prstGeom>
          <a:solidFill>
            <a:schemeClr val="accent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86" name="Rectangle 685">
            <a:extLst>
              <a:ext uri="{FF2B5EF4-FFF2-40B4-BE49-F238E27FC236}">
                <a16:creationId xmlns:a16="http://schemas.microsoft.com/office/drawing/2014/main" id="{AD221252-954C-1194-6BE7-C9B7D9629DE1}"/>
              </a:ext>
            </a:extLst>
          </p:cNvPr>
          <p:cNvSpPr/>
          <p:nvPr>
            <p:custDataLst>
              <p:tags r:id="rId23"/>
            </p:custDataLst>
          </p:nvPr>
        </p:nvSpPr>
        <p:spPr bwMode="auto">
          <a:xfrm>
            <a:off x="22550438" y="546100"/>
            <a:ext cx="250825" cy="187325"/>
          </a:xfrm>
          <a:prstGeom prst="rect">
            <a:avLst/>
          </a:prstGeom>
          <a:solidFill>
            <a:schemeClr val="accent2"/>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79" name="Text Placeholder 2">
            <a:extLst>
              <a:ext uri="{FF2B5EF4-FFF2-40B4-BE49-F238E27FC236}">
                <a16:creationId xmlns:a16="http://schemas.microsoft.com/office/drawing/2014/main" id="{82479C8D-4269-1D41-4080-1BF77EA49441}"/>
              </a:ext>
            </a:extLst>
          </p:cNvPr>
          <p:cNvSpPr txBox="1">
            <a:spLocks/>
          </p:cNvSpPr>
          <p:nvPr>
            <p:custDataLst>
              <p:tags r:id="rId24"/>
            </p:custDataLst>
          </p:nvPr>
        </p:nvSpPr>
        <p:spPr bwMode="auto">
          <a:xfrm>
            <a:off x="22852063" y="277813"/>
            <a:ext cx="11715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spcBef>
                <a:spcPct val="0"/>
              </a:spcBef>
              <a:spcAft>
                <a:spcPct val="0"/>
              </a:spcAft>
              <a:buNone/>
            </a:pPr>
            <a:fld id="{38E42FD3-151A-44E4-A830-C7F4FE2DDD97}" type="datetime'''N''e''''''w B''u''''''siness'''''''''''''''' EP'''">
              <a:rPr lang="en-IE" altLang="en-US" sz="1400" smtClean="0">
                <a:effectLst/>
              </a:rPr>
              <a:pPr marL="0" indent="0">
                <a:spcBef>
                  <a:spcPct val="0"/>
                </a:spcBef>
                <a:spcAft>
                  <a:spcPct val="0"/>
                </a:spcAft>
                <a:buNone/>
              </a:pPr>
              <a:t>New Business EP</a:t>
            </a:fld>
            <a:endParaRPr lang="en-IE" sz="1400"/>
          </a:p>
        </p:txBody>
      </p:sp>
      <p:sp>
        <p:nvSpPr>
          <p:cNvPr id="683" name="Text Placeholder 2">
            <a:extLst>
              <a:ext uri="{FF2B5EF4-FFF2-40B4-BE49-F238E27FC236}">
                <a16:creationId xmlns:a16="http://schemas.microsoft.com/office/drawing/2014/main" id="{2865A230-485F-7A75-382B-9AC135FF4115}"/>
              </a:ext>
            </a:extLst>
          </p:cNvPr>
          <p:cNvSpPr txBox="1">
            <a:spLocks/>
          </p:cNvSpPr>
          <p:nvPr>
            <p:custDataLst>
              <p:tags r:id="rId25"/>
            </p:custDataLst>
          </p:nvPr>
        </p:nvSpPr>
        <p:spPr bwMode="auto">
          <a:xfrm>
            <a:off x="22852063" y="541338"/>
            <a:ext cx="9525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457189" indent="-457189" algn="l" defTabSz="1219170" rtl="0" eaLnBrk="1" latinLnBrk="0" hangingPunct="1">
              <a:spcBef>
                <a:spcPct val="20000"/>
              </a:spcBef>
              <a:buFont typeface="Arial" pitchFamily="34" charset="0"/>
              <a:buChar char="•"/>
              <a:defRPr sz="4267" kern="1200">
                <a:solidFill>
                  <a:schemeClr val="tx2"/>
                </a:solidFill>
                <a:latin typeface="Community Pro" panose="02000303040000020003"/>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2"/>
                </a:solidFill>
                <a:latin typeface="Community Pro" panose="02000303040000020003"/>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2"/>
                </a:solidFill>
                <a:latin typeface="Community Pro" panose="02000303040000020003"/>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2"/>
                </a:solidFill>
                <a:latin typeface="Community Pro" panose="02000303040000020003"/>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spcBef>
                <a:spcPct val="0"/>
              </a:spcBef>
              <a:spcAft>
                <a:spcPct val="0"/>
              </a:spcAft>
              <a:buNone/>
            </a:pPr>
            <a:fld id="{9C6F51BC-A8D8-4415-BC65-084B6622DFFB}" type="datetime'P''''''''i''''''''l''''''''ot ''Re''''n''e''wa''l'''''''''">
              <a:rPr lang="en-IE" altLang="en-US" sz="1400" smtClean="0"/>
              <a:pPr marL="0" indent="0">
                <a:spcBef>
                  <a:spcPct val="0"/>
                </a:spcBef>
                <a:spcAft>
                  <a:spcPct val="0"/>
                </a:spcAft>
                <a:buNone/>
              </a:pPr>
              <a:t>Pilot Renewal</a:t>
            </a:fld>
            <a:endParaRPr lang="en-IE" sz="1400"/>
          </a:p>
        </p:txBody>
      </p:sp>
      <p:sp>
        <p:nvSpPr>
          <p:cNvPr id="4" name="Terminator 30">
            <a:extLst>
              <a:ext uri="{FF2B5EF4-FFF2-40B4-BE49-F238E27FC236}">
                <a16:creationId xmlns:a16="http://schemas.microsoft.com/office/drawing/2014/main" id="{845D86C7-DD8C-90B5-F999-AD77C8622F7A}"/>
              </a:ext>
            </a:extLst>
          </p:cNvPr>
          <p:cNvSpPr/>
          <p:nvPr/>
        </p:nvSpPr>
        <p:spPr>
          <a:xfrm>
            <a:off x="215526" y="129187"/>
            <a:ext cx="2266121" cy="517525"/>
          </a:xfrm>
          <a:prstGeom prst="flowChartTermina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chemeClr val="accent1"/>
                </a:solidFill>
              </a:rPr>
              <a:t>Regional Utilization</a:t>
            </a:r>
            <a:endParaRPr lang="en-US">
              <a:solidFill>
                <a:schemeClr val="accent1"/>
              </a:solidFill>
            </a:endParaRPr>
          </a:p>
        </p:txBody>
      </p:sp>
      <p:sp>
        <p:nvSpPr>
          <p:cNvPr id="5" name="Rounded Rectangle 47">
            <a:extLst>
              <a:ext uri="{FF2B5EF4-FFF2-40B4-BE49-F238E27FC236}">
                <a16:creationId xmlns:a16="http://schemas.microsoft.com/office/drawing/2014/main" id="{F65BE191-A049-595A-2D5F-C47AF3EC8700}"/>
              </a:ext>
            </a:extLst>
          </p:cNvPr>
          <p:cNvSpPr/>
          <p:nvPr/>
        </p:nvSpPr>
        <p:spPr>
          <a:xfrm>
            <a:off x="13788847" y="7877925"/>
            <a:ext cx="2389601" cy="3999403"/>
          </a:xfrm>
          <a:prstGeom prst="round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DC4FFF-6629-4C7A-8C80-F9998616A405}"/>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38001335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02E6535-920B-EB9B-F25B-02FA9114B1E0}"/>
              </a:ext>
            </a:extLst>
          </p:cNvPr>
          <p:cNvGraphicFramePr>
            <a:graphicFrameLocks noChangeAspect="1"/>
          </p:cNvGraphicFramePr>
          <p:nvPr>
            <p:custDataLst>
              <p:tags r:id="rId1"/>
            </p:custDataLst>
            <p:extLst>
              <p:ext uri="{D42A27DB-BD31-4B8C-83A1-F6EECF244321}">
                <p14:modId xmlns:p14="http://schemas.microsoft.com/office/powerpoint/2010/main" val="30726798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702E6535-920B-EB9B-F25B-02FA9114B1E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3D3A9773-4991-16EF-1D33-B5F5BCD814BC}"/>
              </a:ext>
            </a:extLst>
          </p:cNvPr>
          <p:cNvSpPr>
            <a:spLocks noGrp="1"/>
          </p:cNvSpPr>
          <p:nvPr>
            <p:ph type="sldNum" sz="quarter" idx="13"/>
          </p:nvPr>
        </p:nvSpPr>
        <p:spPr/>
        <p:txBody>
          <a:bodyPr/>
          <a:lstStyle/>
          <a:p>
            <a:fld id="{78844C01-219E-3342-9BDB-DBCB9E29B672}" type="slidenum">
              <a:rPr lang="en-US" smtClean="0"/>
              <a:pPr/>
              <a:t>28</a:t>
            </a:fld>
            <a:endParaRPr lang="en-US"/>
          </a:p>
        </p:txBody>
      </p:sp>
      <p:sp>
        <p:nvSpPr>
          <p:cNvPr id="11" name="Title 10">
            <a:extLst>
              <a:ext uri="{FF2B5EF4-FFF2-40B4-BE49-F238E27FC236}">
                <a16:creationId xmlns:a16="http://schemas.microsoft.com/office/drawing/2014/main" id="{E64D09C8-B46D-8EE9-3541-639FC9C29C7A}"/>
              </a:ext>
            </a:extLst>
          </p:cNvPr>
          <p:cNvSpPr txBox="1">
            <a:spLocks noGrp="1"/>
          </p:cNvSpPr>
          <p:nvPr>
            <p:ph type="title"/>
          </p:nvPr>
        </p:nvSpPr>
        <p:spPr>
          <a:xfrm>
            <a:off x="1448014" y="1583226"/>
            <a:ext cx="21337374" cy="830997"/>
          </a:xfrm>
          <a:prstGeom prst="rect">
            <a:avLst/>
          </a:prstGeom>
          <a:noFill/>
        </p:spPr>
        <p:txBody>
          <a:bodyPr wrap="square" rtlCol="0">
            <a:spAutoFit/>
          </a:bodyPr>
          <a:lstStyle/>
          <a:p>
            <a:r>
              <a:rPr lang="en-IE" sz="4800" b="0"/>
              <a:t>Field Feedback broken into different cohorts</a:t>
            </a:r>
            <a:endParaRPr lang="en-US" sz="4800" b="0">
              <a:solidFill>
                <a:schemeClr val="accent2"/>
              </a:solidFill>
            </a:endParaRPr>
          </a:p>
        </p:txBody>
      </p:sp>
      <p:sp>
        <p:nvSpPr>
          <p:cNvPr id="21" name="Rectangle 20">
            <a:extLst>
              <a:ext uri="{FF2B5EF4-FFF2-40B4-BE49-F238E27FC236}">
                <a16:creationId xmlns:a16="http://schemas.microsoft.com/office/drawing/2014/main" id="{E45FD1CD-E59B-95CA-03B9-42F923E5246C}"/>
              </a:ext>
            </a:extLst>
          </p:cNvPr>
          <p:cNvSpPr/>
          <p:nvPr/>
        </p:nvSpPr>
        <p:spPr>
          <a:xfrm>
            <a:off x="1586" y="-15168"/>
            <a:ext cx="3150342" cy="5010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91416" rIns="0" bIns="91416" rtlCol="0" anchor="ctr"/>
          <a:lstStyle/>
          <a:p>
            <a:pPr algn="ctr" defTabSz="3657052">
              <a:defRPr/>
            </a:pPr>
            <a:r>
              <a:rPr lang="pt-BR" sz="2800" b="1">
                <a:solidFill>
                  <a:schemeClr val="tx2"/>
                </a:solidFill>
                <a:latin typeface="Community"/>
                <a:cs typeface="Arial"/>
              </a:rPr>
              <a:t>Rep Feedback</a:t>
            </a:r>
            <a:endParaRPr lang="en-US" sz="2800" b="1">
              <a:solidFill>
                <a:schemeClr val="tx2"/>
              </a:solidFill>
              <a:latin typeface="Community"/>
              <a:cs typeface="Arial"/>
            </a:endParaRPr>
          </a:p>
        </p:txBody>
      </p:sp>
      <p:pic>
        <p:nvPicPr>
          <p:cNvPr id="2" name="Picture 1">
            <a:extLst>
              <a:ext uri="{FF2B5EF4-FFF2-40B4-BE49-F238E27FC236}">
                <a16:creationId xmlns:a16="http://schemas.microsoft.com/office/drawing/2014/main" id="{85DA30E7-C6A2-7AF0-1042-8871F466322A}"/>
              </a:ext>
            </a:extLst>
          </p:cNvPr>
          <p:cNvPicPr>
            <a:picLocks noChangeAspect="1"/>
          </p:cNvPicPr>
          <p:nvPr/>
        </p:nvPicPr>
        <p:blipFill>
          <a:blip r:embed="rId5"/>
          <a:stretch>
            <a:fillRect/>
          </a:stretch>
        </p:blipFill>
        <p:spPr>
          <a:xfrm>
            <a:off x="1448014" y="2600490"/>
            <a:ext cx="18074747" cy="10511279"/>
          </a:xfrm>
          <a:prstGeom prst="rect">
            <a:avLst/>
          </a:prstGeom>
        </p:spPr>
      </p:pic>
      <p:sp>
        <p:nvSpPr>
          <p:cNvPr id="6" name="Rectangle 5">
            <a:extLst>
              <a:ext uri="{FF2B5EF4-FFF2-40B4-BE49-F238E27FC236}">
                <a16:creationId xmlns:a16="http://schemas.microsoft.com/office/drawing/2014/main" id="{AF651EE4-3035-FBE1-E7EB-E21DA2B63CF7}"/>
              </a:ext>
            </a:extLst>
          </p:cNvPr>
          <p:cNvSpPr/>
          <p:nvPr/>
        </p:nvSpPr>
        <p:spPr>
          <a:xfrm>
            <a:off x="3546400" y="3167852"/>
            <a:ext cx="14723540" cy="545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a:t>To be updated</a:t>
            </a:r>
          </a:p>
        </p:txBody>
      </p:sp>
    </p:spTree>
    <p:extLst>
      <p:ext uri="{BB962C8B-B14F-4D97-AF65-F5344CB8AC3E}">
        <p14:creationId xmlns:p14="http://schemas.microsoft.com/office/powerpoint/2010/main" val="33275841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38645&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4&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2.70999999999999996447E+00&quot;&gt;&lt;m_msothmcolidx val=&quot;0&quot;/&gt;&lt;m_rgb r=&quot;5C&quot; g=&quot;99&quot; b=&quot;3E&quot;/&gt;&lt;/elem&gt;&lt;elem m_fUsage=&quot;1.38510000000000021991E+00&quot;&gt;&lt;m_msothmcolidx val=&quot;0&quot;/&gt;&lt;m_rgb r=&quot;74&quot; g=&quot;C1&quot; b=&quot;50&quot;/&gt;&lt;/elem&gt;&lt;/m_vecMRU&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5fghKOMqGbktXKqpvHJsM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d1NN481kMloqGvyPbjpfu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zEljeuwppdmb3nmJ3hMJr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_jgYuUDvvlUrHAvSPTsnw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ccWMoe4hVcNxLpLZrm8aC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qgIOmOrd0EU5zAslFT0qu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0csBNRW1n65BaOI2opJl2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dXh.nbeWWQ3Ih1Fp3INay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vvzmXyoTRIE7IZpNGZ8G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QiaB48ekxhdmYyBSaGssF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51zkcfQCWt8ORgZkFJUle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1XK1u1nnpikOv6D9cQUAl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L9KksJXrPrbw4PuR214Qn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3e7H34WRw3cjx1W4ZtMUO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ioxmNyAp9SWF7dPrjNB_d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_iJ0C7GfBi7SGBT1GquHl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cw1do.PfTgPhPE5MjohHG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ONvKXeOQE_Bnw8MC7ZZHC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KF4MitdbhEqdXfJ_ExfQY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ZDq4VQnh8SdvrW5eqCPL1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8Wpd9sdV6R7R5cMS5JFB5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c6oRuDW2gqrx0JBnk.Nhf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3GRa9pD8yHjuoB4ShUYli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60o.KcNoAtaXik3RsoNxM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KbltcWJ2Z2yFk3i29rIIS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6rFUPZgMiDjCvUDlZmP5_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2jIM0Q3yURH64HgTahdT7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e_nT8wpNF9Ug0TDRWUWTi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rLsQoc8EEZL9t5n1oZBMv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EMAkV5FGE7VdEpf6_2F.a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6UXWZoTr7oLHK2cr1cU4s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NjHysliJmR07hgXxS4XSQ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q88wkuOgGA.NLz0Fxou42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mo9RRpgJRglZ1d03fZs9N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YNOM82d8IJ490Sefdnsz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X39rKMQSlfW4oo90WB5UB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scgpDZHmi7vO26p5Uu.i3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9SwLfn8H6a05E8gCNNxCf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U1tt0q5NDYXOtb2qxHSIu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mYfZa03TBSAq_UYxiSfzl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XcvI6xYGGET.5rBaQTjtu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E5whxcypE0oU6U8DPtybN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1REPFuvip7lDcry_riTVh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Bwj92hF6ObXwm3q1SUs_b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dmGcgInnThT_pUmvvoEH5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4VRm51jAl2arcCIY5dTkY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Rv1Y7e4FOMAessysLcG.Q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Zkwzj59BBQBZVzH9_Hlm8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qbufjrLEVaeI7RZEOKi23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5pISNBquUuYFrMGqFdqF2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DV41H6hICF5VDgiQKN5XY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rEj.zMAzEI6l_YOi0hbtdw"/>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nCIQXOM2oqEyFdgYwG9wa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vnLbviShPH3braiBJUIvH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17rHXnEjQTF8MJ9I9kI.h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JlkVh1t8gioEu9dtdm7ohA"/>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vZqgTQ3Naon.powu9LHlLg"/>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xzyJpGpHqBzzVCSzliqQF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baPUQO8QmNEr8bZvTp5W.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B5wGe4ntN9FkXU5N_N8FR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vB.BpWAZqkTg.QZODlKRw"/>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rqZRyRCwosoaUUVd2yuER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7ehrs6MxDMgEYk5znHBjG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NBV4QyKOOSKYDJHaKGrWF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oamU0P7lvBwjKgDQDNno6w"/>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AlpynnIuj1ncTf6fpd98kg"/>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Bu7nNFYTxAolueCB9BSilQ"/>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tBZtPQ1XH7fVJy1MRkHvb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Ap.j0y5uT4xZowFUZnk7T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7UZHYfA5kLZ4vNGojCTfeA"/>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mIrtYIJiTXqe7ZBD5augcQ"/>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Pg1O1HJ_tDEy7evvpPpsq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nEDukxGrZP3qNPe56nd0hg"/>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Bs5o.gsnkAH_qsRh8I4mrw"/>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tGzObZKU0hV79Bg6TBWlKA"/>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Ia0gqxzd3_DfWMnhlC.XG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bYdbbttpwoIv1Zqg6WR.GA"/>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FQTYJ.D_.326X4WeygooK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x9jLp2TQKh5520C2BFJd2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GGDsakvwHs331z8YfzcBU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lvGtmTqP5Ww9FQ2rxywe6A"/>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Q2pD0QddTcIcuL0OeTH.O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WC0_y.ROqrMtHkNKt5F1a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T_d2bOdJ44S9BAhvyCGLGQ"/>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QjjTKdmAZ.CEKoOe1OIAYg"/>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3_Linkedin Template">
  <a:themeElements>
    <a:clrScheme name="OTIS">
      <a:dk1>
        <a:srgbClr val="3C4345"/>
      </a:dk1>
      <a:lt1>
        <a:srgbClr val="FDFAF5"/>
      </a:lt1>
      <a:dk2>
        <a:srgbClr val="B24020"/>
      </a:dk2>
      <a:lt2>
        <a:srgbClr val="0A66C2"/>
      </a:lt2>
      <a:accent1>
        <a:srgbClr val="44712E"/>
      </a:accent1>
      <a:accent2>
        <a:srgbClr val="915907"/>
      </a:accent2>
      <a:accent3>
        <a:srgbClr val="004183"/>
      </a:accent3>
      <a:accent4>
        <a:srgbClr val="E7A33E"/>
      </a:accent4>
      <a:accent5>
        <a:srgbClr val="7E8F1D"/>
      </a:accent5>
      <a:accent6>
        <a:srgbClr val="5B696B"/>
      </a:accent6>
      <a:hlink>
        <a:srgbClr val="004183"/>
      </a:hlink>
      <a:folHlink>
        <a:srgbClr val="5B696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dirty="0" smtClean="0">
            <a:latin typeface="LKN Sans" panose="02000503040000020003" pitchFamily="2" charset="0"/>
          </a:defRPr>
        </a:defPPr>
      </a:lstStyle>
    </a:txDef>
  </a:objectDefaults>
  <a:extraClrSchemeLst/>
  <a:extLst>
    <a:ext uri="{05A4C25C-085E-4340-85A3-A5531E510DB2}">
      <thm15:themeFamily xmlns:thm15="http://schemas.microsoft.com/office/thememl/2012/main" name="Linkedin Template" id="{C0352787-345D-4FBF-92CD-6F34774501FF}" vid="{457919BF-64B5-4A94-8F8C-AE0563537CE1}"/>
    </a:ext>
  </a:extLst>
</a:theme>
</file>

<file path=ppt/theme/theme2.xml><?xml version="1.0" encoding="utf-8"?>
<a:theme xmlns:a="http://schemas.openxmlformats.org/drawingml/2006/main" name="template">
  <a:themeElements>
    <a:clrScheme name="LI_BlueTheme">
      <a:dk1>
        <a:srgbClr val="07284B"/>
      </a:dk1>
      <a:lt1>
        <a:srgbClr val="FFFFFF"/>
      </a:lt1>
      <a:dk2>
        <a:srgbClr val="004182"/>
      </a:dk2>
      <a:lt2>
        <a:srgbClr val="70B5F9"/>
      </a:lt2>
      <a:accent1>
        <a:srgbClr val="004182"/>
      </a:accent1>
      <a:accent2>
        <a:srgbClr val="0A66C2"/>
      </a:accent2>
      <a:accent3>
        <a:srgbClr val="70B5F9"/>
      </a:accent3>
      <a:accent4>
        <a:srgbClr val="D2E9FF"/>
      </a:accent4>
      <a:accent5>
        <a:srgbClr val="FFFFFF"/>
      </a:accent5>
      <a:accent6>
        <a:srgbClr val="000000"/>
      </a:accent6>
      <a:hlink>
        <a:srgbClr val="0A66C2"/>
      </a:hlink>
      <a:folHlink>
        <a:srgbClr val="954F72"/>
      </a:folHlink>
    </a:clrScheme>
    <a:fontScheme name="Community">
      <a:majorFont>
        <a:latin typeface="Community"/>
        <a:ea typeface=""/>
        <a:cs typeface=""/>
      </a:majorFont>
      <a:minorFont>
        <a:latin typeface="Communit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nkedIn_PowerPoint Template_August 2025" id="{A973CE03-1F2C-9E47-9563-46D9BC6A6221}" vid="{39A24A3E-586D-D546-AFE0-CF7C8BDC5BC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30e9df3-be65-4c73-a93b-d1236ebd677e" xsi:nil="true"/>
    <_ip_UnifiedCompliancePolicyUIAction xmlns="http://schemas.microsoft.com/sharepoint/v3" xsi:nil="true"/>
    <_ip_UnifiedCompliancePolicyProperties xmlns="http://schemas.microsoft.com/sharepoint/v3" xsi:nil="true"/>
    <lcf76f155ced4ddcb4097134ff3c332f xmlns="a382e7ed-40a7-461d-ba8e-dfde21388070">
      <Terms xmlns="http://schemas.microsoft.com/office/infopath/2007/PartnerControls"/>
    </lcf76f155ced4ddcb4097134ff3c332f>
    <SharedWithUsers xmlns="139524d5-a9fc-428f-b9ce-02cddc2088db">
      <UserInfo>
        <DisplayName>Lydia Govinden (LinkedIn Supplier)</DisplayName>
        <AccountId>17586</AccountId>
        <AccountType/>
      </UserInfo>
      <UserInfo>
        <DisplayName>Johannes Kaufhold</DisplayName>
        <AccountId>17695</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10BD12AC0E7104D8F733C970F2398A3" ma:contentTypeVersion="22" ma:contentTypeDescription="Create a new document." ma:contentTypeScope="" ma:versionID="d80b5d5f105dd43685f88bcd5d226688">
  <xsd:schema xmlns:xsd="http://www.w3.org/2001/XMLSchema" xmlns:xs="http://www.w3.org/2001/XMLSchema" xmlns:p="http://schemas.microsoft.com/office/2006/metadata/properties" xmlns:ns1="http://schemas.microsoft.com/sharepoint/v3" xmlns:ns2="a382e7ed-40a7-461d-ba8e-dfde21388070" xmlns:ns3="230e9df3-be65-4c73-a93b-d1236ebd677e" xmlns:ns4="139524d5-a9fc-428f-b9ce-02cddc2088db" targetNamespace="http://schemas.microsoft.com/office/2006/metadata/properties" ma:root="true" ma:fieldsID="eaa1740f30b7fb294ceef918e543f301" ns1:_="" ns2:_="" ns3:_="" ns4:_="">
    <xsd:import namespace="http://schemas.microsoft.com/sharepoint/v3"/>
    <xsd:import namespace="a382e7ed-40a7-461d-ba8e-dfde21388070"/>
    <xsd:import namespace="230e9df3-be65-4c73-a93b-d1236ebd677e"/>
    <xsd:import namespace="139524d5-a9fc-428f-b9ce-02cddc2088db"/>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Location" minOccurs="0"/>
                <xsd:element ref="ns2:MediaServiceOCR" minOccurs="0"/>
                <xsd:element ref="ns2:lcf76f155ced4ddcb4097134ff3c332f" minOccurs="0"/>
                <xsd:element ref="ns3:TaxCatchAll" minOccurs="0"/>
                <xsd:element ref="ns2:MediaServiceAutoKeyPoints" minOccurs="0"/>
                <xsd:element ref="ns2:MediaServiceKeyPoints" minOccurs="0"/>
                <xsd:element ref="ns2:MediaLengthInSeconds" minOccurs="0"/>
                <xsd:element ref="ns1:_ip_UnifiedCompliancePolicyProperties" minOccurs="0"/>
                <xsd:element ref="ns1:_ip_UnifiedCompliancePolicyUIAction" minOccurs="0"/>
                <xsd:element ref="ns2:MediaServiceSearchProperties" minOccurs="0"/>
                <xsd:element ref="ns2:MediaServiceDocTags" minOccurs="0"/>
                <xsd:element ref="ns4:SharedWithUsers" minOccurs="0"/>
                <xsd:element ref="ns4:SharedWithDetail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82e7ed-40a7-461d-ba8e-dfde213880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DocTags" ma:index="24" nillable="true" ma:displayName="MediaServiceDocTags" ma:hidden="true" ma:internalName="MediaServiceDocTags" ma:readOnly="true">
      <xsd:simpleType>
        <xsd:restriction base="dms:Note"/>
      </xsd:simpleType>
    </xsd:element>
    <xsd:element name="MediaServiceObjectDetectorVersions" ma:index="27" nillable="true" ma:displayName="MediaServiceObjectDetectorVersions" ma:hidden="true" ma:indexed="true" ma:internalName="MediaServiceObjectDetectorVersions" ma:readOnly="true">
      <xsd:simpleType>
        <xsd:restriction base="dms:Text"/>
      </xsd:simpleType>
    </xsd:element>
    <xsd:element name="MediaServiceBillingMetadata" ma:index="28"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c10c85a8-3dde-4111-9692-54bcc59d1ad3}" ma:internalName="TaxCatchAll" ma:showField="CatchAllData" ma:web="139524d5-a9fc-428f-b9ce-02cddc2088d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39524d5-a9fc-428f-b9ce-02cddc2088db" elementFormDefault="qualified">
    <xsd:import namespace="http://schemas.microsoft.com/office/2006/documentManagement/types"/>
    <xsd:import namespace="http://schemas.microsoft.com/office/infopath/2007/PartnerControls"/>
    <xsd:element name="SharedWithUsers" ma:index="2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2154E4-ECB2-4843-BB7A-3F8989B47F59}">
  <ds:schemaRefs>
    <ds:schemaRef ds:uri="http://schemas.microsoft.com/sharepoint/v3/contenttype/forms"/>
  </ds:schemaRefs>
</ds:datastoreItem>
</file>

<file path=customXml/itemProps2.xml><?xml version="1.0" encoding="utf-8"?>
<ds:datastoreItem xmlns:ds="http://schemas.openxmlformats.org/officeDocument/2006/customXml" ds:itemID="{23197494-1E1B-43A9-A688-2743F98316F6}">
  <ds:schemaRefs>
    <ds:schemaRef ds:uri="http://www.w3.org/XML/1998/namespace"/>
    <ds:schemaRef ds:uri="http://schemas.microsoft.com/office/2006/documentManagement/types"/>
    <ds:schemaRef ds:uri="http://purl.org/dc/elements/1.1/"/>
    <ds:schemaRef ds:uri="http://purl.org/dc/terms/"/>
    <ds:schemaRef ds:uri="230e9df3-be65-4c73-a93b-d1236ebd677e"/>
    <ds:schemaRef ds:uri="http://schemas.microsoft.com/office/infopath/2007/PartnerControls"/>
    <ds:schemaRef ds:uri="http://schemas.openxmlformats.org/package/2006/metadata/core-properties"/>
    <ds:schemaRef ds:uri="139524d5-a9fc-428f-b9ce-02cddc2088db"/>
    <ds:schemaRef ds:uri="http://schemas.microsoft.com/office/2006/metadata/properties"/>
    <ds:schemaRef ds:uri="a382e7ed-40a7-461d-ba8e-dfde21388070"/>
    <ds:schemaRef ds:uri="http://schemas.microsoft.com/sharepoint/v3"/>
    <ds:schemaRef ds:uri="http://purl.org/dc/dcmitype/"/>
  </ds:schemaRefs>
</ds:datastoreItem>
</file>

<file path=customXml/itemProps3.xml><?xml version="1.0" encoding="utf-8"?>
<ds:datastoreItem xmlns:ds="http://schemas.openxmlformats.org/officeDocument/2006/customXml" ds:itemID="{4C6261BB-0D48-41BA-A1FE-11A3C34CFEED}">
  <ds:schemaRefs>
    <ds:schemaRef ds:uri="139524d5-a9fc-428f-b9ce-02cddc2088db"/>
    <ds:schemaRef ds:uri="230e9df3-be65-4c73-a93b-d1236ebd677e"/>
    <ds:schemaRef ds:uri="a382e7ed-40a7-461d-ba8e-dfde21388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LI_PPT Template_Blue_July 2024</Template>
  <TotalTime>20</TotalTime>
  <Words>4810</Words>
  <Application>Microsoft Office PowerPoint</Application>
  <PresentationFormat>Custom</PresentationFormat>
  <Paragraphs>901</Paragraphs>
  <Slides>28</Slides>
  <Notes>21</Notes>
  <HiddenSlides>0</HiddenSlides>
  <MMClips>0</MMClips>
  <ScaleCrop>false</ScaleCrop>
  <HeadingPairs>
    <vt:vector size="8" baseType="variant">
      <vt:variant>
        <vt:lpstr>Fonts Used</vt:lpstr>
      </vt:variant>
      <vt:variant>
        <vt:i4>21</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52" baseType="lpstr">
      <vt:lpstr>Aptos</vt:lpstr>
      <vt:lpstr>Arial</vt:lpstr>
      <vt:lpstr>Arial,Sans-Serif</vt:lpstr>
      <vt:lpstr>Calibri</vt:lpstr>
      <vt:lpstr>Community</vt:lpstr>
      <vt:lpstr>Community </vt:lpstr>
      <vt:lpstr>Community Devanagari</vt:lpstr>
      <vt:lpstr>Community Light</vt:lpstr>
      <vt:lpstr>Community Light</vt:lpstr>
      <vt:lpstr>Community Pro</vt:lpstr>
      <vt:lpstr>Community Pro Bold</vt:lpstr>
      <vt:lpstr>Community Pro Devanagari</vt:lpstr>
      <vt:lpstr>Community Pro Medium</vt:lpstr>
      <vt:lpstr>Community Semibold</vt:lpstr>
      <vt:lpstr>Community Slab Semibold</vt:lpstr>
      <vt:lpstr>Courier New</vt:lpstr>
      <vt:lpstr>Figtree</vt:lpstr>
      <vt:lpstr>LKN Sans</vt:lpstr>
      <vt:lpstr>LKN Sans Light</vt:lpstr>
      <vt:lpstr>Segoe UI</vt:lpstr>
      <vt:lpstr>Source Sans Pro</vt:lpstr>
      <vt:lpstr>3_Linkedin Template</vt:lpstr>
      <vt:lpstr>template</vt:lpstr>
      <vt:lpstr>think-cell Slide</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Field Feedback broken into different cohorts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Nguyen</dc:creator>
  <cp:lastModifiedBy>Joao de Carvalho</cp:lastModifiedBy>
  <cp:revision>3</cp:revision>
  <dcterms:created xsi:type="dcterms:W3CDTF">2025-07-16T13:26:31Z</dcterms:created>
  <dcterms:modified xsi:type="dcterms:W3CDTF">2026-04-23T17:53:58Z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0x010100710BD12AC0E7104D8F733C970F2398A3</vt:lpwstr>
  </property>
</Properties>
</file>